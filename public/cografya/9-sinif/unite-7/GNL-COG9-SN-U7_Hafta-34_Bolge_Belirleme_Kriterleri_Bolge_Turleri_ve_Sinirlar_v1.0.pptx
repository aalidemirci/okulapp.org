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görseliyle ünitenin ilk sorusunu açmak: farklı ülkeleri ortak bir bölgede toplayan nedir?</a:t>
            </a:r>
          </a:p>
          <a:p/>
          <a:p>
            <a:r>
              <a:t>SÜRE: Ünite açılışı aşamasının (34. hafta 1. aşama, 4 dk) ilk dakikası; aşamanın slaytları 1-7.</a:t>
            </a:r>
          </a:p>
          <a:p/>
          <a:p>
            <a:r>
              <a:t>NASIL: Görseli 15 saniye inceletin: 'Haritada bayraklarıyla gösterilen ülkeleri hangi ortak özellik bir araya getiriyor olabilir?' İki-üç kısa cevap alın; cevapları ünitenin sorusuna bağlayın: yeryüzünde benzer özellik gösteren alanlar belirli bir ölçüte göre bölge olarak gruplandırılır (34. hafta). Kitap görseli adlandırmaz; bölge adı vermeyin, öğrencinin ölçütünü sorun.</a:t>
            </a:r>
          </a:p>
          <a:p/>
          <a:p>
            <a:r>
              <a:t>BEKLENEN CEVAP: Bayraklar Türkiye, Azerbaycan, Kazakistan, Kırgızistan, Özbekistan, Türkmenistan ve Macaristan'ındır. Ortak ölçüt için kültür (dil, tarih — kitap s. 219'daki 'Türk kültür bölgesi' örneği) ya da ülkeler arası iş birliği cevapları kabul edilir; amaç, bölgenin bir ölçüte göre kurulduğunu sezdirmektir.</a:t>
            </a:r>
          </a:p>
          <a:p/>
          <a:p>
            <a:r>
              <a:t>KAYNAK: Ders kitabı s. 214-215 ünite açılış görseli (kitap görseli adlandırmaz); s. 219 Türk kültür bölgesi (beşerî şekilsel bölge örneği).</a:t>
            </a:r>
          </a:p>
          <a:p/>
          <a:p>
            <a:r>
              <a:t>NOT: Bu sunum yalnız okul içi ders kullanımı içindir: harita, grafik ve fotoğraflar MEB ders kitabından ve EBA'dandır; dosya okul dışında paylaşılmaz.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tek öğrenme çıktısını ve üç haftalık yolunu göstermek.</a:t>
            </a:r>
          </a:p>
          <a:p/>
          <a:p>
            <a:r>
              <a:t>NASIL: Üç kartı soldan sağa okuyun: 34. haftada bölge belirleme kriterleri, bölge türleri ve kritere göre sınırlar; 35. haftada sınırlarda geçiş ve değişim, Avrupa Birliği örneği ve performans görevi; 36. haftada okul çevresinde gözlem yürüyüşü ve yılın kapanışı. Ünite iki ders haftasıdır (4 ders saati); 36. hafta okul temelli planlamadır. Alttaki cümle kitabın ünite amacıdır. 35. ve 36. haftalar 2. dönem 2. yazılı sınav dönemine denk gelir; sınav günleri okulun sınav takviminden duyurulur.</a:t>
            </a:r>
          </a:p>
          <a:p/>
          <a:p>
            <a:r>
              <a:t>KAYNAK: Program (2026): COĞ.9.7.1 ve süreç bileşenleri a-d; kitap s. 214 'Bu ünitede … amaçlanmaktadır.'; zümre kararı (36. hafta okul temelli planlama).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ölçme araçlarını öğrencinin diliyle duyurmak.</a:t>
            </a:r>
          </a:p>
          <a:p/>
          <a:p>
            <a:r>
              <a:t>NASIL: Dört kartı kısaca tanıtın; alttaki çipler ne zaman yapılacağını gösterir. Anlam çözümleme tablosu kitabın s. 222 uygulamasıdır (34. haftada evde doldurulur, 35. haftada sınıfta kontrol edilir). Açık uçlu sorular kitabın etkinlik değerlendirme sorularıdır (s. 218, 221, 224). Performans görevi 35. haftada sınıfta grupla yapılan 'Bölge Oluşturma'dır (s. 225); analitik dereceli puanlama anahtarı, öz ve grup değerlendirme formları kitabın karekodundadır (EBA) — çıktılarını öğretmen getirir, öğrenci telefonu kullanılmaz. Ünite sonunda 5 soruluk ölçme bölümü vardır (s. 226-227).</a:t>
            </a:r>
          </a:p>
          <a:p/>
          <a:p>
            <a:r>
              <a:t>KAYNAK: Kitap s. 214: 'Ünitede sizden … beklenmektedir.' Program, Öğrenme Kanıtları: anlam çözümleme tablosu, açık uçlu sorular, performans görevi, analitik dereceli puanlama anahtarı, öz değerlendirme formu, grup değerlendirme formu.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anahtar kavramını göstermek; ön bilgiyi yoklamak.</a:t>
            </a:r>
          </a:p>
          <a:p/>
          <a:p>
            <a:r>
              <a:t>NASIL: Kavramları sesli okutun; 'Bölge denince aklınıza ne geliyor? Ortaokulda Türkiye'nin hangi bölgelerini öğrendiniz?' sorusuyla ön bilgiyi yoklayın (ön değerlendirmeye köprü). Şekilsel ve işlevsel bölge ayrımı bu hafta netleşecek; şimdi tanım vermeyin. Kartlardaki renkler sunum boyunca aynıdır: yeşil doğal şekilsel, turuncu beşerî şekilsel, mavi işlevsel bölge.</a:t>
            </a:r>
          </a:p>
          <a:p/>
          <a:p>
            <a:r>
              <a:t>BEKLENEN CEVAP: Beklenen ön bilgi: Türkiye'nin yedi coğrafi bölgesi (ortaokul); bölgenin 'benzer özellikteki yerler' olduğu sezgisi. Tanım 34. haftada kitaptan verilir (s. 219).</a:t>
            </a:r>
          </a:p>
          <a:p/>
          <a:p>
            <a:r>
              <a:t>KAYNAK: Kitap s. 215 Anahtar Kavramlar; program (2026) Anahtar Kavramlar (aynı üç kavram).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üç süreç bileşenini (a varsayım, b örüntüleri listeleme, c karşılaştırma) tanıtmak.</a:t>
            </a:r>
          </a:p>
          <a:p/>
          <a:p>
            <a:r>
              <a:t>SÜRE: 80 dakikalık akış (ders planı, 34. hafta): ünite açılışı ve grup düzeni 4 · ön değerlendirme (s. 216) 8 · köprü kurma (s. 217) 6 · beyin fırtınası ve kriterler 8 · s. 218 etkinliği 14 (40. dk) · geçiş (E) 2 · şekilsel ve işlevsel bölge (s. 219) 12 · s. 220-221 etkinliği 14 · paylaşım ve ölçek 6 · toparlama 6. Bu aşama (4 dk): ünite açılışının dört slaytı 2 dk · ayraç ve yol haritası 1 dk · yeni grup düzeni 1 dk.</a:t>
            </a:r>
          </a:p>
          <a:p/>
          <a:p>
            <a:r>
              <a:t>NASIL: Çıktıyı öğrencinin diliyle söyleyin: 'Bu hafta yeryüzünü neye göre bölgelere ayırdığımızı, bölge türlerini ve sınırın nereden geçtiğini keşfedeceğiz; aynı yerin farklı haritalarda farklı bölgelerde olduğunu göreceğiz.' Bileşenlerin sırası haftanın akışıdır: önce varsayım (beyin fırtınası), sonra haritalarda örüntü, en sonda karşılaştırma. ç ve d bileşenleri gelecek haftadır (sınırlarda değişim, performans görevi). 1. aşamanın slaytları 1-7: ilk dördü ünite açılışıdır.</a:t>
            </a:r>
          </a:p>
          <a:p/>
          <a:p>
            <a:r>
              <a:t>KAYNAK: Program (2026) COĞ.9.7.1 a-c; ders planı 34. hafta; kitap 7.1.1-7.1.2 (s. 216-221).</a:t>
            </a:r>
          </a:p>
          <a:p/>
          <a:p>
            <a:r>
              <a:t>NOT: Kitap 2026-2027 baskısı: s. 216-221 önceki baskıyla aynı sayfalardadır; s. 219'da 'merkezî' yazımı ve s. 221'de nüfus yoğunluğu haritasının başlığı '(2024)' yenidir. Hayat Boyu Öğrenme Haftası (Haziran'ın 1. haftası) bu haftadadır; ayrı etkinlik gerekmez (36. haftanın kapanışında bağ kurulur).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4. istasyonun (etkinlik) sonunda dersin ilk yarısı biter. Etkinlikler 8 grupla yapılır; gruplar bu ünitede yeniden karıldı.</a:t>
            </a:r>
          </a:p>
          <a:p/>
          <a:p>
            <a:r>
              <a:t>KAYNAK: Ders planı 34.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Ünite açılışı aşamasının son dakikası.</a:t>
            </a:r>
          </a:p>
          <a:p/>
          <a:p>
            <a:r>
              <a:t>NASIL: Ayağa kalkma molası; sıralar adalara çevrilir, malzeme sorumluları grup setlerini alır. Roller her hafta döner. Grup listesi ve roller ders öncesinde öğretmen bilgisayarından yansıtılır (sunuma öğrenci adı yazılmaz); gruplar 6. ünite gözlemleriyle heterojen kuruldu (6 × 4 + 2 × 5). Bu hafta harita okuyucunun işi çoktur: s. 218 lejantı ve s. 220-221 üç lejant.</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ön değerlendirme süreci (not amaçlı değil): s. 216 Başlarken 1. soru — altı bölgenin yerini haritada bulmak.</a:t>
            </a:r>
          </a:p>
          <a:p/>
          <a:p>
            <a:r>
              <a:t>SÜRE: Ön değerlendirme 8 dk: yaprak 6 dk (bireysel) · toplama ve cevaplar 2 dk.</a:t>
            </a:r>
          </a:p>
          <a:p/>
          <a:p>
            <a:r>
              <a:t>NASIL: Yaprağı dağıtın: 'Sınav değil; nereden başlayacağımızı görmek için.' Duvar haritası ve atlas serbesttir. Yaprakta tablo ile 2-3. sorular ve 'yaşadığım yer ile bu bölgelerden biri arasında bir benzerlik, bir fark' satırı vardır (6 dk). Bitiren yaprağı ters çevirir; yazıcılar toplar. Avrupa Birliği'nin yeri 35. haftanın etkinliğinde ele alınır.</a:t>
            </a:r>
          </a:p>
          <a:p/>
          <a:p>
            <a:r>
              <a:t>BEKLENEN CEVAP: 1 Türkistan · 2 Kafkasya · 3 Balkanlar · 4 Orta Doğu · 5 Kuzey Afrika · 6 İskandinavya.</a:t>
            </a:r>
          </a:p>
          <a:p/>
          <a:p>
            <a:r>
              <a:t>KAYNAK: Kitap s. 216 BAŞLARKEN 1. soru (yönerge birebir) ve haritası; numaraların gösterdiği yerler haritanın işaret noktalarından (kitap PDF'i, vektör) okunmuştur. Program, Ön Değerlendirme Süreci: Türkistan, Kafkasya, Avrupa Birliği, Balkanlar, Orta Doğu, Kuzey Afrika, İskandinavya gibi bölgelerin yerleri sorulabilir.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Başlarken 1. sorunun cevabı: numaralı yerler ve bölgeler.</a:t>
            </a:r>
          </a:p>
          <a:p/>
          <a:p>
            <a:r>
              <a:t>NASIL: Yapraklar toplandıktan sonra açın. Her numarada 'Haritada neye bakarak buldunuz?' diye sorun: 1 Hazar Denizi'nin doğusu · 2 Karadeniz ile Hazar arası · 3 Avrupa'nın güneydoğusundaki yarımada · 4 Arap Yarımadası'nın kuzeyi · 5 Afrika'nın kuzeyi, Akdeniz kıyısı · 6 Avrupa'nın kuzeyindeki yarımada. Sonuç sınıf özeti olarak zümre dosyasına gider.</a:t>
            </a:r>
          </a:p>
          <a:p/>
          <a:p>
            <a:r>
              <a:t>BEKLENEN CEVAP: 1 Türkistan · 2 Kafkasya · 3 Balkanlar · 4 Orta Doğu · 5 Kuzey Afrika · 6 İskandinavya.</a:t>
            </a:r>
          </a:p>
          <a:p/>
          <a:p>
            <a:r>
              <a:t>KAYNAK: Kitap s. 216 BAŞLARKEN 1. soru (yönerge birebir) ve haritası; numaraların gösterdiği yerler haritanın işaret noktalarından (kitap PDF'i, vektör) okunmuştur. Program, Ön Değerlendirme Süreci: Türkistan, Kafkasya, Avrupa Birliği, Balkanlar, Orta Doğu, Kuzey Afrika, İskandinavya gibi bölgelerin yerleri sorulabilir.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216 Başlarken 2-3. sorular ve yaprağın son satırı: Türkiye'nin bu bölgelerle konum ilişkisi, komşuların bölgeleri, yaşadığımız yer ile bir bölge arasında benzerlik ve fark.</a:t>
            </a:r>
          </a:p>
          <a:p/>
          <a:p>
            <a:r>
              <a:t>NASIL: Sorular yapraktadır; slayt yalnız soruları büyük gösterir. Komşu ülkelerin adları kitabın s. 218 dilsiz Türkiye haritasında yazılıdır (öğrenci atlastan da bakabilir).</a:t>
            </a:r>
          </a:p>
          <a:p/>
          <a:p>
            <a:r>
              <a:t>BEKLENEN CEVAP: 2) Kafkasya, Orta Doğu ve Balkanlar (kara sınırı; komşular bu bölgelerde) — Kuzey Afrika'ya Akdeniz üzerinden deniz bağlantısı · 3) Gürcistan, Ermenistan, Azerbaycan (Nahçıvan) → Kafkasya; İran, Irak, Suriye → Orta Doğu; Yunanistan, Bulgaristan → Balkanlar · 4) Benzerlik: Marmara çevresi gibi Balkan kıyıları da Akdeniz iklimi renginde · Fark: Orta Doğu'nun büyük bölümü çöl iklimi renginde, İstanbul'da çöl yok (s. 218 haritası).</a:t>
            </a:r>
          </a:p>
          <a:p/>
          <a:p>
            <a:r>
              <a:t>KAYNAK: Kitap s. 216 (2-3. sorular birebir); komşu adları s. 218 dilsiz haritasından; iklim renkleri s. 218 dünya haritasından. Program, Ön Değerlendirme: Bununla birlikte öğrencilerden Türkiye ile Türkiye'nin komşuları arasındaki coğrafi benzerlik ve farklılıkları listelelemeleri istenebilir. (programdaki 'listelelemeleri' yazımı programın kendisidir.) Bölgeyle kara/deniz bağlantısı: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2-3. soruların ve yaprağın son satırının örnek cevabı.</a:t>
            </a:r>
          </a:p>
          <a:p/>
          <a:p>
            <a:r>
              <a:t>NASIL: Kafkasya, Orta Doğu ve Balkanlar'la kara sınırımız vardır; Kuzey Afrika ile sınır yoktur, Akdeniz üzerinden bağlantı kurulur; Türkistan ile sınır yoktur. Benzerlik-fark satırında gerekçeli her cevap kabul edilir; örnekler s. 218 dünya haritasından okunur (etkinlikte göreceğiz). Not amaçlı değildir.</a:t>
            </a:r>
          </a:p>
          <a:p/>
          <a:p>
            <a:r>
              <a:t>BEKLENEN CEVAP: 2) Kafkasya, Orta Doğu ve Balkanlar (kara sınırı; komşular bu bölgelerde) — Kuzey Afrika'ya Akdeniz üzerinden deniz bağlantısı · 3) Gürcistan, Ermenistan, Azerbaycan (Nahçıvan) → Kafkasya; İran, Irak, Suriye → Orta Doğu; Yunanistan, Bulgaristan → Balkanlar · 4) Benzerlik: Marmara çevresi gibi Balkan kıyıları da Akdeniz iklimi renginde · Fark: Orta Doğu'nun büyük bölümü çöl iklimi renginde, İstanbul'da çöl yok (s. 218 haritası).</a:t>
            </a:r>
          </a:p>
          <a:p/>
          <a:p>
            <a:r>
              <a:t>KAYNAK: Kitap s. 216 (2-3. sorular birebir); komşu adları s. 218 dilsiz haritasından; iklim renkleri s. 218 dünya haritasından. Program, Ön Değerlendirme: Bununla birlikte öğrencilerden Türkiye ile Türkiye'nin komşuları arasındaki coğrafi benzerlik ve farklılıkları listelelemeleri istenebilir. (programdaki 'listelelemeleri' yazımı programın kendisidir.) Bölgeyle kara/deniz bağlantısı: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Köprü kurma (program): dört yerin coğrafi ortamını karşılaştırarak bölge belirleme kriterlerine ulaşmak.</a:t>
            </a:r>
          </a:p>
          <a:p/>
          <a:p>
            <a:r>
              <a:t>SÜRE: Köprü kurma 6 dk: düşün-eşleş 2 dk · isim kartıyla 4-5 cevap 2 dk · iki cevap slaytı ve köprü 2 dk.</a:t>
            </a:r>
          </a:p>
          <a:p/>
          <a:p>
            <a:r>
              <a:t>NASIL: Yönergeyi okuyun. İkililer bir görsel seçer ve 1. soruyu konuşur (2 dk). Cevaplardan 'iklim, yer şekilleri, bitki örtüsü, yerleşme, ekonomik faaliyet' başlıklarını tahtaya yazın. Fotoğrafların kitapta yazılı yer adları dışında bir adı verilmez.</a:t>
            </a:r>
          </a:p>
          <a:p/>
          <a:p>
            <a:r>
              <a:t>BEKLENEN CEVAP: İzleyen iki slaytta (örnek cevap).</a:t>
            </a:r>
          </a:p>
          <a:p/>
          <a:p>
            <a:r>
              <a:t>KAYNAK: Kitap s. 217 KONUYA BAŞLARKEN (yönerge, dört görsel ve iki soru birebir). Program, Köprü Kurma: Farklı bölge türlerine ait görsel ve kısa videolar aracılığıyla öğrencilerin kendi yaşadıkları bölge ile sınıfta gördüklerini karşılaştırarak bölgeler, ülkeler ve küresel bağlantılar arasında köprü kurmaları sağlanabilir.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örnek cevabı: dört yerin farkları ve farkların başlıkları.</a:t>
            </a:r>
          </a:p>
          <a:p/>
          <a:p>
            <a:r>
              <a:t>NASIL: Her satırı fotoğraftan doğrulatın: 'Fotoğrafta bunu nerede görüyorsunuz?' Alttaki çipler tahtaya yazdığınız başlıklardır; köprü: bu başlıklar bölge belirleme kriterleridir.</a:t>
            </a:r>
          </a:p>
          <a:p/>
          <a:p>
            <a:r>
              <a:t>BEKLENEN CEVAP: 1 akarsu vadisinde sık yerleşme (yerleşme, yer şekilleri) · 2 dağ yamaçlarında basamaklı çeltik tarlaları, nemli ortam (tarım, iklim) · 3 dağ eteğinde ot örtülü düzlük, çadırlar, atlar (hayvancılık, bitki örtüsü) · 4 kum tepeleri, hurma, toprak renkli evler (kurak iklim, bitki örtüsü, yerleşme). Farklılık açıları: iklim, yer şekilleri, bitki örtüsü, yerleşme, ekonomik faaliyet.</a:t>
            </a:r>
          </a:p>
          <a:p/>
          <a:p>
            <a:r>
              <a:t>KAYNAK: Kitap s. 217 görselleri ve adları; görsellerde görülenler fotoğraflardan okunmuştur (kitapta yazılı değil). Başlıklar kitabın kriter tanımındaki unsurlardır (s. 217).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sorunun örnek cevabı (örnek: İstanbul; kendi yerinizle uyarlayın) ve köprü: farkları ölçüt yapmak = bölge belirleme kriterleri.</a:t>
            </a:r>
          </a:p>
          <a:p/>
          <a:p>
            <a:r>
              <a:t>NASIL: İki öğrenciden cevap alın; gerekçeli her benzerlik kabul. Sonra alttaki kitap tanımını okutun: 'Fotoğrafları birbirinden ayırırken kullandığımız başlıklar bölge belirleme kriterleridir.' Kriter kelimesi bu hafta ölçüt anlamındadır.</a:t>
            </a:r>
          </a:p>
          <a:p/>
          <a:p>
            <a:r>
              <a:t>BEKLENEN CEVAP: İstanbul en çok 1 numaralı görsele benzer: su kıyısında sık yapılaşmış şehir, yeşil yamaçlar. En az 4 numaraya benzer: İstanbul'da kum tepeleri ve kurak çöl ortamı yoktur. Gerekçeli farklı cevaplar kabul.</a:t>
            </a:r>
          </a:p>
          <a:p/>
          <a:p>
            <a:r>
              <a:t>KAYNAK: Kitap s. 217 (görseller, 2. soru, 7.1.1 giriş paragrafı birebir). Benzerlik örnekleri: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bileşeni a (varsayım) — programın beyin fırtınası önerisi: bölge sınırının nereden geçeceğine ilişkin tahmin.</a:t>
            </a:r>
          </a:p>
          <a:p/>
          <a:p>
            <a:r>
              <a:t>SÜRE: Beyin fırtınası ve kriterler 8 dk: varsayım 1 dk + toplama 2 dk · neden bölge 1,5 dk · tanım ve kriterler 2 dk · YOKLAMA 1 1,5 dk.</a:t>
            </a:r>
          </a:p>
          <a:p/>
          <a:p>
            <a:r>
              <a:t>NASIL: Kural: fikir yargılanmaz (D3.4). Her grup 1 dakikada mini tahtaya dilsiz haritanın kabaca çizimini yapar ya da cümleyle yazar; sözcüler sırayla gösterir, öğretmen tahtaya toplar. Varsayımlar silinmez: s. 218 etkinliğinde dünya haritasıyla sınanacak ('başta çizdiğiniz sınır değişti mi, neden?').</a:t>
            </a:r>
          </a:p>
          <a:p/>
          <a:p>
            <a:r>
              <a:t>BEKLENEN CEVAP: Gerekçeli her varsayım kabul.</a:t>
            </a:r>
          </a:p>
          <a:p/>
          <a:p>
            <a:r>
              <a:t>KAYNAK: Program COĞ.9.7.1: Bölge oluşturulurken sınırın nereden geçmesi gerektiği ile ilgili tahminlerin değerlendirilmesinde beyin fırtınası yöntemi kullanılabilir (D3.4). Dilsiz harita: kitap s. 218 (2. adım). Örnek varsayımlar: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Beyin fırtınasının örnek varsayımları (doğru-yanlış değil; etkinlikte sınanacak).</a:t>
            </a:r>
          </a:p>
          <a:p/>
          <a:p>
            <a:r>
              <a:t>NASIL: Örnek varsayımları tahtadakilerle karşılaştırın. Hangisinin doğru olduğunu şimdi söylemeyin: 'Bunu etkinlikte dünya iklim haritasıyla kontrol edeceğiz.' Önemli olan varsayımın bir gerekçesinin olmasıdır.</a:t>
            </a:r>
          </a:p>
          <a:p/>
          <a:p>
            <a:r>
              <a:t>BEKLENEN CEVAP: Örnek varsayımlar: kıyılar ile iç kesimler farklı bölgede olur (deniz etkisi); Karadeniz kıyısı ayrı bir bölgedir (çok yağış); doğu daha soğuktur (yükselti); sınır dağların üzerinden geçer; sınır keskin değildir, geçiş alanı vardır.</a:t>
            </a:r>
          </a:p>
          <a:p/>
          <a:p>
            <a:r>
              <a:t>KAYNAK: Program COĞ.9.7.1: Bölge oluşturulurken sınırın nereden geçmesi gerektiği ile ilgili tahminlerin değerlendirilmesinde beyin fırtınası yöntemi kullanılabilir (D3.4). Dilsiz harita: kitap s. 218 (2. adım). Örnek varsayımlar: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iki sorusuyla bölge oluşturma ihtiyacını tartışmak (beyin fırtınasının cevaplarından yola çıkarak).</a:t>
            </a:r>
          </a:p>
          <a:p/>
          <a:p>
            <a:r>
              <a:t>NASIL: İki soruyu sırayla sorun; 3-4 öğrenciden kısa cevap alın. Sonra izleyen slayttaki kitap paragrafını okutun ve öğrenci cevaplarıyla karşılaştırın.</a:t>
            </a:r>
          </a:p>
          <a:p/>
          <a:p>
            <a:r>
              <a:t>BEKLENEN CEVAP: Yeryüzünde doğal ve beşerî özellikler iç içedir; gruplandırmadan algılamak güçtür. Dünyayı daha iyi anlamak ve anlatmak için benzer alanlar belirli kriterlere göre bölgelere ayrılır (s. 219). Gerekçeler: karşılaştırma yapmak, planlama ve hizmet götürmek (ör. karayolu hizmet bölgeleri, s. 221).</a:t>
            </a:r>
          </a:p>
          <a:p/>
          <a:p>
            <a:r>
              <a:t>KAYNAK: Program COĞ.9.7.1 (iki soru birebir); kitap s. 219 ilk paragraf (izleyen slayt).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Bölge oluşturma ihtiyacının kitaptaki cevabı; bölge tanımı ve bölge belirleme kriterlerinin iki grubu.</a:t>
            </a:r>
          </a:p>
          <a:p/>
          <a:p>
            <a:r>
              <a:t>NASIL: Üstteki paragrafı bir öğrenciye okutun; 'algılayabilmesi oldukça güçtür' ifadesinin altını çizin. Tanımı deftere yazdırın. Sağdaki iki kartı köprüdeki başlıklarla eşleyin: iklim, yer şekilleri, bitki örtüsü → fiziki; yerleşme, ekonomik faaliyet → beşerî.</a:t>
            </a:r>
          </a:p>
          <a:p/>
          <a:p>
            <a:r>
              <a:t>BEKLENEN CEVAP: Bölge: yeryüzünün doğal ve beşerî unsurlar bakımından kendi içinde benzerlik gösteren parçası. Kriterler: fiziki unsurlar (yer şekilleri, iklim, bitki örtüsü vb.) ve beşerî unsurlar (nüfus, yerleşme, sanayi, tarım, turizm vb.).</a:t>
            </a:r>
          </a:p>
          <a:p/>
          <a:p>
            <a:r>
              <a:t>KAYNAK: Kitap s. 219 (ilk iki paragraf birebir), s. 217 (kriter tanımı birebir). EBA ünite sunusu (07_01, slayt 3) kriterleri 'Fiziki Unsurlar' ve 'Beşerî ve Ekonomik Unsurlar' diye iki grupta verir; ikinci gruba hayvancılık, ulaşım, kültür ve siyasi, askerî, ekonomik iş birliğini de ekler (s. 219'un beşerî şekilsel listesiyle uyumlu).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tahtayla cevap gösterir; dağılıma bakıp cevap slaytına geçin. Yanlış çoğunluktaysa önceki slayttaki iki karta dönün.</a:t>
            </a:r>
          </a:p>
          <a:p/>
          <a:p>
            <a:r>
              <a:t>BEKLENEN CEVAP: C) Turizm</a:t>
            </a:r>
          </a:p>
          <a:p/>
          <a:p>
            <a:r>
              <a:t>KAYNAK: Kitap s. 217 (kriter tanımı), s. 219 (doğal şekilsel bölgeler: … toprak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Kitap s. 217: beşerî unsurlar nüfus, yerleşme, sanayi, tarım, turizm vb.; yer şekilleri, iklim ve bitki örtüsü fiziki unsurlardır. Toprak da doğal bir unsurdur (s. 219: toprak bölgeleri).</a:t>
            </a:r>
          </a:p>
          <a:p/>
          <a:p>
            <a:r>
              <a:t>BEKLENEN CEVAP: C) Turizm</a:t>
            </a:r>
          </a:p>
          <a:p/>
          <a:p>
            <a:r>
              <a:t>KAYNAK: Kitap s. 217 (kriter tanımı), s. 219 (doğal şekilsel bölgeler: … toprak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'Bölge Belirleme Kriterleri' etkinliğini başlatmak: dünya iklim haritasından Türkiye'nin iklim bölgelerini dilsiz haritada oluşturmak.</a:t>
            </a:r>
          </a:p>
          <a:p/>
          <a:p>
            <a:r>
              <a:t>SÜRE: Etkinlik 14 dk: yönerge ve harita 1 dk · 1. adım 3 dk · 2. adım 7 dk · değerlendirme 2-3 3 dk (1. soru bölge türlerinden sonra, 7. aşamada).</a:t>
            </a:r>
          </a:p>
          <a:p/>
          <a:p>
            <a:r>
              <a:t>NASIL: Künyeyi ve yönergeyi okuyun; süreleri tahtaya yazın. Harita/veri okuyucu lejantı okur, yazıcı dilsiz haritaya çizer, sözcü gerekçeyi hazırlar. Dolaşım turunda (yaklaşık 1,5 dk/grup) sorun: 'Başta çizdiğiniz varsayım sınırı değişti mi, neden?' (SDB1.2, SDB2.1).</a:t>
            </a:r>
          </a:p>
          <a:p/>
          <a:p>
            <a:r>
              <a:t>KAYNAK: Kitap s. 218 ETKİNLİK künyesi ve yönergesi (birebir).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haritasını lejantıyla okumak (SBAB10.3).</a:t>
            </a:r>
          </a:p>
          <a:p/>
          <a:p>
            <a:r>
              <a:t>NASIL: Lejantı birlikte okuyun: 11 iklim tipi, her biri bir renk. 'Türkiye nerede? Türkiye'nin üzerinde kaç renk var?' Ülke sınırları bu haritada çizilmemiştir; Türkiye'yi kıyılarından (Karadeniz, Akdeniz, Ege) bulun. Ayrıntı izleyen slaytta büyütülmüştür.</a:t>
            </a:r>
          </a:p>
          <a:p/>
          <a:p>
            <a:r>
              <a:t>BEKLENEN CEVAP: Türkiye'nin üzerinde dört renk: pembe (Akdeniz iklimi), açık yeşil-sarı (karasal iklim), açık mor (sert karasal iklim), koyu yeşil (okyanusal iklim — Karadeniz kıyısı).</a:t>
            </a:r>
          </a:p>
          <a:p/>
          <a:p>
            <a:r>
              <a:t>KAYNAK: Kitap s. 218 harita ve lejant (11 iklim tipi). Aynı harita kitabın 3. ünitesinde Harita 3.12'dir (s. 118).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adımın iki sorusu: iklim bölgelerinin kriterleri ve Türkiye'nin içinde yer aldığı iklim bölgeleri (haritadan).</a:t>
            </a:r>
          </a:p>
          <a:p/>
          <a:p>
            <a:r>
              <a:t>NASIL: Grup içinde tartışılır; harita okuyucu büyütülmüş Türkiye bölümünde renkleri lejantla eşler. 1. soruda 3. üniteyi hatırlatın: iklim türleri neye göre belirleniyordu?</a:t>
            </a:r>
          </a:p>
          <a:p/>
          <a:p>
            <a:r>
              <a:t>BEKLENEN CEVAP: 1) İklim değişkenlerinin uzun süreli ortalamaları: sıcaklık, yağış, nem, basınç ve rüzgârlar (kitap 3. ünite s. 118). 2) Haritaya göre Türkiye dört iklim bölgesinin içindedir: Akdeniz iklimi (batı ve güney kıyıları, Güneydoğu), karasal iklim (iç kesimler), sert karasal iklim (doğu), okyanusal iklim (Karadeniz kıyısı).</a:t>
            </a:r>
          </a:p>
          <a:p/>
          <a:p>
            <a:r>
              <a:t>KAYNAK: Kitap s. 218 (sorular birebir; renkler haritanın vektör dolgusu ile lejant kutularından eşlendi — _harita_kilidi). 1. sorunun cevabı kitabın 3. ünitesinden: s. 118 'Dünya'da iklim türlerinin belirlenmesinde genel olarak sıcaklık, basınç, rüzgârlar, nem, yağış gibi iklim değişkenlerinin uzun süreli ortalamaları dikkate alınır.' (3. ünite cümlesi; bu sunumun alıntı kilidi 7. ünite metnini arar, bu cümle K() ile işaretlenmedi).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adımın örnek cevabı.</a:t>
            </a:r>
          </a:p>
          <a:p/>
          <a:p>
            <a:r>
              <a:t>NASIL: Renkleri lejantla tek tek eşleyin. Karadeniz kıyısındaki koyu yeşil, lejantta 'Okyanusal iklim'dir: bu haritada ayrı bir 'Karadeniz iklimi' yoktur. Lejanttaki 'Karasal iklim', 3. ünitede (s. 118) 'ılıman karasal (step) iklim' adıyla geçer; s. 220'deki 'step iklimi' budur.</a:t>
            </a:r>
          </a:p>
          <a:p/>
          <a:p>
            <a:r>
              <a:t>BEKLENEN CEVAP: 1) İklim değişkenlerinin uzun süreli ortalamaları: sıcaklık, yağış, nem, basınç ve rüzgârlar (kitap 3. ünite s. 118). 2) Haritaya göre Türkiye dört iklim bölgesinin içindedir: Akdeniz iklimi (batı ve güney kıyıları, Güneydoğu), karasal iklim (iç kesimler), sert karasal iklim (doğu), okyanusal iklim (Karadeniz kıyısı).</a:t>
            </a:r>
          </a:p>
          <a:p/>
          <a:p>
            <a:r>
              <a:t>KAYNAK: Kitap s. 218 (sorular birebir; renkler haritanın vektör dolgusu ile lejant kutularından eşlendi — _harita_kilidi). 1. sorunun cevabı kitabın 3. ünitesinden: s. 118 'Dünya'da iklim türlerinin belirlenmesinde genel olarak sıcaklık, basınç, rüzgârlar, nem, yağış gibi iklim değişkenlerinin uzun süreli ortalamaları dikkate alınır.' (3. ünite cümlesi; bu sunumun alıntı kilidi 7. ünite metnini arar, bu cümle K() ile işaretlenmedi).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adım: dünya haritasındaki renk alanlarını dilsiz Türkiye haritasına aktararak iklim bölgelerini oluşturmak (SBAB7.6).</a:t>
            </a:r>
          </a:p>
          <a:p/>
          <a:p>
            <a:r>
              <a:t>NASIL: A4'e büyütülmüş dilsiz haritaya yazıcı, lejant renklerine yakın kalemle çizer. Önce kolay yerler: kıyılar (Karadeniz, Ege-Akdeniz), sonra iç ve doğu. Grup sınırı nereden geçirdiğini ve geçiş alanı bırakıp bırakmadığını kararlaştırır; sözcü gerekçeyi hazırlar.</a:t>
            </a:r>
          </a:p>
          <a:p/>
          <a:p>
            <a:r>
              <a:t>BEKLENEN CEVAP: Örnek ürün izleyen slaytta.</a:t>
            </a:r>
          </a:p>
          <a:p/>
          <a:p>
            <a:r>
              <a:t>KAYNAK: Kitap s. 218 2. adım (birebir) ve dilsiz Türkiye haritası.</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adımın örnek ürünü: dünya haritasındaki renk alanlarının dilsiz haritaya yaklaşık aktarımı ve ürünü değerlendirme ölçütleri.</a:t>
            </a:r>
          </a:p>
          <a:p/>
          <a:p>
            <a:r>
              <a:t>NASIL: Bu bir 'doğru cevap' değil, ölçütlü bir örnek üründür. Grupların haritalarını üç ölçütle kontrol edin: kriter doğru mu (iklim), dört bölge var mı ve kabaca doğru yerde mi, sınır gerekçeli mi? Renk alanları kesin çizgi değildir: dünya haritası çok küçük ölçeklidir, aktarım yaklaşıktır; kıyı ile iç kesim arasında geçiş vardır (s. 220: bazı bölge sınırlarında geçiş alanları bulunur). Dilsiz harita ürünü P2 beceri temelli kısa görevine girer.</a:t>
            </a:r>
          </a:p>
          <a:p/>
          <a:p>
            <a:r>
              <a:t>BEKLENEN CEVAP: Akdeniz iklimi: Ege ve Akdeniz kıyıları ile Güneydoğu'nun güneyi · karasal iklim: iç kesimler ve doğunun bir kısmı · sert karasal iklim: doğu (Van Gölü çevresi dâhil) · okyanusal iklim: Karadeniz kıyısı boyunca dar bir şerit. Sınırlar yaklaşıktır, geçişlidir.</a:t>
            </a:r>
          </a:p>
          <a:p/>
          <a:p>
            <a:r>
              <a:t>KAYNAK: Kitap s. 218: dünya haritasının Türkiye bölümündeki renk alanları, kitabın dilsiz Türkiye haritasına afin dönüşümle aktarıldı (iki haritanın kıyıları PDF vektöründen çakıştırıldı; medyan sapma yaklaşık 1,8 pt). Sınır çizilmedi; renkler yalnız Türkiye karasına boyandı. s. 220: 'bazı bölge sınırlarında -oluşturulan bölgelerde geçiş alanları bulunması nedeniyle- bu netlik yoktur'.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değerlendirme soruları: bölgelerin farklı kriterlere göre oluşturulmasının amacı ve coğrafya için önemi. 1. soru (bölge türü) bölge türlerinden sonra cevaplanır.</a:t>
            </a:r>
          </a:p>
          <a:p/>
          <a:p>
            <a:r>
              <a:t>NASIL: Gruplar iki soruyu yazar; sözcüler okur. 1. soruyu tahtanın köşesine yazın: 'Bölge türlerini öğrendikten sonra döneceğiz' (30-43).</a:t>
            </a:r>
          </a:p>
          <a:p/>
          <a:p>
            <a:r>
              <a:t>BEKLENEN CEVAP: 2) Her bölge bir amaca hizmet eder: iklim bölgeleri tarım ve yerleşmeyi anlamaya, nüfus bölgeleri hizmet planlamaya, hizmet bölgeleri yolların bakımına yarar. 3) Karmaşık yeryüzünü sadeleştirir; benzerlik ve farklılıkları görmeyi, yerleri karşılaştırmayı ve genelleme yapmayı sağlar — 'dünyayı daha iyi anlamak ve anlatmak için' (s. 219).</a:t>
            </a:r>
          </a:p>
          <a:p/>
          <a:p>
            <a:r>
              <a:t>KAYNAK: Kitap s. 218 (sorular birebir), s. 219 ilk paragraf. Amaç örnekleri: bilimsel; kitapta yok (hizmet bölgeleri s. 221 haritasındadır).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ve 3. soruların örnek cevabı.</a:t>
            </a:r>
          </a:p>
          <a:p/>
          <a:p>
            <a:r>
              <a:t>NASIL: Kitap cümlesini okutun (s. 219); öğrenci cevaplarında 'anlamak, karşılaştırmak, planlamak' fikirlerini arayın. Gerekçeli farklı cevaplar kabul.</a:t>
            </a:r>
          </a:p>
          <a:p/>
          <a:p>
            <a:r>
              <a:t>BEKLENEN CEVAP: 2) Her bölge bir amaca hizmet eder: iklim bölgeleri tarım ve yerleşmeyi anlamaya, nüfus bölgeleri hizmet planlamaya, hizmet bölgeleri yolların bakımına yarar. 3) Karmaşık yeryüzünü sadeleştirir; benzerlik ve farklılıkları görmeyi, yerleri karşılaştırmayı ve genelleme yapmayı sağlar — 'dünyayı daha iyi anlamak ve anlatmak için' (s. 219).</a:t>
            </a:r>
          </a:p>
          <a:p/>
          <a:p>
            <a:r>
              <a:t>KAYNAK: Kitap s. 218 (sorular birebir), s. 219 ilk paragraf. Amaç örnekleri: bilimsel; kitapta yok (hizmet bölgeleri s. 221 haritasındadır).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Esnek geçiş aşaması: kısa hareket ve grup setlerinin değişimi.</a:t>
            </a:r>
          </a:p>
          <a:p/>
          <a:p>
            <a:r>
              <a:t>SÜRE: Geçiş 2 dk (esnek; plan E).</a:t>
            </a:r>
          </a:p>
          <a:p/>
          <a:p>
            <a:r>
              <a:t>NASIL: Malzeme sorumluları dilsiz haritaları zarfa koyar, s. 220-221 üç haritanın renkli kopyalarını ve 'aynı il, üç harita' kartını alır. Diğerleri ayakta kısa esneme yapar; sıra düzeni değişmez.</a:t>
            </a:r>
          </a:p>
          <a:p/>
          <a:p>
            <a:r>
              <a:t>KAYNAK: Ders planı 34. hafta 6. aşama.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Bölgelerin ikiye ayrıldığını ve iki türün tanımını vermek.</a:t>
            </a:r>
          </a:p>
          <a:p/>
          <a:p>
            <a:r>
              <a:t>SÜRE: Şekilsel ve işlevsel bölge 12 dk: iki tür ve şekilsel bölge 2 dk · doğal-beşerî 2 dk · s. 218 1. soru 1 dk · YOKLAMA 2 1 dk · işlevsel bölge ve örnekleri 3 dk · eşleştirme oyunu 2 dk · YOKLAMA 3 1 dk.</a:t>
            </a:r>
          </a:p>
          <a:p/>
          <a:p>
            <a:r>
              <a:t>NASIL: Üstteki cümleyi okutun. İki kartı karşılaştırın: şekilsel bölge 'kendine has özellik' ile diğer alanlardan ayrılır; işlevsel bölge diğer bölgelerle 'etkileşim' gösterir. Renkler sunum boyunca aynıdır: yeşil doğal şekilsel, turuncu beşerî şekilsel, mavi işlevsel.</a:t>
            </a:r>
          </a:p>
          <a:p/>
          <a:p>
            <a:r>
              <a:t>BEKLENEN CEVAP: Şekilsel: doğal ve beşerî özellikleriyle diğer alanlardan ayrılan bölge · işlevsel (fonksiyonel): ekonomik ve kültürel yönden diğer bölgelerle etkileşim gösteren bölge.</a:t>
            </a:r>
          </a:p>
          <a:p/>
          <a:p>
            <a:r>
              <a:t>KAYNAK: Kitap s. 219 (cümleler birebir). EBA ünite sunusu (07_01, slayt 4) iki türü aynı tanımlarla verir.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Şekilsel bölgenin iki özelliğini (türdeşlik, merkezsizlik) kavratmak.</a:t>
            </a:r>
          </a:p>
          <a:p/>
          <a:p>
            <a:r>
              <a:t>NASIL: Üç kartı okutun. 'Türdeş' kelimesini açıklayın: kritere göre bölgenin her yeri aynı özelliktedir. Örnek: Akdeniz iklim bölgesinin her yerinde aynı iklim tipi vardır; bölgenin bir merkezi yoktur. Sağdaki örnek resim etkinlikteki ürününüzdür.</a:t>
            </a:r>
          </a:p>
          <a:p/>
          <a:p>
            <a:r>
              <a:t>BEKLENEN CEVAP: Şekilsel bölge kritere göre türdeştir; belirli bir merkezi yoktur; kriter doğal ya da beşerî olabilir.</a:t>
            </a:r>
          </a:p>
          <a:p/>
          <a:p>
            <a:r>
              <a:t>KAYNAK: Kitap s. 219 (cümleler birebir).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Şekilsel bölgenin iki alt türünü kriterleri ve kitap örnekleriyle ayırt etmek (SBAB7.10).</a:t>
            </a:r>
          </a:p>
          <a:p/>
          <a:p>
            <a:r>
              <a:t>NASIL: Önce iki kartın üst satırını (hangi unsurlar?) okutun; sonra örnekleri. 'Kızılırmak Nehri Havzası hangi kritere göre?' (su — hidrografik). Öğrenciler iki sütunu deftere yazar.</a:t>
            </a:r>
          </a:p>
          <a:p/>
          <a:p>
            <a:r>
              <a:t>BEKLENEN CEVAP: Doğal şekilsel: yer şekilleri, iklim, su (hidrografik), toprak, bitki ve afet bölgeleri · beşerî şekilsel: ham madde, üretim, sanayi, nüfus, yerleşme ve kültür ile siyasi, askerî, ekonomik iş birliği.</a:t>
            </a:r>
          </a:p>
          <a:p/>
          <a:p>
            <a:r>
              <a:t>KAYNAK: Kitap s. 219 (unsurlar ve örnekler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218 etkinliğinin ertelenen 1. sorusu: oluşturulan iklim bölgelerinin türü.</a:t>
            </a:r>
          </a:p>
          <a:p/>
          <a:p>
            <a:r>
              <a:t>NASIL: Gruplar mini tahtada türü yazar (20 sn); gerekçeyi sözcü söyler.</a:t>
            </a:r>
          </a:p>
          <a:p/>
          <a:p>
            <a:r>
              <a:t>BEKLENEN CEVAP: Doğal şekilsel bölge: kriter iklimdir (doğal unsur); bölgenin her yeri aynı iklim tipindedir, merkezi yoktur. Kitap 'Akdeniz iklim bölgesi'ni doğal şekilsel bölge örneği olarak verir.</a:t>
            </a:r>
          </a:p>
          <a:p/>
          <a:p>
            <a:r>
              <a:t>KAYNAK: Kitap s. 218 (soru birebir), s. 219 (doğal şekilsel bölge tanımı ve örnekleri).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cevabı ve gerekçesi.</a:t>
            </a:r>
          </a:p>
          <a:p/>
          <a:p>
            <a:r>
              <a:t>NASIL: Gerekçeyi kitap cümlesine bağlayın: iklim doğal bir unsurdur; kitap 'Akdeniz iklim bölgesi'ni doğal şekilsel bölge örneği olarak verir.</a:t>
            </a:r>
          </a:p>
          <a:p/>
          <a:p>
            <a:r>
              <a:t>BEKLENEN CEVAP: Doğal şekilsel bölge: kriter iklimdir (doğal unsur); bölgenin her yeri aynı iklim tipindedir, merkezi yoktur. Kitap 'Akdeniz iklim bölgesi'ni doğal şekilsel bölge örneği olarak verir.</a:t>
            </a:r>
          </a:p>
          <a:p/>
          <a:p>
            <a:r>
              <a:t>KAYNAK: Kitap s. 218 (soru birebir), s. 219 (doğal şekilsel bölge tanımı ve örnekleri).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tahtayla cevap gösterir; dağılıma bakıp cevap slaytına geçin. C ya da E'yi seçen çoksa işlevsel bölge slaytında bunlara döneceğimizi söyleyin.</a:t>
            </a:r>
          </a:p>
          <a:p/>
          <a:p>
            <a:r>
              <a:t>BEKLENEN CEVAP: B) Kritere göre bölge içindeki her yer aynı özelliğe sahiptir.</a:t>
            </a:r>
          </a:p>
          <a:p/>
          <a:p>
            <a:r>
              <a:t>KAYNAK: Kitap s. 219.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Şekilsel bölgelerin belirli bir merkezi yoktur. Kriter doğal ya da beşerî olabilir. Merkezden uzaklaştıkça azalan etkileşim ve gün içinde değişen sınır (tiraj alanı) işlevsel bölgenin özellikleridir.</a:t>
            </a:r>
          </a:p>
          <a:p/>
          <a:p>
            <a:r>
              <a:t>BEKLENEN CEVAP: B) Kritere göre bölge içindeki her yer aynı özelliğe sahiptir.</a:t>
            </a:r>
          </a:p>
          <a:p/>
          <a:p>
            <a:r>
              <a:t>KAYNAK: Kitap s. 219.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İşlevsel bölgenin yapısını göstermek: çekirdek ve çevre, aralarındaki hareket, uzaklaştıkça azalan etkileşim.</a:t>
            </a:r>
          </a:p>
          <a:p/>
          <a:p>
            <a:r>
              <a:t>NASIL: Şemayı merkezden dışa doğru okuyun: çekirdekte etkileşim yoğun, dışa doğru zayıflar; oklar çekirdek ile çevre arasındaki hareketi (insan, mal, hizmet) gösterir. 'Odak noktası okulumuz olsaydı çevresi neresi olurdu?' — öğrencilerin geldiği mahalleler (ad yazılmaz).</a:t>
            </a:r>
          </a:p>
          <a:p/>
          <a:p>
            <a:r>
              <a:t>BEKLENEN CEVAP: Çekirdek (merkez) ve onu çevreleyen, ona bağlı alan; aralarında hareket var; etkileşim odak noktasından uzaklaştıkça azalır. Odak bir şehir, havaalanı ya da alışveriş merkezi olabilir.</a:t>
            </a:r>
          </a:p>
          <a:p/>
          <a:p>
            <a:r>
              <a:t>KAYNAK: Kitap s. 219 (cümleler birebir; 2026-2027 baskısında 'merkezî' yazımı). Şema kitapta yok; metindeki çekirdek-çevre ilişkisinin çizimidir.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üç işlevsel bölge örneğini sınır özelliğiyle karşılaştırmak (KB2.7).</a:t>
            </a:r>
          </a:p>
          <a:p/>
          <a:p>
            <a:r>
              <a:t>NASIL: Üç kartı okutun; her birinde 'çekirdek ne, çevre ne?' diye sorun. Metropoliten alanın sınırı nettir (yönetim yetkisi); gazetenin tiraj alanı gün içinde bile değişir; limanın etki alanı uzaklaştıkça zayıflar. Sonuç: işlevsel bölgelerin hepsinin kesin sınırı yoktur.</a:t>
            </a:r>
          </a:p>
          <a:p/>
          <a:p>
            <a:r>
              <a:t>BEKLENEN CEVAP: Metropoliten alan: çekirdek şehir, sınır net · gazetenin tiraj alanı: çekirdek gazetenin fabrikası/şehir, sınır sabit değil, rakip gazetelerle çakışabilir · Rotterdam Limanı: çekirdek liman, etki alanı uzaklaştıkça zayıflar.</a:t>
            </a:r>
          </a:p>
          <a:p/>
          <a:p>
            <a:r>
              <a:t>KAYNAK: Kitap s. 219 (cümleler birebir; kısaltmalar '…' ile).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bölge türünün özetini deftere geçirmek (çalışma kâğıdı 3. maddenin hazırlığı).</a:t>
            </a:r>
          </a:p>
          <a:p/>
          <a:p>
            <a:r>
              <a:t>NASIL: Tabloyu satır satır okuyun; öğrenciler deftere geçirir (1 dk). Merkez, türdeşlik ve sınır satırları kitabın cümlelerinden kısaltılmıştır.</a:t>
            </a:r>
          </a:p>
          <a:p/>
          <a:p>
            <a:r>
              <a:t>BEKLENEN CEVAP: Şekilsel: merkez yok, kritere göre türdeş, sınır kritere göre (bazen geçişli) · işlevsel: çekirdek ve çevre, etkileşim merkezden uzaklaştıkça azalır, sınır bazen net bazen değişken.</a:t>
            </a:r>
          </a:p>
          <a:p/>
          <a:p>
            <a:r>
              <a:t>KAYNAK: Kitap s. 219 (özet; tablo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'benzer özellikteki yerleri şekilsel ve işlevsel bölge kapsamında listeleme' uygulaması (E2.5 oyunseverlik): kitabın dokuz örneğini türüne göre ayırmak.</a:t>
            </a:r>
          </a:p>
          <a:p/>
          <a:p>
            <a:r>
              <a:t>NASIL: Öğretmen örneği sırayla okur; gruplar 10 saniyede mini tahtada DŞ, BŞ ya da İ gösterir; doğru gösteren grup puan alır. Yalnız grup kartı kaldırılır, ayağa kalkılmaz.</a:t>
            </a:r>
          </a:p>
          <a:p/>
          <a:p>
            <a:r>
              <a:t>BEKLENEN CEVAP: DŞ: Orta Toroslar dağlık bölgesi, Kızılırmak Nehri Havzası, bozkır bitki örtüsü bölgesi · BŞ: Türk kültür bölgesi, Türkiye'nin pamuk üretim bölgeleri, Türkiye'nin dağınık kırsal yerleşme bölgeleri · İ: metropoliten alan, gazetenin tiraj alanı, Rotterdam Limanı'nın taşımacılık bölgesi.</a:t>
            </a:r>
          </a:p>
          <a:p/>
          <a:p>
            <a:r>
              <a:t>KAYNAK: Kitap s. 219 (örnekler ve türleri kitabın sınıflandırmasıdır). Program COĞ.9.7.1: Benzer özelliklere sahip yerler, şekilsel ve işlevsel bölge kapsamında listelenir (SBAB7.6, SBAB7.10, E3.4).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Eşleştirmenin cevabı.</a:t>
            </a:r>
          </a:p>
          <a:p/>
          <a:p>
            <a:r>
              <a:t>NASIL: Takılan örnekte gerekçeyi sorun: 'Kriter ne? Doğal mı, beşerî mi? Bir merkezi var mı?'</a:t>
            </a:r>
          </a:p>
          <a:p/>
          <a:p>
            <a:r>
              <a:t>BEKLENEN CEVAP: DŞ: Orta Toroslar dağlık bölgesi, Kızılırmak Nehri Havzası, bozkır bitki örtüsü bölgesi · BŞ: Türk kültür bölgesi, Türkiye'nin pamuk üretim bölgeleri, Türkiye'nin dağınık kırsal yerleşme bölgeleri · İ: metropoliten alan, gazetenin tiraj alanı, Rotterdam Limanı'nın taşımacılık bölgesi.</a:t>
            </a:r>
          </a:p>
          <a:p/>
          <a:p>
            <a:r>
              <a:t>KAYNAK: Kitap s. 219 (örnekler ve türleri kitabın sınıflandırmasıdır). Program COĞ.9.7.1: Benzer özelliklere sahip yerler, şekilsel ve işlevsel bölge kapsamında listelenir (SBAB7.6, SBAB7.10, E3.4).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tahtayla cevap gösterir; dağılıma bakıp cevap slaytına geçin. </a:t>
            </a:r>
          </a:p>
          <a:p/>
          <a:p>
            <a:r>
              <a:t>BEKLENEN CEVAP: C) Rotterdam Limanı’nın taşımacılık bölgesi</a:t>
            </a:r>
          </a:p>
          <a:p/>
          <a:p>
            <a:r>
              <a:t>KAYNAK: Kitap s. 219.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Rotterdam Limanı bir çekirdektir; uzaklaştıkça limanın etki alanı zayıflar (s. 219). Diğerleri şekilsel bölgedir: A, B, E doğal şekilsel; D beşerî şekilsel.</a:t>
            </a:r>
          </a:p>
          <a:p/>
          <a:p>
            <a:r>
              <a:t>BEKLENEN CEVAP: C) Rotterdam Limanı’nın taşımacılık bölgesi</a:t>
            </a:r>
          </a:p>
          <a:p/>
          <a:p>
            <a:r>
              <a:t>KAYNAK: Kitap s. 219.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7.1.2'nin iki fikrini vermek: sınır kritere göre belirlenir; bazı sınırlar net, bazıları geçişlidir.</a:t>
            </a:r>
          </a:p>
          <a:p/>
          <a:p>
            <a:r>
              <a:t>SÜRE: Kritere göre bölgeler 14 dk: metin 2 dk · künye ve üç harita 3 dk · 'aynı il, üç harita' 5 dk · değerlendirme 1-2 3 dk · dolaşım turu süre boyunca.</a:t>
            </a:r>
          </a:p>
          <a:p/>
          <a:p>
            <a:r>
              <a:t>NASIL: Üstteki cümleyi okutun. Muson-step örneğinde s. 218 dünya haritasına dönün: hangi renk daha çok yer kaplıyor? Alttaki iki kart net ve geçişli sınırı karşılaştırır.</a:t>
            </a:r>
          </a:p>
          <a:p/>
          <a:p>
            <a:r>
              <a:t>BEKLENEN CEVAP: Haritaya göre karasal (step) iklimin alanı muson ikliminden daha geniştir; bitki örtüsü sınırı geçişlidir (ormandan bozkıra yavaş yavaş geçilir), deniz turizmi alanının sınırı daha kolay belirlenir.</a:t>
            </a:r>
          </a:p>
          <a:p/>
          <a:p>
            <a:r>
              <a:t>KAYNAK: Kitap s. 220 (cümleler birebir). Kitaptaki 'step iklimi', s. 218 lejantında 'Karasal iklim'dir (3. ünite s. 118: ılıman karasal (step) iklim). EBA ünite sunusu (07_01, slayt 5) net ve geçişli sınır paragrafını aynen verir.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'Kritere Göre Bölgeler' etkinliğini başlatmak: üç Türkiye haritasında örüntü listeleme (b) ve karşılaştırma (c).</a:t>
            </a:r>
          </a:p>
          <a:p/>
          <a:p>
            <a:r>
              <a:t>NASIL: Künyeyi okuyun. Harita okuyucu üç lejantı okur, yazıcı karşılaştırma kartını doldurur, sözcü gerekçeli cevabı hazırlar. İkinci dolaşım turunda sorun: 'Hangi haritanın sınırı il sınırlarını izliyor?' Rozet etkinliğin grup süresidir (aşamanın 2 dakikası metindedir).</a:t>
            </a:r>
          </a:p>
          <a:p/>
          <a:p>
            <a:r>
              <a:t>KAYNAK: Kitap s. 220 ETKİNLİK künyesi (birebir), s. 221 değerlendirme.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haritayı lejantıyla okumak: kriter doğal bitki örtüsü.</a:t>
            </a:r>
          </a:p>
          <a:p/>
          <a:p>
            <a:r>
              <a:t>NASIL: Lejant izleyen slayttadır (12 kutu: orman toplulukları, bozkırlar, çayırlar, yoğun tarım alanları). Haritada il sınırı çizilmemiştir; renk alanları birbirine karışarak geçer. İstanbul'u Boğaz'dan bulun.</a:t>
            </a:r>
          </a:p>
          <a:p/>
          <a:p>
            <a:r>
              <a:t>BEKLENEN CEVAP: Kriter: doğal bitki örtüsü (bitki toplulukları). Sınırlar il sınırlarını izlemez, geçişlidir. İstanbul (Boğaz çevresi): kuzeyde koyu yeşil 'Türkiye'nin kuzeyindeki kayın, gürgen, kestane, meşe ormanları', Marmara kıyısında turuncu 'Akdeniz kızılçam, meşe ve çalıları (maki, garig)' şeridi.</a:t>
            </a:r>
          </a:p>
          <a:p/>
          <a:p>
            <a:r>
              <a:t>KAYNAK: Kitap s. 220 haritası ve lejantı (görüntüden okundu; harita rasterdir).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haritanın lejantını büyük okumak; İstanbul'un (Boğaz çevresi) bitki topluluklarını bulmak.</a:t>
            </a:r>
          </a:p>
          <a:p/>
          <a:p>
            <a:r>
              <a:t>NASIL: Lejantı sütun sütun okutun: ilk iki sütun orman toplulukları; üçüncü sütun maki, bozkır ve antropojen step; dördüncü sütun dağ bozkırları, çayırlar ve yoğun tarım alanları. Sağdaki büyütmede Boğaz'ı gösterin; harita okuyucular renkleri lejantla eşler. Cevap 'aynı il, üç harita' kartının cevabındadır (44-53).</a:t>
            </a:r>
          </a:p>
          <a:p/>
          <a:p>
            <a:r>
              <a:t>BEKLENEN CEVAP: Haritaya göre Boğaz çevresinde kuzeyde (Karadeniz kıyısı) koyu yeşil: 'Türkiye'nin kuzeyindeki kayın, gürgen, kestane, meşe ormanları'; Marmara kıyısında turuncu şerit: 'Akdeniz kızılçam, meşe ve çalıları (maki, garig)'.</a:t>
            </a:r>
          </a:p>
          <a:p/>
          <a:p>
            <a:r>
              <a:t>KAYNAK: Kitap s. 220 harita ve lejant (görüntüden; harita rasterdir, il sınırı yoktur).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haritayı lejantıyla okumak: kriter nüfus yoğunluğu (2024).</a:t>
            </a:r>
          </a:p>
          <a:p/>
          <a:p>
            <a:r>
              <a:t>NASIL: Lejantta beş sınıf vardır: 11-41, 42-59, 60-99, 100-553, 553+. Lejantta birim 'km²/kişi' yazılmıştır; nüfus yoğunluğu bir kilometrekareye düşen kişi sayısıdır, doğru birim kişi/km²'dir — öğrencilere söyleyin. Renk her il için tektir: sınırlar il sınırlarıdır.</a:t>
            </a:r>
          </a:p>
          <a:p/>
          <a:p>
            <a:r>
              <a:t>BEKLENEN CEVAP: Kriter: nüfus yoğunluğu (2024). Sınırlar il sınırlarını izler. Haritaya göre İstanbul '553+' sınıfındadır (en koyu renk; Kocaeli de aynı sınıfta).</a:t>
            </a:r>
          </a:p>
          <a:p/>
          <a:p>
            <a:r>
              <a:t>KAYNAK: Kitap s. 221 haritası (2026-2027 baskısında başlık '(2024)'); İstanbul'un dolgu rengi lejantın '553+' kutusuyla aynıdır (PDF vektörü — _harita_kilidi).</a:t>
            </a:r>
          </a:p>
          <a:p/>
          <a:p>
            <a:r>
              <a:t>NOT: Kitapta birim yazım hatası: lejantta 'km²/kişi' — doğrusu kişi/km² (görsel kitaptan kırpıldığı için düzeltilemez).</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haritayı okumak: Karayolları Genel Müdürlüğünün hizmet bölgeleri — merkez ve ona bağlı iller.</a:t>
            </a:r>
          </a:p>
          <a:p/>
          <a:p>
            <a:r>
              <a:t>NASIL: Her bölgenin adı bir merkez ilin adıdır (1. Bölge İSTANBUL, 4. Bölge ANKARA …). 'Bu harita şekilsel mi, işlevsel mi?' sorusunu açık bırakın; 'aynı il' kartında cevaplanacak.</a:t>
            </a:r>
          </a:p>
          <a:p/>
          <a:p>
            <a:r>
              <a:t>BEKLENEN CEVAP: Kriter: karayolu hizmeti (bir merkeze bağlı iller). Her bölgenin merkezi vardır. Sınırlar il sınırlarını izler. İstanbul: 1. Bölge İSTANBUL (Edirne, Kırklareli, Tekirdağ, İstanbul, Kocaeli, Sakarya).</a:t>
            </a:r>
          </a:p>
          <a:p/>
          <a:p>
            <a:r>
              <a:t>KAYNAK: Kitap s. 221 haritası (görüntüden). Haritada 17 bölge etiketi vardır (1-18; '17. Bölge' etiketi haritada yok) — öğrenci sorarsa sayıyı haritadan sayın, numara atlanmıştır.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bileşenleri b ve c: aynı alanın üç haritada hangi bölge sınırları içinde olduğunu listelemek (örüntü) ve sınırları karşılaştırmak.</a:t>
            </a:r>
          </a:p>
          <a:p/>
          <a:p>
            <a:r>
              <a:t>NASIL: Yazıcı kartı doldurur: her harita için kriter, bölge türü, İstanbul'un bölgesi ve sınırın niteliği (4 dk). Harita okuyucu lejantı gösterir; kontrolcü kitabın s. 219 tanımlarıyla türü denetler.</a:t>
            </a:r>
          </a:p>
          <a:p/>
          <a:p>
            <a:r>
              <a:t>BEKLENEN CEVAP: Bitki toplulukları: doğal bitki örtüsü (fiziki) → Doğal şekilsel; İstanbul: Kuzeyde kayın, gürgen, kestane, meşe ormanları; Marmara kıyısında kızılçam ve maki; İl sınırını izlemez, geçişli · Nüfus yoğunluğu (2024): nüfus yoğunluğu (beşerî) → Beşerî şekilsel; İstanbul: 553+ (en yoğun sınıf); İl sınırlarını izler · Karayolları hizmet bölgeleri: karayolu hizmeti: merkez ve bağlı iller → İşlevsel; İstanbul: 1. Bölge İSTANBUL (merkez); İl sınırlarını izler, net</a:t>
            </a:r>
          </a:p>
          <a:p/>
          <a:p>
            <a:r>
              <a:t>KAYNAK: Kitap s. 220-221 haritaları (okumalar haritadan; nüfus sınıfı vektörle doğrulandı), s. 219 (bölge türleri). EBA tema sonu e-ölçme (07_06): hizmet bölgeleri işlevsel bölge örneği.</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'Aynı il, üç harita' kartının cevabı.</a:t>
            </a:r>
          </a:p>
          <a:p/>
          <a:p>
            <a:r>
              <a:t>NASIL: Satır satır okuyun; renkleri büyütülmüş görsellerde gösterin. Karşılaştırma: üç sınır çakışmaz; nüfus ve hizmet haritası il sınırlarını izler, bitki haritası izlemez. Sonuç: kriter değişince sınır da değişir. Hizmet bölgelerinin işlevsel sayılması: bir merkez ve ona bağlı çevre (s. 219); kitabın karekodundaki tema sonu e-ölçme de hizmet bölgelerini işlevsel bölge örneği verir.</a:t>
            </a:r>
          </a:p>
          <a:p/>
          <a:p>
            <a:r>
              <a:t>BEKLENEN CEVAP: Bitki toplulukları: doğal bitki örtüsü (fiziki) → Doğal şekilsel; İstanbul: Kuzeyde kayın, gürgen, kestane, meşe ormanları; Marmara kıyısında kızılçam ve maki; İl sınırını izlemez, geçişli · Nüfus yoğunluğu (2024): nüfus yoğunluğu (beşerî) → Beşerî şekilsel; İstanbul: 553+ (en yoğun sınıf); İl sınırlarını izler · Karayolları hizmet bölgeleri: karayolu hizmeti: merkez ve bağlı iller → İşlevsel; İstanbul: 1. Bölge İSTANBUL (merkez); İl sınırlarını izler, net</a:t>
            </a:r>
          </a:p>
          <a:p/>
          <a:p>
            <a:r>
              <a:t>KAYNAK: Kitap s. 220-221 haritaları (okumalar haritadan; nüfus sınıfı vektörle doğrulandı), s. 219 (bölge türleri). EBA tema sonu e-ölçme (07_06): hizmet bölgeleri işlevsel bölge örneği.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iki değerlendirme sorusu: haritaların kriterleri ve aynı alanın farklı bölgelerde yer almasının gerekçeleri (çıkarım).</a:t>
            </a:r>
          </a:p>
          <a:p/>
          <a:p>
            <a:r>
              <a:t>NASIL: Gruplar iki soruyu yazar; iki sözcü okur.</a:t>
            </a:r>
          </a:p>
          <a:p/>
          <a:p>
            <a:r>
              <a:t>BEKLENEN CEVAP: 1) Bitki toplulukları haritası: doğal bitki örtüsü (fiziki) · nüfus yoğunluğu haritası: nüfus yoğunluğu (beşerî) · hizmet bölgeleri haritası: karayolu hizmeti, bir merkeze bağlı iller (işlevsel). 2) Her harita farklı bir kriterle ve farklı bir amaçla hazırlanır; sınır esas alınan kritere göre belirlendiğinden aynı alan (İstanbul) her haritada başka bir bölgenin içindedir.</a:t>
            </a:r>
          </a:p>
          <a:p/>
          <a:p>
            <a:r>
              <a:t>KAYNAK: Kitap s. 221 (sorular birebir), s. 220 ilk cümle (birebir).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sorunun örnek cevabı.</a:t>
            </a:r>
          </a:p>
          <a:p/>
          <a:p>
            <a:r>
              <a:t>NASIL: Kitabın s. 220 cümlesini okutun: sınır esas alınan kritere göre belirlenir. Öğrenci cevaplarında 'kriter farklı, amaç farklı' fikrini arayın.</a:t>
            </a:r>
          </a:p>
          <a:p/>
          <a:p>
            <a:r>
              <a:t>BEKLENEN CEVAP: 1) Bitki toplulukları haritası: doğal bitki örtüsü (fiziki) · nüfus yoğunluğu haritası: nüfus yoğunluğu (beşerî) · hizmet bölgeleri haritası: karayolu hizmeti, bir merkeze bağlı iller (işlevsel). 2) Her harita farklı bir kriterle ve farklı bir amaçla hazırlanır; sınır esas alınan kritere göre belirlendiğinden aynı alan (İstanbul) her haritada başka bir bölgenin içindedir.</a:t>
            </a:r>
          </a:p>
          <a:p/>
          <a:p>
            <a:r>
              <a:t>KAYNAK: Kitap s. 221 (sorular birebir), s. 220 ilk cümle (birebir).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örüntü listelerinden ortak tabloyu kurmak: kriter, bölge türü ve sınırın niteliği (net/geçişli).</a:t>
            </a:r>
          </a:p>
          <a:p/>
          <a:p>
            <a:r>
              <a:t>SÜRE: Paylaşım ve ölçek 6 dk: üç sözcü 2 dk · tablo 1 dk · ölçek 1,5 dk · YOKLAMA 4 1,5 dk.</a:t>
            </a:r>
          </a:p>
          <a:p/>
          <a:p>
            <a:r>
              <a:t>NASIL: İsim kartıyla üç grup sözcüsü (40'ar sn) örüntü listesini okur; tabloyu tahtada sınıfla tamamlayın, öğrenciler deftere geçirir.</a:t>
            </a:r>
          </a:p>
          <a:p/>
          <a:p>
            <a:r>
              <a:t>BEKLENEN CEVAP: İklim (s. 218) → Doğal şekilsel → Geçişli · Doğal bitki örtüsü (s. 220) → Doğal şekilsel → Geçişli; il sınırını izlemez · Nüfus yoğunluğu (s. 221) → Beşerî şekilsel → İl sınırlarını izler · Karayolu hizmeti (s. 221) → İşlevsel → Net; il sınırlarını izler</a:t>
            </a:r>
          </a:p>
          <a:p/>
          <a:p>
            <a:r>
              <a:t>KAYNAK: Kitap s. 218-221 (haritalar), s. 219 (türler), s. 220 (net ve geçişli sınır).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Tablonun cevabı.</a:t>
            </a:r>
          </a:p>
          <a:p/>
          <a:p>
            <a:r>
              <a:t>NASIL: Tahtadaki tabloyla karşılaştırın. Örüntü: doğal kriterlerde sınır geçişli, il sınırına bağlı veriyle (nüfus) ve hizmet bölgelerinde il sınırlarını izler.</a:t>
            </a:r>
          </a:p>
          <a:p/>
          <a:p>
            <a:r>
              <a:t>BEKLENEN CEVAP: İklim (s. 218) → Doğal şekilsel → Geçişli · Doğal bitki örtüsü (s. 220) → Doğal şekilsel → Geçişli; il sınırını izlemez · Nüfus yoğunluğu (s. 221) → Beşerî şekilsel → İl sınırlarını izler · Karayolu hizmeti (s. 221) → İşlevsel → Net; il sınırlarını izler</a:t>
            </a:r>
          </a:p>
          <a:p/>
          <a:p>
            <a:r>
              <a:t>KAYNAK: Kitap s. 218-221 (haritalar), s. 219 (türler), s. 220 (net ve geçişli sınır).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'dijital veya basılı haritalar üzerinde çeşitli ölçeklerde uygulama' önerisi: aynı kriterin (iklim) dünya ve Türkiye ölçeğinde görünümü (OB2, SBAB7.8, SBAB10.3).</a:t>
            </a:r>
          </a:p>
          <a:p/>
          <a:p>
            <a:r>
              <a:t>NASIL: Etkileşimli tahtada sol görselden sağdakine yakınlaştırın (aynı harita, s. 218). 'Ne değişti?' diye sorun. Okulun dijital harita uygulaması hazırsa aynı yakınlaştırmayı il ölçeğine kadar sürdürün (dış veri sayı olarak verilmez). Sonra iki cümleyi söyletin.</a:t>
            </a:r>
          </a:p>
          <a:p/>
          <a:p>
            <a:r>
              <a:t>BEKLENEN CEVAP: Ölçek büyüyünce (yakınlaşınca) ayrıntı artar: Karadeniz kıyısındaki dar şerit ve iç kesimlerdeki geçişler görünür; kriter aynı kalır. Kriter değişince ise sınır değişir (bitki, nüfus, hizmet haritaları).</a:t>
            </a:r>
          </a:p>
          <a:p/>
          <a:p>
            <a:r>
              <a:t>KAYNAK: Kitap s. 218 haritası (aynı haritanın iki görünümü). Program COĞ.9.7.1: Dijital veya basılı haritalar üzerinde çeşitli ölçeklerdeki şekilsel ve işlevsel bölgelere yönelik uygulama yaptırılır. Uygulamada kriter değiştikçe bölge sınırının da değişeceği, Türkiye ve dünyadan bölge örnekleri ile keşfettirilir (E2.5, OB2, SBAB7.8, SBAB10.3).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tahtayla cevap gösterir; dağılıma bakıp cevap slaytına geçin. </a:t>
            </a:r>
          </a:p>
          <a:p/>
          <a:p>
            <a:r>
              <a:t>BEKLENEN CEVAP: B) Nüfus yoğunluğu haritasında İstanbul en yoğun sınıftadır (553+).</a:t>
            </a:r>
          </a:p>
          <a:p/>
          <a:p>
            <a:r>
              <a:t>KAYNAK: Kitap s. 220-221 haritaları (İstanbul'un nüfus sınıfı PDF vektöründen doğrulandı).</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İstanbul'un rengi lejantın '553+' sınıfıdır. Üç harita farklı kriterlerle hazırlanmıştır, bu yüzden İstanbul farklı bölgelerdedir; bitki haritasında il sınırı yoktur; 1. Bölge'nin merkezi İstanbul'dur.</a:t>
            </a:r>
          </a:p>
          <a:p/>
          <a:p>
            <a:r>
              <a:t>BEKLENEN CEVAP: B) Nüfus yoğunluğu haritasında İstanbul en yoğun sınıftadır (553+).</a:t>
            </a:r>
          </a:p>
          <a:p/>
          <a:p>
            <a:r>
              <a:t>KAYNAK: Kitap s. 220-221 haritaları (İstanbul'un nüfus sınıfı PDF vektöründen doğrulandı).</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SÜRE: Toparlama 6 dk: çıkış kartı 3 dk · performans görevi ön bilgilendirmesi 2 dk · ev 1 dk.</a:t>
            </a:r>
          </a:p>
          <a:p/>
          <a:p>
            <a:r>
              <a:t>NASIL: Öğrenciler kâğıda yazar (3 dk); yazıcılar kartları toplar. Kartlar P2 katılım gözlemine işlenir.</a:t>
            </a:r>
          </a:p>
          <a:p/>
          <a:p>
            <a:r>
              <a:t>BEKLENEN CEVAP: 1) fiziki: yer şekilleri, iklim, bitki örtüsü; beşerî: nüfus, yerleşme, sanayi, tarım, turizm (ikişer örnek yeterli). · 2) doğal şekilsel / işlevsel; şekilsel bölge kritere göre türdeştir ve merkezi yoktur, işlevsel bölge bir çekirdek ile ona bağlı çevreden oluşur. · 3) bölge sınırı kullanılan kritere göre belirlenir; kriter değişince sınır da değişir.</a:t>
            </a:r>
          </a:p>
          <a:p/>
          <a:p>
            <a:r>
              <a:t>KAYNAK: Ders planı 34. hafta ölçme bölümü; kitap s. 217, 219, 220.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Performans görevini duyurmak; harita türlerini kur'ayla paylaştırmak; 1-2. adımı hafta içine vermek.</a:t>
            </a:r>
          </a:p>
          <a:p/>
          <a:p>
            <a:r>
              <a:t>NASIL: Görev 35. haftada sınıfta grup çalışmasıdır (s. 225, yedi adım). Malzeme sorumlusu kur'a kartından harita türünü çeker; grup haftaya kadar atlasta kriterini ve haritalarını seçer (1-2. adım; telefon gerekmez, okul kütüphanesi ve laboratuvarı kullanılabilir). Analitik dereceli puanlama anahtarı, öz ve grup değerlendirme formları kitabın karekodundadır; çıktıları öğretmen getirir (SDB2.2, KB3.1).</a:t>
            </a:r>
          </a:p>
          <a:p/>
          <a:p>
            <a:r>
              <a:t>BEKLENEN CEVAP: Kur'a sonucu tahtaya ve deftere yazılır.</a:t>
            </a:r>
          </a:p>
          <a:p/>
          <a:p>
            <a:r>
              <a:t>KAYNAK: Kitap s. 225 PERFORMANS GÖREVİ (görev cümlesi ve 1-2. adım birebir). Harita türleri programdan: farklı haritalar (fiziki, siyasi, nüfus, ekonomi vb.) ve ders planı. Ölçütler ve puanlar: EBA 07_03 Performans Görevi Analitik Dereceli Puanlama Anahtarı (toplam 100; 75 ve üzeri yeterli).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ve gelecek haftanın hazırlığını duyurmak.</a:t>
            </a:r>
          </a:p>
          <a:p/>
          <a:p>
            <a:r>
              <a:t>NASIL: Tahtaya da yazın. Anlam çözümleme tablosunun cevabı 35. haftada sınıfta kontrol edilir; çalışma kâğıdı cevap anahtarıyla kontrol edilir. Araştırma görevi programın zenginleştirme önerisidir (kaynak: okul kütüphanesi, EBA).</a:t>
            </a:r>
          </a:p>
          <a:p/>
          <a:p>
            <a:r>
              <a:t>KAYNAK: Ders planı 34. hafta ev çalışması (COG9-CK-U7 Bölüm 1, 1-6); kitap s. 222, 225. Program, Zenginleştirme: Birinci Coğrafya Kongresi (1941) ile Türkiye'nin coğrafi bölgelere ayrılmasının gerekçeleri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6.jpg"/><Relationship Id="rId4" Type="http://schemas.openxmlformats.org/officeDocument/2006/relationships/image" Target="../media/image1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5.jpg"/><Relationship Id="rId4" Type="http://schemas.openxmlformats.org/officeDocument/2006/relationships/image" Target="../media/image19.jpg"/><Relationship Id="rId5" Type="http://schemas.openxmlformats.org/officeDocument/2006/relationships/image" Target="../media/image2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5.jpg"/><Relationship Id="rId4" Type="http://schemas.openxmlformats.org/officeDocument/2006/relationships/image" Target="../media/image19.jpg"/><Relationship Id="rId5" Type="http://schemas.openxmlformats.org/officeDocument/2006/relationships/image" Target="../media/image2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8.jpg"/><Relationship Id="rId4" Type="http://schemas.openxmlformats.org/officeDocument/2006/relationships/image" Target="../media/image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214-215.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7.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4150" b="1" i="0">
                <a:solidFill>
                  <a:srgbClr val="FFFFFF"/>
                </a:solidFill>
                <a:latin typeface="Calibri"/>
              </a:rPr>
              <a:t>BÖLGELER, ÜLKELER VE KÜRESEL BAĞLANTILAR</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7.1. Bölge ve Bölge Sınırı · 34-36.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214-215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7. ÜNİTE</a:t>
            </a:r>
          </a:p>
        </p:txBody>
      </p:sp>
      <p:sp>
        <p:nvSpPr>
          <p:cNvPr id="6" name="Rounded Rectangle 5"/>
          <p:cNvSpPr/>
          <p:nvPr/>
        </p:nvSpPr>
        <p:spPr>
          <a:xfrm>
            <a:off x="502920" y="1280160"/>
            <a:ext cx="3576218" cy="3593592"/>
          </a:xfrm>
          <a:prstGeom prst="roundRect">
            <a:avLst>
              <a:gd name="adj" fmla="val 4000"/>
            </a:avLst>
          </a:prstGeom>
          <a:solidFill>
            <a:srgbClr val="F0F0F0"/>
          </a:solidFill>
          <a:ln>
            <a:noFill/>
          </a:ln>
          <a:effectLst/>
        </p:spPr>
        <p:txBody>
          <a:bodyPr rtlCol="0" anchor="ctr"/>
          <a:lstStyle/>
          <a:p/>
        </p:txBody>
      </p:sp>
      <p:sp>
        <p:nvSpPr>
          <p:cNvPr id="7" name="Rounded Rectangle 6"/>
          <p:cNvSpPr/>
          <p:nvPr/>
        </p:nvSpPr>
        <p:spPr>
          <a:xfrm>
            <a:off x="502920" y="1280160"/>
            <a:ext cx="3576218" cy="530352"/>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34. hafta · s. 216-221</a:t>
            </a:r>
          </a:p>
        </p:txBody>
      </p:sp>
      <p:sp>
        <p:nvSpPr>
          <p:cNvPr id="8" name="TextBox 7"/>
          <p:cNvSpPr txBox="1"/>
          <p:nvPr/>
        </p:nvSpPr>
        <p:spPr>
          <a:xfrm>
            <a:off x="667512" y="1901952"/>
            <a:ext cx="3247034" cy="960120"/>
          </a:xfrm>
          <a:prstGeom prst="rect">
            <a:avLst/>
          </a:prstGeom>
          <a:noFill/>
        </p:spPr>
        <p:txBody>
          <a:bodyPr wrap="square" anchor="ctr" lIns="73152" rIns="73152" tIns="36576" bIns="36576">
            <a:noAutofit/>
          </a:bodyPr>
          <a:lstStyle/>
          <a:p>
            <a:pPr algn="l">
              <a:spcBef>
                <a:spcPts val="0"/>
              </a:spcBef>
              <a:spcAft>
                <a:spcPts val="0"/>
              </a:spcAft>
            </a:pPr>
            <a:r>
              <a:rPr lang="tr-TR" sz="2250" b="1" i="0">
                <a:solidFill>
                  <a:srgbClr val="2A5D8F"/>
                </a:solidFill>
                <a:latin typeface="Calibri"/>
              </a:rPr>
              <a:t>7.1.1. Bölge Belirleme Kriterleri ve Bölge Türleri</a:t>
            </a:r>
          </a:p>
        </p:txBody>
      </p:sp>
      <p:sp>
        <p:nvSpPr>
          <p:cNvPr id="9" name="TextBox 8"/>
          <p:cNvSpPr txBox="1"/>
          <p:nvPr/>
        </p:nvSpPr>
        <p:spPr>
          <a:xfrm>
            <a:off x="667512" y="2926080"/>
            <a:ext cx="3247034" cy="45720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D3373A"/>
                </a:solidFill>
                <a:latin typeface="Calibri"/>
              </a:rPr>
              <a:t>COĞ.9.7.1 · a) b) c)</a:t>
            </a:r>
          </a:p>
        </p:txBody>
      </p:sp>
      <p:sp>
        <p:nvSpPr>
          <p:cNvPr id="10" name="TextBox 9"/>
          <p:cNvSpPr txBox="1"/>
          <p:nvPr/>
        </p:nvSpPr>
        <p:spPr>
          <a:xfrm>
            <a:off x="667512" y="3429000"/>
            <a:ext cx="3247034" cy="1353312"/>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767676"/>
                </a:solidFill>
                <a:latin typeface="Calibri"/>
              </a:rPr>
              <a:t>Bölge belirleme kriterleri · şekilsel ve işlevsel bölge · Kriterlere Göre Bölge Sınırları</a:t>
            </a:r>
          </a:p>
        </p:txBody>
      </p:sp>
      <p:sp>
        <p:nvSpPr>
          <p:cNvPr id="11" name="Rounded Rectangle 10"/>
          <p:cNvSpPr/>
          <p:nvPr/>
        </p:nvSpPr>
        <p:spPr>
          <a:xfrm>
            <a:off x="4307738" y="1280160"/>
            <a:ext cx="3576218" cy="3593592"/>
          </a:xfrm>
          <a:prstGeom prst="roundRect">
            <a:avLst>
              <a:gd name="adj" fmla="val 4000"/>
            </a:avLst>
          </a:prstGeom>
          <a:solidFill>
            <a:srgbClr val="F0F0F0"/>
          </a:solidFill>
          <a:ln>
            <a:noFill/>
          </a:ln>
          <a:effectLst/>
        </p:spPr>
        <p:txBody>
          <a:bodyPr rtlCol="0" anchor="ctr"/>
          <a:lstStyle/>
          <a:p/>
        </p:txBody>
      </p:sp>
      <p:sp>
        <p:nvSpPr>
          <p:cNvPr id="12" name="Rounded Rectangle 11"/>
          <p:cNvSpPr/>
          <p:nvPr/>
        </p:nvSpPr>
        <p:spPr>
          <a:xfrm>
            <a:off x="4307738" y="1280160"/>
            <a:ext cx="3576218" cy="530352"/>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35. hafta · s. 222-227</a:t>
            </a:r>
          </a:p>
        </p:txBody>
      </p:sp>
      <p:sp>
        <p:nvSpPr>
          <p:cNvPr id="13" name="TextBox 12"/>
          <p:cNvSpPr txBox="1"/>
          <p:nvPr/>
        </p:nvSpPr>
        <p:spPr>
          <a:xfrm>
            <a:off x="4472330" y="1901952"/>
            <a:ext cx="3247034" cy="96012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A5D8F"/>
                </a:solidFill>
                <a:latin typeface="Calibri"/>
              </a:rPr>
              <a:t>7.1.3. Bölge Sınırlarında Değişim</a:t>
            </a:r>
          </a:p>
        </p:txBody>
      </p:sp>
      <p:sp>
        <p:nvSpPr>
          <p:cNvPr id="14" name="TextBox 13"/>
          <p:cNvSpPr txBox="1"/>
          <p:nvPr/>
        </p:nvSpPr>
        <p:spPr>
          <a:xfrm>
            <a:off x="4472330" y="2926080"/>
            <a:ext cx="3247034" cy="45720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D3373A"/>
                </a:solidFill>
                <a:latin typeface="Calibri"/>
              </a:rPr>
              <a:t>COĞ.9.7.1 · ç) d)</a:t>
            </a:r>
          </a:p>
        </p:txBody>
      </p:sp>
      <p:sp>
        <p:nvSpPr>
          <p:cNvPr id="15" name="TextBox 14"/>
          <p:cNvSpPr txBox="1"/>
          <p:nvPr/>
        </p:nvSpPr>
        <p:spPr>
          <a:xfrm>
            <a:off x="4472330" y="3429000"/>
            <a:ext cx="3247034" cy="1353312"/>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767676"/>
                </a:solidFill>
                <a:latin typeface="Calibri"/>
              </a:rPr>
              <a:t>Anlam çözümleme tablosu · Avrupa Birliği örneği · performans görevi: bölge oluşturma</a:t>
            </a:r>
          </a:p>
        </p:txBody>
      </p:sp>
      <p:sp>
        <p:nvSpPr>
          <p:cNvPr id="16" name="Rounded Rectangle 15"/>
          <p:cNvSpPr/>
          <p:nvPr/>
        </p:nvSpPr>
        <p:spPr>
          <a:xfrm>
            <a:off x="8112556" y="1280160"/>
            <a:ext cx="3576218" cy="3593592"/>
          </a:xfrm>
          <a:prstGeom prst="roundRect">
            <a:avLst>
              <a:gd name="adj" fmla="val 4000"/>
            </a:avLst>
          </a:prstGeom>
          <a:solidFill>
            <a:srgbClr val="F0F0F0"/>
          </a:solidFill>
          <a:ln>
            <a:noFill/>
          </a:ln>
          <a:effectLst/>
        </p:spPr>
        <p:txBody>
          <a:bodyPr rtlCol="0" anchor="ctr"/>
          <a:lstStyle/>
          <a:p/>
        </p:txBody>
      </p:sp>
      <p:sp>
        <p:nvSpPr>
          <p:cNvPr id="17" name="Rounded Rectangle 16"/>
          <p:cNvSpPr/>
          <p:nvPr/>
        </p:nvSpPr>
        <p:spPr>
          <a:xfrm>
            <a:off x="8112556" y="1280160"/>
            <a:ext cx="3576218" cy="530352"/>
          </a:xfrm>
          <a:prstGeom prst="roundRect">
            <a:avLst>
              <a:gd name="adj" fmla="val 15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36. hafta · okul çevresi</a:t>
            </a:r>
          </a:p>
        </p:txBody>
      </p:sp>
      <p:sp>
        <p:nvSpPr>
          <p:cNvPr id="18" name="TextBox 17"/>
          <p:cNvSpPr txBox="1"/>
          <p:nvPr/>
        </p:nvSpPr>
        <p:spPr>
          <a:xfrm>
            <a:off x="8277148" y="1901952"/>
            <a:ext cx="3247034" cy="96012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6A4C93"/>
                </a:solidFill>
                <a:latin typeface="Calibri"/>
              </a:rPr>
              <a:t>Okul temelli planlama</a:t>
            </a:r>
          </a:p>
        </p:txBody>
      </p:sp>
      <p:sp>
        <p:nvSpPr>
          <p:cNvPr id="19" name="TextBox 18"/>
          <p:cNvSpPr txBox="1"/>
          <p:nvPr/>
        </p:nvSpPr>
        <p:spPr>
          <a:xfrm>
            <a:off x="8277148" y="2926080"/>
            <a:ext cx="3247034" cy="45720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D3373A"/>
                </a:solidFill>
                <a:latin typeface="Calibri"/>
              </a:rPr>
              <a:t>Gözlem yürüyüşü</a:t>
            </a:r>
          </a:p>
        </p:txBody>
      </p:sp>
      <p:sp>
        <p:nvSpPr>
          <p:cNvPr id="20" name="TextBox 19"/>
          <p:cNvSpPr txBox="1"/>
          <p:nvPr/>
        </p:nvSpPr>
        <p:spPr>
          <a:xfrm>
            <a:off x="8277148" y="3429000"/>
            <a:ext cx="3247034" cy="1353312"/>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767676"/>
                </a:solidFill>
                <a:latin typeface="Calibri"/>
              </a:rPr>
              <a:t>Okul çevresinde gözlem ve kroki · 'Bu yıl coğrafyada ne öğrendim?'</a:t>
            </a:r>
          </a:p>
        </p:txBody>
      </p:sp>
      <p:sp>
        <p:nvSpPr>
          <p:cNvPr id="21" name="Rounded Rectangle 20"/>
          <p:cNvSpPr/>
          <p:nvPr/>
        </p:nvSpPr>
        <p:spPr>
          <a:xfrm>
            <a:off x="502920" y="5029200"/>
            <a:ext cx="11185855" cy="658368"/>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COĞ.9.7.1  Bölgelerin belirlenmesinde kullanılan kriterlere göre bölge hakkında çıkarım yapabilme</a:t>
            </a:r>
          </a:p>
        </p:txBody>
      </p:sp>
      <p:sp>
        <p:nvSpPr>
          <p:cNvPr id="22" name="TextBox 21"/>
          <p:cNvSpPr txBox="1"/>
          <p:nvPr/>
        </p:nvSpPr>
        <p:spPr>
          <a:xfrm>
            <a:off x="502920" y="5742432"/>
            <a:ext cx="11185855" cy="530352"/>
          </a:xfrm>
          <a:prstGeom prst="rect">
            <a:avLst/>
          </a:prstGeom>
          <a:noFill/>
        </p:spPr>
        <p:txBody>
          <a:bodyPr wrap="square" anchor="t" lIns="73152" rIns="73152" tIns="36576" bIns="36576">
            <a:noAutofit/>
          </a:bodyPr>
          <a:lstStyle/>
          <a:p>
            <a:pPr algn="ctr">
              <a:spcBef>
                <a:spcPts val="0"/>
              </a:spcBef>
              <a:spcAft>
                <a:spcPts val="0"/>
              </a:spcAft>
            </a:pPr>
            <a:r>
              <a:rPr lang="tr-TR" sz="1450" b="0" i="1">
                <a:solidFill>
                  <a:srgbClr val="767676"/>
                </a:solidFill>
                <a:latin typeface="Calibri"/>
              </a:rPr>
              <a:t>Kitap: Bu ünitede bölge belirleme kriterlerinin anlaşılabilmesi, Türkiye ve dünyadan örnek bölge türlerinin sınıflandırılabilmesi, bölge sınırlarının değişebilirliği ile bölge sınırlarındaki geçişlere ilişkin çıkarım yapılabilmesi amaçlanmaktadır.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187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7. ÜNİTE</a:t>
            </a:r>
          </a:p>
        </p:txBody>
      </p:sp>
      <p:sp>
        <p:nvSpPr>
          <p:cNvPr id="6" name="Rounded Rectangle 5"/>
          <p:cNvSpPr/>
          <p:nvPr/>
        </p:nvSpPr>
        <p:spPr>
          <a:xfrm>
            <a:off x="502920" y="1399032"/>
            <a:ext cx="2625013"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403946" y="167335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000" b="1" i="0">
                <a:solidFill>
                  <a:srgbClr val="262626"/>
                </a:solidFill>
                <a:latin typeface="Calibri"/>
              </a:rPr>
              <a:t>1</a:t>
            </a:r>
          </a:p>
        </p:txBody>
      </p:sp>
      <p:sp>
        <p:nvSpPr>
          <p:cNvPr id="8" name="TextBox 7"/>
          <p:cNvSpPr txBox="1"/>
          <p:nvPr/>
        </p:nvSpPr>
        <p:spPr>
          <a:xfrm>
            <a:off x="640080" y="2633472"/>
            <a:ext cx="2350693" cy="237744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Anlam çözümleme tablosunu doldurmanız</a:t>
            </a:r>
          </a:p>
        </p:txBody>
      </p:sp>
      <p:sp>
        <p:nvSpPr>
          <p:cNvPr id="9" name="Rounded Rectangle 8"/>
          <p:cNvSpPr/>
          <p:nvPr/>
        </p:nvSpPr>
        <p:spPr>
          <a:xfrm>
            <a:off x="640080" y="5148071"/>
            <a:ext cx="2350693" cy="502920"/>
          </a:xfrm>
          <a:prstGeom prst="roundRect">
            <a:avLst>
              <a:gd name="adj" fmla="val 50000"/>
            </a:avLst>
          </a:prstGeom>
          <a:solidFill>
            <a:srgbClr val="FFFFFF"/>
          </a:solidFill>
          <a:ln w="12700">
            <a:solidFill>
              <a:srgbClr val="2A5D8F"/>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A5D8F"/>
                </a:solidFill>
                <a:latin typeface="Calibri"/>
              </a:rPr>
              <a:t>34-35. hafta · s. 222</a:t>
            </a:r>
          </a:p>
        </p:txBody>
      </p:sp>
      <p:sp>
        <p:nvSpPr>
          <p:cNvPr id="10" name="Rounded Rectangle 9"/>
          <p:cNvSpPr/>
          <p:nvPr/>
        </p:nvSpPr>
        <p:spPr>
          <a:xfrm>
            <a:off x="3356533" y="1399032"/>
            <a:ext cx="2625013"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4257559" y="167335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000" b="1" i="0">
                <a:solidFill>
                  <a:srgbClr val="262626"/>
                </a:solidFill>
                <a:latin typeface="Calibri"/>
              </a:rPr>
              <a:t>2</a:t>
            </a:r>
          </a:p>
        </p:txBody>
      </p:sp>
      <p:sp>
        <p:nvSpPr>
          <p:cNvPr id="12" name="TextBox 11"/>
          <p:cNvSpPr txBox="1"/>
          <p:nvPr/>
        </p:nvSpPr>
        <p:spPr>
          <a:xfrm>
            <a:off x="3493693" y="2633472"/>
            <a:ext cx="2350693" cy="237744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Verilen açık uçlu soruları cevaplamanız</a:t>
            </a:r>
          </a:p>
        </p:txBody>
      </p:sp>
      <p:sp>
        <p:nvSpPr>
          <p:cNvPr id="13" name="Rounded Rectangle 12"/>
          <p:cNvSpPr/>
          <p:nvPr/>
        </p:nvSpPr>
        <p:spPr>
          <a:xfrm>
            <a:off x="3493693" y="5148071"/>
            <a:ext cx="2350693" cy="502920"/>
          </a:xfrm>
          <a:prstGeom prst="roundRect">
            <a:avLst>
              <a:gd name="adj" fmla="val 50000"/>
            </a:avLst>
          </a:prstGeom>
          <a:solidFill>
            <a:srgbClr val="FFFFFF"/>
          </a:solidFill>
          <a:ln w="12700">
            <a:solidFill>
              <a:srgbClr val="2A5D8F"/>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A5D8F"/>
                </a:solidFill>
                <a:latin typeface="Calibri"/>
              </a:rPr>
              <a:t>her etkinlikte · s. 218-224</a:t>
            </a:r>
          </a:p>
        </p:txBody>
      </p:sp>
      <p:sp>
        <p:nvSpPr>
          <p:cNvPr id="14" name="Rounded Rectangle 13"/>
          <p:cNvSpPr/>
          <p:nvPr/>
        </p:nvSpPr>
        <p:spPr>
          <a:xfrm>
            <a:off x="6210146" y="1399032"/>
            <a:ext cx="2625013"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7111172" y="167335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000" b="1" i="0">
                <a:solidFill>
                  <a:srgbClr val="262626"/>
                </a:solidFill>
                <a:latin typeface="Calibri"/>
              </a:rPr>
              <a:t>3</a:t>
            </a:r>
          </a:p>
        </p:txBody>
      </p:sp>
      <p:sp>
        <p:nvSpPr>
          <p:cNvPr id="16" name="TextBox 15"/>
          <p:cNvSpPr txBox="1"/>
          <p:nvPr/>
        </p:nvSpPr>
        <p:spPr>
          <a:xfrm>
            <a:off x="6347306" y="2633472"/>
            <a:ext cx="2350693" cy="2377440"/>
          </a:xfrm>
          <a:prstGeom prst="rect">
            <a:avLst/>
          </a:prstGeom>
          <a:noFill/>
        </p:spPr>
        <p:txBody>
          <a:bodyPr wrap="square" anchor="ctr" lIns="73152" rIns="73152" tIns="36576" bIns="36576">
            <a:noAutofit/>
          </a:bodyPr>
          <a:lstStyle/>
          <a:p>
            <a:pPr algn="ctr">
              <a:spcBef>
                <a:spcPts val="0"/>
              </a:spcBef>
              <a:spcAft>
                <a:spcPts val="0"/>
              </a:spcAft>
            </a:pPr>
            <a:r>
              <a:rPr lang="tr-TR" sz="2050" b="0" i="0">
                <a:solidFill>
                  <a:srgbClr val="262626"/>
                </a:solidFill>
                <a:latin typeface="Calibri"/>
              </a:rPr>
              <a:t>Üniteyle ilgili performans görevini yaparak öz değerlendirme ve grup değerlendirme formlarını doldurmanız</a:t>
            </a:r>
          </a:p>
        </p:txBody>
      </p:sp>
      <p:sp>
        <p:nvSpPr>
          <p:cNvPr id="17" name="Rounded Rectangle 16"/>
          <p:cNvSpPr/>
          <p:nvPr/>
        </p:nvSpPr>
        <p:spPr>
          <a:xfrm>
            <a:off x="6347306" y="5148071"/>
            <a:ext cx="2350693" cy="502920"/>
          </a:xfrm>
          <a:prstGeom prst="roundRect">
            <a:avLst>
              <a:gd name="adj" fmla="val 50000"/>
            </a:avLst>
          </a:prstGeom>
          <a:solidFill>
            <a:srgbClr val="FFFFFF"/>
          </a:solidFill>
          <a:ln w="12700">
            <a:solidFill>
              <a:srgbClr val="2A5D8F"/>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A5D8F"/>
                </a:solidFill>
                <a:latin typeface="Calibri"/>
              </a:rPr>
              <a:t>35. hafta · s. 225</a:t>
            </a:r>
          </a:p>
        </p:txBody>
      </p:sp>
      <p:sp>
        <p:nvSpPr>
          <p:cNvPr id="18" name="Rounded Rectangle 17"/>
          <p:cNvSpPr/>
          <p:nvPr/>
        </p:nvSpPr>
        <p:spPr>
          <a:xfrm>
            <a:off x="9063759" y="1399032"/>
            <a:ext cx="2625013" cy="4480560"/>
          </a:xfrm>
          <a:prstGeom prst="roundRect">
            <a:avLst>
              <a:gd name="adj" fmla="val 6000"/>
            </a:avLst>
          </a:prstGeom>
          <a:solidFill>
            <a:srgbClr val="F0F0F0"/>
          </a:solidFill>
          <a:ln>
            <a:noFill/>
          </a:ln>
          <a:effectLst/>
        </p:spPr>
        <p:txBody>
          <a:bodyPr rtlCol="0" anchor="ctr"/>
          <a:lstStyle/>
          <a:p/>
        </p:txBody>
      </p:sp>
      <p:sp>
        <p:nvSpPr>
          <p:cNvPr id="19" name="Oval 18"/>
          <p:cNvSpPr/>
          <p:nvPr/>
        </p:nvSpPr>
        <p:spPr>
          <a:xfrm>
            <a:off x="9964785" y="167335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000" b="1" i="0">
                <a:solidFill>
                  <a:srgbClr val="262626"/>
                </a:solidFill>
                <a:latin typeface="Calibri"/>
              </a:rPr>
              <a:t>4</a:t>
            </a:r>
          </a:p>
        </p:txBody>
      </p:sp>
      <p:sp>
        <p:nvSpPr>
          <p:cNvPr id="20" name="TextBox 19"/>
          <p:cNvSpPr txBox="1"/>
          <p:nvPr/>
        </p:nvSpPr>
        <p:spPr>
          <a:xfrm>
            <a:off x="9200919" y="2633472"/>
            <a:ext cx="2350693" cy="237744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Ölçme ve değerlendirme sorularını cevaplamanız</a:t>
            </a:r>
          </a:p>
        </p:txBody>
      </p:sp>
      <p:sp>
        <p:nvSpPr>
          <p:cNvPr id="21" name="Rounded Rectangle 20"/>
          <p:cNvSpPr/>
          <p:nvPr/>
        </p:nvSpPr>
        <p:spPr>
          <a:xfrm>
            <a:off x="9200919" y="5148071"/>
            <a:ext cx="2350693" cy="502920"/>
          </a:xfrm>
          <a:prstGeom prst="roundRect">
            <a:avLst>
              <a:gd name="adj" fmla="val 50000"/>
            </a:avLst>
          </a:prstGeom>
          <a:solidFill>
            <a:srgbClr val="FFFFFF"/>
          </a:solidFill>
          <a:ln w="12700">
            <a:solidFill>
              <a:srgbClr val="2A5D8F"/>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A5D8F"/>
                </a:solidFill>
                <a:latin typeface="Calibri"/>
              </a:rPr>
              <a:t>35. hafta ve ev · s. 226-227</a:t>
            </a:r>
          </a:p>
        </p:txBody>
      </p:sp>
      <p:sp>
        <p:nvSpPr>
          <p:cNvPr id="22" name="TextBox 21"/>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187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7. ÜNİTE</a:t>
            </a:r>
          </a:p>
        </p:txBody>
      </p:sp>
      <p:sp>
        <p:nvSpPr>
          <p:cNvPr id="6" name="Rounded Rectangle 5"/>
          <p:cNvSpPr/>
          <p:nvPr/>
        </p:nvSpPr>
        <p:spPr>
          <a:xfrm>
            <a:off x="502920" y="1993392"/>
            <a:ext cx="3515258" cy="1371600"/>
          </a:xfrm>
          <a:prstGeom prst="roundRect">
            <a:avLst>
              <a:gd name="adj" fmla="val 30000"/>
            </a:avLst>
          </a:prstGeom>
          <a:solidFill>
            <a:srgbClr val="FFFFFF"/>
          </a:solidFill>
          <a:ln w="38100">
            <a:solidFill>
              <a:srgbClr val="4F4F4F"/>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4F4F4F"/>
                </a:solidFill>
                <a:latin typeface="Calibri"/>
              </a:rPr>
              <a:t>bölge</a:t>
            </a:r>
          </a:p>
        </p:txBody>
      </p:sp>
      <p:sp>
        <p:nvSpPr>
          <p:cNvPr id="7" name="TextBox 6"/>
          <p:cNvSpPr txBox="1"/>
          <p:nvPr/>
        </p:nvSpPr>
        <p:spPr>
          <a:xfrm>
            <a:off x="594360" y="3547872"/>
            <a:ext cx="3332378" cy="1188720"/>
          </a:xfrm>
          <a:prstGeom prst="rect">
            <a:avLst/>
          </a:prstGeom>
          <a:noFill/>
        </p:spPr>
        <p:txBody>
          <a:bodyPr wrap="square" anchor="t" lIns="73152" rIns="73152" tIns="36576" bIns="36576">
            <a:noAutofit/>
          </a:bodyPr>
          <a:lstStyle/>
          <a:p>
            <a:pPr algn="ctr">
              <a:spcBef>
                <a:spcPts val="0"/>
              </a:spcBef>
              <a:spcAft>
                <a:spcPts val="0"/>
              </a:spcAft>
            </a:pPr>
            <a:r>
              <a:rPr lang="tr-TR" sz="1900" b="0" i="1">
                <a:solidFill>
                  <a:srgbClr val="767676"/>
                </a:solidFill>
                <a:latin typeface="Calibri"/>
              </a:rPr>
              <a:t>Yeryüzünü anlamanın yolu: benzer yerleri bir araya getirmek</a:t>
            </a:r>
          </a:p>
        </p:txBody>
      </p:sp>
      <p:sp>
        <p:nvSpPr>
          <p:cNvPr id="8" name="Rounded Rectangle 7"/>
          <p:cNvSpPr/>
          <p:nvPr/>
        </p:nvSpPr>
        <p:spPr>
          <a:xfrm>
            <a:off x="4338218" y="1993392"/>
            <a:ext cx="3515258" cy="1371600"/>
          </a:xfrm>
          <a:prstGeom prst="roundRect">
            <a:avLst>
              <a:gd name="adj" fmla="val 30000"/>
            </a:avLst>
          </a:prstGeom>
          <a:solidFill>
            <a:srgbClr val="FFFFFF"/>
          </a:solidFill>
          <a:ln w="38100">
            <a:solidFill>
              <a:srgbClr val="3E7D3A"/>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3E7D3A"/>
                </a:solidFill>
                <a:latin typeface="Calibri"/>
              </a:rPr>
              <a:t>şekilsel bölge</a:t>
            </a:r>
          </a:p>
        </p:txBody>
      </p:sp>
      <p:sp>
        <p:nvSpPr>
          <p:cNvPr id="9" name="TextBox 8"/>
          <p:cNvSpPr txBox="1"/>
          <p:nvPr/>
        </p:nvSpPr>
        <p:spPr>
          <a:xfrm>
            <a:off x="4429658" y="3547872"/>
            <a:ext cx="3332378" cy="1188720"/>
          </a:xfrm>
          <a:prstGeom prst="rect">
            <a:avLst/>
          </a:prstGeom>
          <a:noFill/>
        </p:spPr>
        <p:txBody>
          <a:bodyPr wrap="square" anchor="t" lIns="73152" rIns="73152" tIns="36576" bIns="36576">
            <a:noAutofit/>
          </a:bodyPr>
          <a:lstStyle/>
          <a:p>
            <a:pPr algn="ctr">
              <a:spcBef>
                <a:spcPts val="0"/>
              </a:spcBef>
              <a:spcAft>
                <a:spcPts val="0"/>
              </a:spcAft>
            </a:pPr>
            <a:r>
              <a:rPr lang="tr-TR" sz="1900" b="0" i="1">
                <a:solidFill>
                  <a:srgbClr val="767676"/>
                </a:solidFill>
                <a:latin typeface="Calibri"/>
              </a:rPr>
              <a:t>doğal ya da beşerî bir özelliğe göre türdeş alanlar</a:t>
            </a:r>
          </a:p>
        </p:txBody>
      </p:sp>
      <p:sp>
        <p:nvSpPr>
          <p:cNvPr id="10" name="Rounded Rectangle 9"/>
          <p:cNvSpPr/>
          <p:nvPr/>
        </p:nvSpPr>
        <p:spPr>
          <a:xfrm>
            <a:off x="8173516" y="1993392"/>
            <a:ext cx="3515258" cy="1371600"/>
          </a:xfrm>
          <a:prstGeom prst="roundRect">
            <a:avLst>
              <a:gd name="adj" fmla="val 30000"/>
            </a:avLst>
          </a:prstGeom>
          <a:solidFill>
            <a:srgbClr val="FFFFFF"/>
          </a:solidFill>
          <a:ln w="38100">
            <a:solidFill>
              <a:srgbClr val="1F6EA8"/>
            </a:solidFill>
          </a:ln>
          <a:effectLst/>
        </p:spPr>
        <p:txBody>
          <a:bodyPr rtlCol="0" anchor="ctr" wrap="square" lIns="128016" rIns="128016" tIns="73152" bIns="73152">
            <a:noAutofit/>
          </a:bodyPr>
          <a:lstStyle/>
          <a:p>
            <a:pPr algn="ctr">
              <a:spcBef>
                <a:spcPts val="0"/>
              </a:spcBef>
              <a:spcAft>
                <a:spcPts val="0"/>
              </a:spcAft>
            </a:pPr>
            <a:r>
              <a:rPr lang="tr-TR" sz="3400" b="1" i="0">
                <a:solidFill>
                  <a:srgbClr val="1F6EA8"/>
                </a:solidFill>
                <a:latin typeface="Calibri"/>
              </a:rPr>
              <a:t>işlevsel bölge</a:t>
            </a:r>
          </a:p>
        </p:txBody>
      </p:sp>
      <p:sp>
        <p:nvSpPr>
          <p:cNvPr id="11" name="TextBox 10"/>
          <p:cNvSpPr txBox="1"/>
          <p:nvPr/>
        </p:nvSpPr>
        <p:spPr>
          <a:xfrm>
            <a:off x="8264956" y="3547872"/>
            <a:ext cx="3332378" cy="1188720"/>
          </a:xfrm>
          <a:prstGeom prst="rect">
            <a:avLst/>
          </a:prstGeom>
          <a:noFill/>
        </p:spPr>
        <p:txBody>
          <a:bodyPr wrap="square" anchor="t" lIns="73152" rIns="73152" tIns="36576" bIns="36576">
            <a:noAutofit/>
          </a:bodyPr>
          <a:lstStyle/>
          <a:p>
            <a:pPr algn="ctr">
              <a:spcBef>
                <a:spcPts val="0"/>
              </a:spcBef>
              <a:spcAft>
                <a:spcPts val="0"/>
              </a:spcAft>
            </a:pPr>
            <a:r>
              <a:rPr lang="tr-TR" sz="1900" b="0" i="1">
                <a:solidFill>
                  <a:srgbClr val="767676"/>
                </a:solidFill>
                <a:latin typeface="Calibri"/>
              </a:rPr>
              <a:t>bir merkez ve ona bağlı çevre</a:t>
            </a:r>
          </a:p>
        </p:txBody>
      </p:sp>
      <p:sp>
        <p:nvSpPr>
          <p:cNvPr id="12" name="TextBox 11"/>
          <p:cNvSpPr txBox="1"/>
          <p:nvPr/>
        </p:nvSpPr>
        <p:spPr>
          <a:xfrm>
            <a:off x="502920" y="5468112"/>
            <a:ext cx="11185855" cy="640080"/>
          </a:xfrm>
          <a:prstGeom prst="rect">
            <a:avLst/>
          </a:prstGeom>
          <a:noFill/>
        </p:spPr>
        <p:txBody>
          <a:bodyPr wrap="square" anchor="t" lIns="73152" rIns="73152" tIns="36576" bIns="36576">
            <a:noAutofit/>
          </a:bodyPr>
          <a:lstStyle/>
          <a:p>
            <a:pPr algn="ctr">
              <a:spcBef>
                <a:spcPts val="0"/>
              </a:spcBef>
              <a:spcAft>
                <a:spcPts val="0"/>
              </a:spcAft>
            </a:pPr>
            <a:r>
              <a:rPr lang="tr-TR" sz="2200" b="1" i="0">
                <a:solidFill>
                  <a:srgbClr val="2A5D8F"/>
                </a:solidFill>
                <a:latin typeface="Calibri"/>
              </a:rPr>
              <a:t>Bu hafta soruyoruz: Bir yeri bölgeye ayırırken neye bakarız ve sınırı nereden geçiririz?</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215</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187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5D8F"/>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34.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34</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4000" b="1" i="0">
                <a:solidFill>
                  <a:srgbClr val="FFFFFF"/>
                </a:solidFill>
                <a:latin typeface="Calibri"/>
              </a:rPr>
              <a:t>Bölge ve Bölge Sınırı</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31 Mayıs - 4 Haziran 2027 · 2 ders saati · Kitap s. 216-221</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COĞ.9.7.1</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Bölgelerin belirlenmesinde kullanılan kriterlere göre bölge hakkında çıkarım yapabilme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Bölge ve bölge sınırı hakkında varsayımda bulunur.</a:t>
            </a:r>
          </a:p>
          <a:p>
            <a:pPr algn="l" marL="340187" indent="-340187">
              <a:spcBef>
                <a:spcPts val="0"/>
              </a:spcBef>
              <a:spcAft>
                <a:spcPts val="500"/>
              </a:spcAft>
            </a:pPr>
            <a:r>
              <a:rPr lang="tr-TR" sz="2000" b="1" i="0">
                <a:solidFill>
                  <a:srgbClr val="FCC021"/>
                </a:solidFill>
                <a:latin typeface="Calibri"/>
              </a:rPr>
              <a:t>b)  </a:t>
            </a:r>
            <a:r>
              <a:rPr lang="tr-TR" sz="2000" b="0" i="0">
                <a:solidFill>
                  <a:srgbClr val="FFFFFF"/>
                </a:solidFill>
                <a:latin typeface="Calibri"/>
              </a:rPr>
              <a:t>Bölge ve bölge sınırındaki örüntüleri listeler.</a:t>
            </a:r>
          </a:p>
          <a:p>
            <a:pPr algn="l" marL="309283" indent="-309283">
              <a:spcBef>
                <a:spcPts val="0"/>
              </a:spcBef>
              <a:spcAft>
                <a:spcPts val="0"/>
              </a:spcAft>
            </a:pPr>
            <a:r>
              <a:rPr lang="tr-TR" sz="2000" b="1" i="0">
                <a:solidFill>
                  <a:srgbClr val="FCC021"/>
                </a:solidFill>
                <a:latin typeface="Calibri"/>
              </a:rPr>
              <a:t>c)  </a:t>
            </a:r>
            <a:r>
              <a:rPr lang="tr-TR" sz="2000" b="0" i="0">
                <a:solidFill>
                  <a:srgbClr val="FFFFFF"/>
                </a:solidFill>
                <a:latin typeface="Calibri"/>
              </a:rPr>
              <a:t>Bölgeyi ve bölge sınırlarını karşılaştırır.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7. Ünite: Bölgeler, Ülkeler ve Küresel Bağlantılar</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187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34.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Nereden başlıyoruz?</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Altı bölge haritada nerede?</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Yerler neden farklı?</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Dört fotoğraf, dört yer</a:t>
            </a:r>
          </a:p>
        </p:txBody>
      </p:sp>
      <p:sp>
        <p:nvSpPr>
          <p:cNvPr id="13" name="Oval 12"/>
          <p:cNvSpPr/>
          <p:nvPr/>
        </p:nvSpPr>
        <p:spPr>
          <a:xfrm>
            <a:off x="4762880"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Bölge nedir?</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Varsayım ve bölge belirleme kriterleri</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Etkinlik: iklim bölgeleri</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Dünya haritasından dilsiz haritaya</a:t>
            </a:r>
          </a:p>
        </p:txBody>
      </p:sp>
      <p:sp>
        <p:nvSpPr>
          <p:cNvPr id="19" name="Oval 18"/>
          <p:cNvSpPr/>
          <p:nvPr/>
        </p:nvSpPr>
        <p:spPr>
          <a:xfrm>
            <a:off x="8558554"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Bölge türleri</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Şekilsel ve işlevsel bölge</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Aynı il, üç harita</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Kriter değişince sınır değişir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187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Yeni grup düzeni: 8 grup, roller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A5D8F"/>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A5D8F"/>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A5D8F"/>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A5D8F"/>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A5D8F"/>
                </a:solidFill>
                <a:latin typeface="Calibri"/>
              </a:rPr>
              <a:t>Ünite başı: gruplar yeniden karıldı — listedeki adana otur, rol kartını al</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187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bu bölgeler nerede?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pic>
        <p:nvPicPr>
          <p:cNvPr id="6" name="Picture 5" descr="h34_s216_harita.jpg"/>
          <p:cNvPicPr>
            <a:picLocks noChangeAspect="1"/>
          </p:cNvPicPr>
          <p:nvPr/>
        </p:nvPicPr>
        <p:blipFill>
          <a:blip r:embed="rId3"/>
          <a:stretch>
            <a:fillRect/>
          </a:stretch>
        </p:blipFill>
        <p:spPr>
          <a:xfrm>
            <a:off x="502920" y="1216152"/>
            <a:ext cx="7452360" cy="3803873"/>
          </a:xfrm>
          <a:prstGeom prst="rect">
            <a:avLst/>
          </a:prstGeom>
          <a:ln w="9525">
            <a:solidFill>
              <a:srgbClr val="D9D9D9"/>
            </a:solidFill>
          </a:ln>
        </p:spPr>
      </p:pic>
      <p:sp>
        <p:nvSpPr>
          <p:cNvPr id="7" name="TextBox 6"/>
          <p:cNvSpPr txBox="1"/>
          <p:nvPr/>
        </p:nvSpPr>
        <p:spPr>
          <a:xfrm>
            <a:off x="502920" y="5065745"/>
            <a:ext cx="745236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Kitap s. 216 · Başlarken haritası (numaralı yerler)</a:t>
            </a:r>
          </a:p>
        </p:txBody>
      </p:sp>
      <p:sp>
        <p:nvSpPr>
          <p:cNvPr id="8" name="Rounded Rectangle 7"/>
          <p:cNvSpPr/>
          <p:nvPr/>
        </p:nvSpPr>
        <p:spPr>
          <a:xfrm>
            <a:off x="8183880" y="1207008"/>
            <a:ext cx="3504895" cy="16002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1450" b="1" i="0">
                <a:solidFill>
                  <a:srgbClr val="262626"/>
                </a:solidFill>
                <a:latin typeface="Calibri"/>
              </a:rPr>
              <a:t>Haritadaki numaralanmış yerlerin Kafkasya, Orta Doğu, Türkistan, Balkanlar, Kuzey Afrika ve İskandinavya bölgelerinden hangisine ait olduğunu aşağıdaki tabloya yazınız.</a:t>
            </a:r>
          </a:p>
        </p:txBody>
      </p:sp>
      <p:sp>
        <p:nvSpPr>
          <p:cNvPr id="9" name="Rounded Rectangle 8"/>
          <p:cNvSpPr/>
          <p:nvPr/>
        </p:nvSpPr>
        <p:spPr>
          <a:xfrm>
            <a:off x="8183880" y="2953512"/>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1.</a:t>
            </a:r>
          </a:p>
        </p:txBody>
      </p:sp>
      <p:sp>
        <p:nvSpPr>
          <p:cNvPr id="10" name="Rounded Rectangle 9"/>
          <p:cNvSpPr/>
          <p:nvPr/>
        </p:nvSpPr>
        <p:spPr>
          <a:xfrm>
            <a:off x="8823960" y="2953512"/>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11" name="Rounded Rectangle 10"/>
          <p:cNvSpPr/>
          <p:nvPr/>
        </p:nvSpPr>
        <p:spPr>
          <a:xfrm>
            <a:off x="8183880" y="3520440"/>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2.</a:t>
            </a:r>
          </a:p>
        </p:txBody>
      </p:sp>
      <p:sp>
        <p:nvSpPr>
          <p:cNvPr id="12" name="Rounded Rectangle 11"/>
          <p:cNvSpPr/>
          <p:nvPr/>
        </p:nvSpPr>
        <p:spPr>
          <a:xfrm>
            <a:off x="8823960" y="3520440"/>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13" name="Rounded Rectangle 12"/>
          <p:cNvSpPr/>
          <p:nvPr/>
        </p:nvSpPr>
        <p:spPr>
          <a:xfrm>
            <a:off x="8183880" y="4087368"/>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3.</a:t>
            </a:r>
          </a:p>
        </p:txBody>
      </p:sp>
      <p:sp>
        <p:nvSpPr>
          <p:cNvPr id="14" name="Rounded Rectangle 13"/>
          <p:cNvSpPr/>
          <p:nvPr/>
        </p:nvSpPr>
        <p:spPr>
          <a:xfrm>
            <a:off x="8823960" y="4087368"/>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15" name="Rounded Rectangle 14"/>
          <p:cNvSpPr/>
          <p:nvPr/>
        </p:nvSpPr>
        <p:spPr>
          <a:xfrm>
            <a:off x="8183880" y="4654296"/>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4.</a:t>
            </a:r>
          </a:p>
        </p:txBody>
      </p:sp>
      <p:sp>
        <p:nvSpPr>
          <p:cNvPr id="16" name="Rounded Rectangle 15"/>
          <p:cNvSpPr/>
          <p:nvPr/>
        </p:nvSpPr>
        <p:spPr>
          <a:xfrm>
            <a:off x="8823960" y="4654296"/>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17" name="Rounded Rectangle 16"/>
          <p:cNvSpPr/>
          <p:nvPr/>
        </p:nvSpPr>
        <p:spPr>
          <a:xfrm>
            <a:off x="8183880" y="5221224"/>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5.</a:t>
            </a:r>
          </a:p>
        </p:txBody>
      </p:sp>
      <p:sp>
        <p:nvSpPr>
          <p:cNvPr id="18" name="Rounded Rectangle 17"/>
          <p:cNvSpPr/>
          <p:nvPr/>
        </p:nvSpPr>
        <p:spPr>
          <a:xfrm>
            <a:off x="8823960" y="5221224"/>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19" name="Rounded Rectangle 18"/>
          <p:cNvSpPr/>
          <p:nvPr/>
        </p:nvSpPr>
        <p:spPr>
          <a:xfrm>
            <a:off x="8183880" y="5788152"/>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6.</a:t>
            </a:r>
          </a:p>
        </p:txBody>
      </p:sp>
      <p:sp>
        <p:nvSpPr>
          <p:cNvPr id="20" name="Rounded Rectangle 19"/>
          <p:cNvSpPr/>
          <p:nvPr/>
        </p:nvSpPr>
        <p:spPr>
          <a:xfrm>
            <a:off x="8823960" y="5788152"/>
            <a:ext cx="2864815" cy="502920"/>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1800" b="0" i="0">
                <a:solidFill>
                  <a:srgbClr val="767676"/>
                </a:solidFill>
                <a:latin typeface="Calibri"/>
              </a:rPr>
              <a:t>……………………</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187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bu bölgeler nerede?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4_s216_harita.jpg"/>
          <p:cNvPicPr>
            <a:picLocks noChangeAspect="1"/>
          </p:cNvPicPr>
          <p:nvPr/>
        </p:nvPicPr>
        <p:blipFill>
          <a:blip r:embed="rId3"/>
          <a:stretch>
            <a:fillRect/>
          </a:stretch>
        </p:blipFill>
        <p:spPr>
          <a:xfrm>
            <a:off x="502920" y="1216152"/>
            <a:ext cx="7452360" cy="3803873"/>
          </a:xfrm>
          <a:prstGeom prst="rect">
            <a:avLst/>
          </a:prstGeom>
          <a:ln w="9525">
            <a:solidFill>
              <a:srgbClr val="D9D9D9"/>
            </a:solidFill>
          </a:ln>
        </p:spPr>
      </p:pic>
      <p:sp>
        <p:nvSpPr>
          <p:cNvPr id="7" name="Oval 6"/>
          <p:cNvSpPr/>
          <p:nvPr/>
        </p:nvSpPr>
        <p:spPr>
          <a:xfrm>
            <a:off x="5127229" y="2497031"/>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Rounded Rectangle 7"/>
          <p:cNvSpPr/>
          <p:nvPr/>
        </p:nvSpPr>
        <p:spPr>
          <a:xfrm>
            <a:off x="5520421" y="2497031"/>
            <a:ext cx="1067721"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Türkistan</a:t>
            </a:r>
          </a:p>
        </p:txBody>
      </p:sp>
      <p:sp>
        <p:nvSpPr>
          <p:cNvPr id="9" name="Oval 8"/>
          <p:cNvSpPr/>
          <p:nvPr/>
        </p:nvSpPr>
        <p:spPr>
          <a:xfrm>
            <a:off x="3526493" y="2419052"/>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0" name="Rounded Rectangle 9"/>
          <p:cNvSpPr/>
          <p:nvPr/>
        </p:nvSpPr>
        <p:spPr>
          <a:xfrm>
            <a:off x="3173420" y="2016716"/>
            <a:ext cx="1035329"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Kafkasya</a:t>
            </a:r>
          </a:p>
        </p:txBody>
      </p:sp>
      <p:sp>
        <p:nvSpPr>
          <p:cNvPr id="11" name="Oval 10"/>
          <p:cNvSpPr/>
          <p:nvPr/>
        </p:nvSpPr>
        <p:spPr>
          <a:xfrm>
            <a:off x="2517002" y="2464698"/>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2" name="Rounded Rectangle 11"/>
          <p:cNvSpPr/>
          <p:nvPr/>
        </p:nvSpPr>
        <p:spPr>
          <a:xfrm>
            <a:off x="1371337" y="2464698"/>
            <a:ext cx="1081657"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Balkanlar</a:t>
            </a:r>
          </a:p>
        </p:txBody>
      </p:sp>
      <p:sp>
        <p:nvSpPr>
          <p:cNvPr id="13" name="Oval 12"/>
          <p:cNvSpPr/>
          <p:nvPr/>
        </p:nvSpPr>
        <p:spPr>
          <a:xfrm>
            <a:off x="4513170" y="3748505"/>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14" name="Rounded Rectangle 13"/>
          <p:cNvSpPr/>
          <p:nvPr/>
        </p:nvSpPr>
        <p:spPr>
          <a:xfrm>
            <a:off x="4906362" y="3748505"/>
            <a:ext cx="1150246"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Orta Doğu</a:t>
            </a:r>
          </a:p>
        </p:txBody>
      </p:sp>
      <p:sp>
        <p:nvSpPr>
          <p:cNvPr id="15" name="Oval 14"/>
          <p:cNvSpPr/>
          <p:nvPr/>
        </p:nvSpPr>
        <p:spPr>
          <a:xfrm>
            <a:off x="2912433" y="3044789"/>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16" name="Rounded Rectangle 15"/>
          <p:cNvSpPr/>
          <p:nvPr/>
        </p:nvSpPr>
        <p:spPr>
          <a:xfrm>
            <a:off x="1540083" y="3044789"/>
            <a:ext cx="1308342"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Kuzey Afrika</a:t>
            </a:r>
          </a:p>
        </p:txBody>
      </p:sp>
      <p:sp>
        <p:nvSpPr>
          <p:cNvPr id="17" name="Oval 16"/>
          <p:cNvSpPr/>
          <p:nvPr/>
        </p:nvSpPr>
        <p:spPr>
          <a:xfrm>
            <a:off x="3285051" y="1462378"/>
            <a:ext cx="329184" cy="329184"/>
          </a:xfrm>
          <a:prstGeom prst="ellipse">
            <a:avLst/>
          </a:prstGeom>
          <a:solidFill>
            <a:srgbClr val="2E7D32"/>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18" name="Rounded Rectangle 17"/>
          <p:cNvSpPr/>
          <p:nvPr/>
        </p:nvSpPr>
        <p:spPr>
          <a:xfrm>
            <a:off x="3678243" y="1462378"/>
            <a:ext cx="1356644" cy="329184"/>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400" b="1" i="0">
                <a:solidFill>
                  <a:srgbClr val="2E7D32"/>
                </a:solidFill>
                <a:latin typeface="Calibri"/>
              </a:rPr>
              <a:t>İskandinavya</a:t>
            </a:r>
          </a:p>
        </p:txBody>
      </p:sp>
      <p:sp>
        <p:nvSpPr>
          <p:cNvPr id="19" name="TextBox 18"/>
          <p:cNvSpPr txBox="1"/>
          <p:nvPr/>
        </p:nvSpPr>
        <p:spPr>
          <a:xfrm>
            <a:off x="502920" y="5065745"/>
            <a:ext cx="745236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Kitap s. 216 · Başlarken haritası (numaralı yerler)</a:t>
            </a:r>
          </a:p>
        </p:txBody>
      </p:sp>
      <p:sp>
        <p:nvSpPr>
          <p:cNvPr id="20" name="Rounded Rectangle 19"/>
          <p:cNvSpPr/>
          <p:nvPr/>
        </p:nvSpPr>
        <p:spPr>
          <a:xfrm>
            <a:off x="8183880" y="1207008"/>
            <a:ext cx="3504895" cy="1600200"/>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E7D32"/>
                </a:solidFill>
                <a:latin typeface="Calibri"/>
              </a:rPr>
              <a:t>Haritadaki numaralar ve bölgeler</a:t>
            </a:r>
          </a:p>
        </p:txBody>
      </p:sp>
      <p:sp>
        <p:nvSpPr>
          <p:cNvPr id="21" name="Rounded Rectangle 20"/>
          <p:cNvSpPr/>
          <p:nvPr/>
        </p:nvSpPr>
        <p:spPr>
          <a:xfrm>
            <a:off x="8183880" y="2953512"/>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1.</a:t>
            </a:r>
          </a:p>
        </p:txBody>
      </p:sp>
      <p:sp>
        <p:nvSpPr>
          <p:cNvPr id="22" name="Rounded Rectangle 21"/>
          <p:cNvSpPr/>
          <p:nvPr/>
        </p:nvSpPr>
        <p:spPr>
          <a:xfrm>
            <a:off x="8823960" y="2953512"/>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Türkistan</a:t>
            </a:r>
          </a:p>
        </p:txBody>
      </p:sp>
      <p:sp>
        <p:nvSpPr>
          <p:cNvPr id="23" name="Rounded Rectangle 22"/>
          <p:cNvSpPr/>
          <p:nvPr/>
        </p:nvSpPr>
        <p:spPr>
          <a:xfrm>
            <a:off x="8183880" y="3520440"/>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2.</a:t>
            </a:r>
          </a:p>
        </p:txBody>
      </p:sp>
      <p:sp>
        <p:nvSpPr>
          <p:cNvPr id="24" name="Rounded Rectangle 23"/>
          <p:cNvSpPr/>
          <p:nvPr/>
        </p:nvSpPr>
        <p:spPr>
          <a:xfrm>
            <a:off x="8823960" y="3520440"/>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Kafkasya</a:t>
            </a:r>
          </a:p>
        </p:txBody>
      </p:sp>
      <p:sp>
        <p:nvSpPr>
          <p:cNvPr id="25" name="Rounded Rectangle 24"/>
          <p:cNvSpPr/>
          <p:nvPr/>
        </p:nvSpPr>
        <p:spPr>
          <a:xfrm>
            <a:off x="8183880" y="4087368"/>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3.</a:t>
            </a:r>
          </a:p>
        </p:txBody>
      </p:sp>
      <p:sp>
        <p:nvSpPr>
          <p:cNvPr id="26" name="Rounded Rectangle 25"/>
          <p:cNvSpPr/>
          <p:nvPr/>
        </p:nvSpPr>
        <p:spPr>
          <a:xfrm>
            <a:off x="8823960" y="4087368"/>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Balkanlar</a:t>
            </a:r>
          </a:p>
        </p:txBody>
      </p:sp>
      <p:sp>
        <p:nvSpPr>
          <p:cNvPr id="27" name="Rounded Rectangle 26"/>
          <p:cNvSpPr/>
          <p:nvPr/>
        </p:nvSpPr>
        <p:spPr>
          <a:xfrm>
            <a:off x="8183880" y="4654296"/>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4.</a:t>
            </a:r>
          </a:p>
        </p:txBody>
      </p:sp>
      <p:sp>
        <p:nvSpPr>
          <p:cNvPr id="28" name="Rounded Rectangle 27"/>
          <p:cNvSpPr/>
          <p:nvPr/>
        </p:nvSpPr>
        <p:spPr>
          <a:xfrm>
            <a:off x="8823960" y="4654296"/>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Orta Doğu</a:t>
            </a:r>
          </a:p>
        </p:txBody>
      </p:sp>
      <p:sp>
        <p:nvSpPr>
          <p:cNvPr id="29" name="Rounded Rectangle 28"/>
          <p:cNvSpPr/>
          <p:nvPr/>
        </p:nvSpPr>
        <p:spPr>
          <a:xfrm>
            <a:off x="8183880" y="5221224"/>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5.</a:t>
            </a:r>
          </a:p>
        </p:txBody>
      </p:sp>
      <p:sp>
        <p:nvSpPr>
          <p:cNvPr id="30" name="Rounded Rectangle 29"/>
          <p:cNvSpPr/>
          <p:nvPr/>
        </p:nvSpPr>
        <p:spPr>
          <a:xfrm>
            <a:off x="8823960" y="5221224"/>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Kuzey Afrika</a:t>
            </a:r>
          </a:p>
        </p:txBody>
      </p:sp>
      <p:sp>
        <p:nvSpPr>
          <p:cNvPr id="31" name="Rounded Rectangle 30"/>
          <p:cNvSpPr/>
          <p:nvPr/>
        </p:nvSpPr>
        <p:spPr>
          <a:xfrm>
            <a:off x="8183880" y="5788152"/>
            <a:ext cx="566928" cy="502920"/>
          </a:xfrm>
          <a:prstGeom prst="roundRect">
            <a:avLst>
              <a:gd name="adj" fmla="val 15000"/>
            </a:avLst>
          </a:prstGeom>
          <a:solidFill>
            <a:srgbClr val="2A5D8F"/>
          </a:solidFill>
          <a:ln>
            <a:noFill/>
          </a:ln>
          <a:effectLst/>
        </p:spPr>
        <p:txBody>
          <a:bodyPr rtlCol="0" anchor="ctr" wrap="square" lIns="18288" rIns="18288" tIns="73152" bIns="73152">
            <a:noAutofit/>
          </a:bodyPr>
          <a:lstStyle/>
          <a:p>
            <a:pPr algn="ctr">
              <a:spcBef>
                <a:spcPts val="0"/>
              </a:spcBef>
              <a:spcAft>
                <a:spcPts val="0"/>
              </a:spcAft>
            </a:pPr>
            <a:r>
              <a:rPr lang="tr-TR" sz="1800" b="1" i="0">
                <a:solidFill>
                  <a:srgbClr val="FFFFFF"/>
                </a:solidFill>
                <a:latin typeface="Calibri"/>
              </a:rPr>
              <a:t>6.</a:t>
            </a:r>
          </a:p>
        </p:txBody>
      </p:sp>
      <p:sp>
        <p:nvSpPr>
          <p:cNvPr id="32" name="Rounded Rectangle 31"/>
          <p:cNvSpPr/>
          <p:nvPr/>
        </p:nvSpPr>
        <p:spPr>
          <a:xfrm>
            <a:off x="8823960" y="5788152"/>
            <a:ext cx="2864815" cy="50292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1" i="0">
                <a:solidFill>
                  <a:srgbClr val="2E7D32"/>
                </a:solidFill>
                <a:latin typeface="Calibri"/>
              </a:rPr>
              <a:t>İskandinavya</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216</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187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Türkiye ve bu bölgeler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Rounded Rectangle 5"/>
          <p:cNvSpPr/>
          <p:nvPr/>
        </p:nvSpPr>
        <p:spPr>
          <a:xfrm>
            <a:off x="502920" y="1216152"/>
            <a:ext cx="5120640" cy="1581912"/>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100" b="1" i="0">
                <a:solidFill>
                  <a:srgbClr val="262626"/>
                </a:solidFill>
                <a:latin typeface="Calibri"/>
              </a:rPr>
              <a:t>2. Türkiye, bu bölgelerden hangileriyle konum olarak doğrudan bağlantılıdır?</a:t>
            </a:r>
          </a:p>
        </p:txBody>
      </p:sp>
      <p:sp>
        <p:nvSpPr>
          <p:cNvPr id="7" name="Rounded Rectangle 6"/>
          <p:cNvSpPr/>
          <p:nvPr/>
        </p:nvSpPr>
        <p:spPr>
          <a:xfrm>
            <a:off x="5806440" y="1216152"/>
            <a:ext cx="5882335" cy="15819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8" name="Connector 7"/>
          <p:cNvCxnSpPr/>
          <p:nvPr/>
        </p:nvCxnSpPr>
        <p:spPr>
          <a:xfrm>
            <a:off x="5989320" y="1611630"/>
            <a:ext cx="5516575" cy="0"/>
          </a:xfrm>
          <a:prstGeom prst="line">
            <a:avLst/>
          </a:prstGeom>
          <a:ln w="12700">
            <a:solidFill>
              <a:srgbClr val="D9D9D9"/>
            </a:solidFill>
            <a:prstDash val="dash"/>
          </a:ln>
        </p:spPr>
      </p:cxnSp>
      <p:cxnSp>
        <p:nvCxnSpPr>
          <p:cNvPr id="9" name="Connector 8"/>
          <p:cNvCxnSpPr/>
          <p:nvPr/>
        </p:nvCxnSpPr>
        <p:spPr>
          <a:xfrm>
            <a:off x="5989320" y="2007108"/>
            <a:ext cx="5516575" cy="0"/>
          </a:xfrm>
          <a:prstGeom prst="line">
            <a:avLst/>
          </a:prstGeom>
          <a:ln w="12700">
            <a:solidFill>
              <a:srgbClr val="D9D9D9"/>
            </a:solidFill>
            <a:prstDash val="dash"/>
          </a:ln>
        </p:spPr>
      </p:cxnSp>
      <p:cxnSp>
        <p:nvCxnSpPr>
          <p:cNvPr id="10" name="Connector 9"/>
          <p:cNvCxnSpPr/>
          <p:nvPr/>
        </p:nvCxnSpPr>
        <p:spPr>
          <a:xfrm>
            <a:off x="5989320" y="2402586"/>
            <a:ext cx="5516575" cy="0"/>
          </a:xfrm>
          <a:prstGeom prst="line">
            <a:avLst/>
          </a:prstGeom>
          <a:ln w="12700">
            <a:solidFill>
              <a:srgbClr val="D9D9D9"/>
            </a:solidFill>
            <a:prstDash val="dash"/>
          </a:ln>
        </p:spPr>
      </p:cxnSp>
      <p:sp>
        <p:nvSpPr>
          <p:cNvPr id="11" name="Rounded Rectangle 10"/>
          <p:cNvSpPr/>
          <p:nvPr/>
        </p:nvSpPr>
        <p:spPr>
          <a:xfrm>
            <a:off x="502920" y="2962656"/>
            <a:ext cx="5120640" cy="1581912"/>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100" b="1" i="0">
                <a:solidFill>
                  <a:srgbClr val="262626"/>
                </a:solidFill>
                <a:latin typeface="Calibri"/>
              </a:rPr>
              <a:t>3. Türkiye’ye komşu olan ülkeler, haritada gösterilmiş bölgelerden hangilerinde yer alır?</a:t>
            </a:r>
          </a:p>
        </p:txBody>
      </p:sp>
      <p:sp>
        <p:nvSpPr>
          <p:cNvPr id="12" name="Rounded Rectangle 11"/>
          <p:cNvSpPr/>
          <p:nvPr/>
        </p:nvSpPr>
        <p:spPr>
          <a:xfrm>
            <a:off x="5806440" y="2962656"/>
            <a:ext cx="5882335" cy="15819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3" name="Connector 12"/>
          <p:cNvCxnSpPr/>
          <p:nvPr/>
        </p:nvCxnSpPr>
        <p:spPr>
          <a:xfrm>
            <a:off x="5989320" y="3358134"/>
            <a:ext cx="5516575" cy="0"/>
          </a:xfrm>
          <a:prstGeom prst="line">
            <a:avLst/>
          </a:prstGeom>
          <a:ln w="12700">
            <a:solidFill>
              <a:srgbClr val="D9D9D9"/>
            </a:solidFill>
            <a:prstDash val="dash"/>
          </a:ln>
        </p:spPr>
      </p:cxnSp>
      <p:cxnSp>
        <p:nvCxnSpPr>
          <p:cNvPr id="14" name="Connector 13"/>
          <p:cNvCxnSpPr/>
          <p:nvPr/>
        </p:nvCxnSpPr>
        <p:spPr>
          <a:xfrm>
            <a:off x="5989320" y="3753612"/>
            <a:ext cx="5516575" cy="0"/>
          </a:xfrm>
          <a:prstGeom prst="line">
            <a:avLst/>
          </a:prstGeom>
          <a:ln w="12700">
            <a:solidFill>
              <a:srgbClr val="D9D9D9"/>
            </a:solidFill>
            <a:prstDash val="dash"/>
          </a:ln>
        </p:spPr>
      </p:cxnSp>
      <p:cxnSp>
        <p:nvCxnSpPr>
          <p:cNvPr id="15" name="Connector 14"/>
          <p:cNvCxnSpPr/>
          <p:nvPr/>
        </p:nvCxnSpPr>
        <p:spPr>
          <a:xfrm>
            <a:off x="5989320" y="4149090"/>
            <a:ext cx="5516575" cy="0"/>
          </a:xfrm>
          <a:prstGeom prst="line">
            <a:avLst/>
          </a:prstGeom>
          <a:ln w="12700">
            <a:solidFill>
              <a:srgbClr val="D9D9D9"/>
            </a:solidFill>
            <a:prstDash val="dash"/>
          </a:ln>
        </p:spPr>
      </p:cxnSp>
      <p:sp>
        <p:nvSpPr>
          <p:cNvPr id="16" name="Rounded Rectangle 15"/>
          <p:cNvSpPr/>
          <p:nvPr/>
        </p:nvSpPr>
        <p:spPr>
          <a:xfrm>
            <a:off x="502920" y="4709160"/>
            <a:ext cx="5120640" cy="1581912"/>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2100" b="1" i="0">
                <a:solidFill>
                  <a:srgbClr val="262626"/>
                </a:solidFill>
                <a:latin typeface="Calibri"/>
              </a:rPr>
              <a:t>4. Yaşadığım yer ile bu bölgelerden biri arasında bir benzerlik, bir fark yazınız.</a:t>
            </a:r>
          </a:p>
        </p:txBody>
      </p:sp>
      <p:sp>
        <p:nvSpPr>
          <p:cNvPr id="17" name="Rounded Rectangle 16"/>
          <p:cNvSpPr/>
          <p:nvPr/>
        </p:nvSpPr>
        <p:spPr>
          <a:xfrm>
            <a:off x="5806440" y="4709160"/>
            <a:ext cx="5882335" cy="15819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8" name="Connector 17"/>
          <p:cNvCxnSpPr/>
          <p:nvPr/>
        </p:nvCxnSpPr>
        <p:spPr>
          <a:xfrm>
            <a:off x="5989320" y="5104638"/>
            <a:ext cx="5516575" cy="0"/>
          </a:xfrm>
          <a:prstGeom prst="line">
            <a:avLst/>
          </a:prstGeom>
          <a:ln w="12700">
            <a:solidFill>
              <a:srgbClr val="D9D9D9"/>
            </a:solidFill>
            <a:prstDash val="dash"/>
          </a:ln>
        </p:spPr>
      </p:cxnSp>
      <p:cxnSp>
        <p:nvCxnSpPr>
          <p:cNvPr id="19" name="Connector 18"/>
          <p:cNvCxnSpPr/>
          <p:nvPr/>
        </p:nvCxnSpPr>
        <p:spPr>
          <a:xfrm>
            <a:off x="5989320" y="5500116"/>
            <a:ext cx="5516575" cy="0"/>
          </a:xfrm>
          <a:prstGeom prst="line">
            <a:avLst/>
          </a:prstGeom>
          <a:ln w="12700">
            <a:solidFill>
              <a:srgbClr val="D9D9D9"/>
            </a:solidFill>
            <a:prstDash val="dash"/>
          </a:ln>
        </p:spPr>
      </p:cxnSp>
      <p:cxnSp>
        <p:nvCxnSpPr>
          <p:cNvPr id="20" name="Connector 19"/>
          <p:cNvCxnSpPr/>
          <p:nvPr/>
        </p:nvCxnSpPr>
        <p:spPr>
          <a:xfrm>
            <a:off x="5989320" y="5895594"/>
            <a:ext cx="5516575" cy="0"/>
          </a:xfrm>
          <a:prstGeom prst="line">
            <a:avLst/>
          </a:prstGeom>
          <a:ln w="12700">
            <a:solidFill>
              <a:srgbClr val="D9D9D9"/>
            </a:solidFill>
            <a:prstDash val="dash"/>
          </a:ln>
        </p:spPr>
      </p:cxn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187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Türkiye ve bu bölgeler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123444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123444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10865815" cy="112471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2. Konum olarak doğrudan bağlantılı bölgeler</a:t>
            </a:r>
          </a:p>
          <a:p>
            <a:pPr algn="l">
              <a:spcBef>
                <a:spcPts val="0"/>
              </a:spcBef>
              <a:spcAft>
                <a:spcPts val="0"/>
              </a:spcAft>
            </a:pPr>
            <a:r>
              <a:rPr lang="tr-TR" sz="1900" b="1" i="0">
                <a:solidFill>
                  <a:srgbClr val="262626"/>
                </a:solidFill>
                <a:latin typeface="Calibri"/>
              </a:rPr>
              <a:t>Kafkasya, Orta Doğu, Balkanlar</a:t>
            </a:r>
            <a:r>
              <a:rPr lang="tr-TR" sz="1900" b="0" i="0">
                <a:solidFill>
                  <a:srgbClr val="262626"/>
                </a:solidFill>
                <a:latin typeface="Calibri"/>
              </a:rPr>
              <a:t>: kara sınırımız var, komşularımız bu bölgelerde · </a:t>
            </a:r>
            <a:r>
              <a:rPr lang="tr-TR" sz="1900" b="1" i="0">
                <a:solidFill>
                  <a:srgbClr val="262626"/>
                </a:solidFill>
                <a:latin typeface="Calibri"/>
              </a:rPr>
              <a:t>Kuzey Afrika</a:t>
            </a:r>
            <a:r>
              <a:rPr lang="tr-TR" sz="1900" b="0" i="0">
                <a:solidFill>
                  <a:srgbClr val="262626"/>
                </a:solidFill>
                <a:latin typeface="Calibri"/>
              </a:rPr>
              <a:t>: sınır yok, Akdeniz üzerinden bağlantı</a:t>
            </a:r>
          </a:p>
        </p:txBody>
      </p:sp>
      <p:sp>
        <p:nvSpPr>
          <p:cNvPr id="9" name="TextBox 8"/>
          <p:cNvSpPr txBox="1"/>
          <p:nvPr/>
        </p:nvSpPr>
        <p:spPr>
          <a:xfrm>
            <a:off x="502920" y="2560320"/>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E7D32"/>
                </a:solidFill>
                <a:latin typeface="Calibri"/>
              </a:rPr>
              <a:t>3. Komşularımız hangi bölgede?</a:t>
            </a:r>
          </a:p>
        </p:txBody>
      </p:sp>
      <p:sp>
        <p:nvSpPr>
          <p:cNvPr id="10" name="Rounded Rectangle 9"/>
          <p:cNvSpPr/>
          <p:nvPr/>
        </p:nvSpPr>
        <p:spPr>
          <a:xfrm>
            <a:off x="502920" y="2971800"/>
            <a:ext cx="3618890" cy="1280160"/>
          </a:xfrm>
          <a:prstGeom prst="roundRect">
            <a:avLst>
              <a:gd name="adj" fmla="val 5000"/>
            </a:avLst>
          </a:prstGeom>
          <a:solidFill>
            <a:srgbClr val="E3F1E4"/>
          </a:solidFill>
          <a:ln>
            <a:noFill/>
          </a:ln>
          <a:effectLst/>
        </p:spPr>
        <p:txBody>
          <a:bodyPr rtlCol="0" anchor="ctr"/>
          <a:lstStyle/>
          <a:p/>
        </p:txBody>
      </p:sp>
      <p:sp>
        <p:nvSpPr>
          <p:cNvPr id="11" name="Rounded Rectangle 10"/>
          <p:cNvSpPr/>
          <p:nvPr/>
        </p:nvSpPr>
        <p:spPr>
          <a:xfrm>
            <a:off x="502920" y="2971800"/>
            <a:ext cx="3618890" cy="530352"/>
          </a:xfrm>
          <a:prstGeom prst="roundRect">
            <a:avLst>
              <a:gd name="adj" fmla="val 25000"/>
            </a:avLst>
          </a:prstGeom>
          <a:solidFill>
            <a:srgbClr val="2E7D32"/>
          </a:solidFill>
          <a:ln>
            <a:noFill/>
          </a:ln>
          <a:effectLst/>
        </p:spPr>
        <p:txBody>
          <a:bodyPr rtlCol="0" anchor="ctr"/>
          <a:lstStyle/>
          <a:p/>
        </p:txBody>
      </p:sp>
      <p:sp>
        <p:nvSpPr>
          <p:cNvPr id="12" name="Rectangle 11"/>
          <p:cNvSpPr/>
          <p:nvPr/>
        </p:nvSpPr>
        <p:spPr>
          <a:xfrm>
            <a:off x="502920" y="3236976"/>
            <a:ext cx="3618890" cy="265176"/>
          </a:xfrm>
          <a:prstGeom prst="rect">
            <a:avLst/>
          </a:prstGeom>
          <a:solidFill>
            <a:srgbClr val="2E7D32"/>
          </a:solidFill>
          <a:ln>
            <a:noFill/>
          </a:ln>
          <a:effectLst/>
        </p:spPr>
        <p:txBody>
          <a:bodyPr rtlCol="0" anchor="ctr"/>
          <a:lstStyle/>
          <a:p/>
        </p:txBody>
      </p:sp>
      <p:sp>
        <p:nvSpPr>
          <p:cNvPr id="13" name="TextBox 12"/>
          <p:cNvSpPr txBox="1"/>
          <p:nvPr/>
        </p:nvSpPr>
        <p:spPr>
          <a:xfrm>
            <a:off x="594360" y="2971800"/>
            <a:ext cx="3436010"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Kafkasya</a:t>
            </a:r>
          </a:p>
        </p:txBody>
      </p:sp>
      <p:sp>
        <p:nvSpPr>
          <p:cNvPr id="14" name="TextBox 13"/>
          <p:cNvSpPr txBox="1"/>
          <p:nvPr/>
        </p:nvSpPr>
        <p:spPr>
          <a:xfrm>
            <a:off x="612648" y="3575304"/>
            <a:ext cx="3399434" cy="603504"/>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Gürcistan, Ermenistan, Azerbaycan (Nahçıvan)</a:t>
            </a:r>
          </a:p>
        </p:txBody>
      </p:sp>
      <p:sp>
        <p:nvSpPr>
          <p:cNvPr id="15" name="Rounded Rectangle 14"/>
          <p:cNvSpPr/>
          <p:nvPr/>
        </p:nvSpPr>
        <p:spPr>
          <a:xfrm>
            <a:off x="4286402" y="2971800"/>
            <a:ext cx="3618890" cy="1280160"/>
          </a:xfrm>
          <a:prstGeom prst="roundRect">
            <a:avLst>
              <a:gd name="adj" fmla="val 5000"/>
            </a:avLst>
          </a:prstGeom>
          <a:solidFill>
            <a:srgbClr val="E3F1E4"/>
          </a:solidFill>
          <a:ln>
            <a:noFill/>
          </a:ln>
          <a:effectLst/>
        </p:spPr>
        <p:txBody>
          <a:bodyPr rtlCol="0" anchor="ctr"/>
          <a:lstStyle/>
          <a:p/>
        </p:txBody>
      </p:sp>
      <p:sp>
        <p:nvSpPr>
          <p:cNvPr id="16" name="Rounded Rectangle 15"/>
          <p:cNvSpPr/>
          <p:nvPr/>
        </p:nvSpPr>
        <p:spPr>
          <a:xfrm>
            <a:off x="4286402" y="2971800"/>
            <a:ext cx="3618890" cy="530352"/>
          </a:xfrm>
          <a:prstGeom prst="roundRect">
            <a:avLst>
              <a:gd name="adj" fmla="val 25000"/>
            </a:avLst>
          </a:prstGeom>
          <a:solidFill>
            <a:srgbClr val="2E7D32"/>
          </a:solidFill>
          <a:ln>
            <a:noFill/>
          </a:ln>
          <a:effectLst/>
        </p:spPr>
        <p:txBody>
          <a:bodyPr rtlCol="0" anchor="ctr"/>
          <a:lstStyle/>
          <a:p/>
        </p:txBody>
      </p:sp>
      <p:sp>
        <p:nvSpPr>
          <p:cNvPr id="17" name="Rectangle 16"/>
          <p:cNvSpPr/>
          <p:nvPr/>
        </p:nvSpPr>
        <p:spPr>
          <a:xfrm>
            <a:off x="4286402" y="3236976"/>
            <a:ext cx="3618890" cy="265176"/>
          </a:xfrm>
          <a:prstGeom prst="rect">
            <a:avLst/>
          </a:prstGeom>
          <a:solidFill>
            <a:srgbClr val="2E7D32"/>
          </a:solidFill>
          <a:ln>
            <a:noFill/>
          </a:ln>
          <a:effectLst/>
        </p:spPr>
        <p:txBody>
          <a:bodyPr rtlCol="0" anchor="ctr"/>
          <a:lstStyle/>
          <a:p/>
        </p:txBody>
      </p:sp>
      <p:sp>
        <p:nvSpPr>
          <p:cNvPr id="18" name="TextBox 17"/>
          <p:cNvSpPr txBox="1"/>
          <p:nvPr/>
        </p:nvSpPr>
        <p:spPr>
          <a:xfrm>
            <a:off x="4377842" y="2971800"/>
            <a:ext cx="3436010"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Orta Doğu</a:t>
            </a:r>
          </a:p>
        </p:txBody>
      </p:sp>
      <p:sp>
        <p:nvSpPr>
          <p:cNvPr id="19" name="TextBox 18"/>
          <p:cNvSpPr txBox="1"/>
          <p:nvPr/>
        </p:nvSpPr>
        <p:spPr>
          <a:xfrm>
            <a:off x="4396130" y="3575304"/>
            <a:ext cx="3399434" cy="60350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İran, Irak, Suriye</a:t>
            </a:r>
          </a:p>
        </p:txBody>
      </p:sp>
      <p:sp>
        <p:nvSpPr>
          <p:cNvPr id="20" name="Rounded Rectangle 19"/>
          <p:cNvSpPr/>
          <p:nvPr/>
        </p:nvSpPr>
        <p:spPr>
          <a:xfrm>
            <a:off x="8069884" y="2971800"/>
            <a:ext cx="3618890" cy="1280160"/>
          </a:xfrm>
          <a:prstGeom prst="roundRect">
            <a:avLst>
              <a:gd name="adj" fmla="val 5000"/>
            </a:avLst>
          </a:prstGeom>
          <a:solidFill>
            <a:srgbClr val="E3F1E4"/>
          </a:solidFill>
          <a:ln>
            <a:noFill/>
          </a:ln>
          <a:effectLst/>
        </p:spPr>
        <p:txBody>
          <a:bodyPr rtlCol="0" anchor="ctr"/>
          <a:lstStyle/>
          <a:p/>
        </p:txBody>
      </p:sp>
      <p:sp>
        <p:nvSpPr>
          <p:cNvPr id="21" name="Rounded Rectangle 20"/>
          <p:cNvSpPr/>
          <p:nvPr/>
        </p:nvSpPr>
        <p:spPr>
          <a:xfrm>
            <a:off x="8069884" y="2971800"/>
            <a:ext cx="3618890" cy="530352"/>
          </a:xfrm>
          <a:prstGeom prst="roundRect">
            <a:avLst>
              <a:gd name="adj" fmla="val 25000"/>
            </a:avLst>
          </a:prstGeom>
          <a:solidFill>
            <a:srgbClr val="2E7D32"/>
          </a:solidFill>
          <a:ln>
            <a:noFill/>
          </a:ln>
          <a:effectLst/>
        </p:spPr>
        <p:txBody>
          <a:bodyPr rtlCol="0" anchor="ctr"/>
          <a:lstStyle/>
          <a:p/>
        </p:txBody>
      </p:sp>
      <p:sp>
        <p:nvSpPr>
          <p:cNvPr id="22" name="Rectangle 21"/>
          <p:cNvSpPr/>
          <p:nvPr/>
        </p:nvSpPr>
        <p:spPr>
          <a:xfrm>
            <a:off x="8069884" y="3236976"/>
            <a:ext cx="3618890" cy="265176"/>
          </a:xfrm>
          <a:prstGeom prst="rect">
            <a:avLst/>
          </a:prstGeom>
          <a:solidFill>
            <a:srgbClr val="2E7D32"/>
          </a:solidFill>
          <a:ln>
            <a:noFill/>
          </a:ln>
          <a:effectLst/>
        </p:spPr>
        <p:txBody>
          <a:bodyPr rtlCol="0" anchor="ctr"/>
          <a:lstStyle/>
          <a:p/>
        </p:txBody>
      </p:sp>
      <p:sp>
        <p:nvSpPr>
          <p:cNvPr id="23" name="TextBox 22"/>
          <p:cNvSpPr txBox="1"/>
          <p:nvPr/>
        </p:nvSpPr>
        <p:spPr>
          <a:xfrm>
            <a:off x="8161324" y="2971800"/>
            <a:ext cx="3436010"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Balkanlar</a:t>
            </a:r>
          </a:p>
        </p:txBody>
      </p:sp>
      <p:sp>
        <p:nvSpPr>
          <p:cNvPr id="24" name="TextBox 23"/>
          <p:cNvSpPr txBox="1"/>
          <p:nvPr/>
        </p:nvSpPr>
        <p:spPr>
          <a:xfrm>
            <a:off x="8179612" y="3575304"/>
            <a:ext cx="3399434" cy="60350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Yunanistan, Bulgaristan</a:t>
            </a:r>
          </a:p>
        </p:txBody>
      </p:sp>
      <p:sp>
        <p:nvSpPr>
          <p:cNvPr id="25" name="Rounded Rectangle 24"/>
          <p:cNvSpPr/>
          <p:nvPr/>
        </p:nvSpPr>
        <p:spPr>
          <a:xfrm>
            <a:off x="502920" y="4389120"/>
            <a:ext cx="11185855" cy="1901952"/>
          </a:xfrm>
          <a:prstGeom prst="roundRect">
            <a:avLst>
              <a:gd name="adj" fmla="val 6000"/>
            </a:avLst>
          </a:prstGeom>
          <a:solidFill>
            <a:srgbClr val="E3F1E4"/>
          </a:solidFill>
          <a:ln>
            <a:noFill/>
          </a:ln>
          <a:effectLst/>
        </p:spPr>
        <p:txBody>
          <a:bodyPr rtlCol="0" anchor="ctr"/>
          <a:lstStyle/>
          <a:p/>
        </p:txBody>
      </p:sp>
      <p:sp>
        <p:nvSpPr>
          <p:cNvPr id="26" name="Rectangle 25"/>
          <p:cNvSpPr/>
          <p:nvPr/>
        </p:nvSpPr>
        <p:spPr>
          <a:xfrm>
            <a:off x="502920" y="4389120"/>
            <a:ext cx="109728" cy="1901952"/>
          </a:xfrm>
          <a:prstGeom prst="rect">
            <a:avLst/>
          </a:prstGeom>
          <a:solidFill>
            <a:srgbClr val="2E7D32"/>
          </a:solidFill>
          <a:ln>
            <a:noFill/>
          </a:ln>
          <a:effectLst/>
        </p:spPr>
        <p:txBody>
          <a:bodyPr rtlCol="0" anchor="ctr"/>
          <a:lstStyle/>
          <a:p/>
        </p:txBody>
      </p:sp>
      <p:sp>
        <p:nvSpPr>
          <p:cNvPr id="27" name="TextBox 26"/>
          <p:cNvSpPr txBox="1"/>
          <p:nvPr/>
        </p:nvSpPr>
        <p:spPr>
          <a:xfrm>
            <a:off x="731520" y="4443984"/>
            <a:ext cx="10865815" cy="1792224"/>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4. Bir benzerlik, bir fark (örnek)</a:t>
            </a:r>
          </a:p>
          <a:p>
            <a:pPr algn="l" marL="236189" indent="-236189">
              <a:spcBef>
                <a:spcPts val="0"/>
              </a:spcBef>
              <a:spcAft>
                <a:spcPts val="500"/>
              </a:spcAft>
            </a:pPr>
            <a:r>
              <a:rPr lang="tr-TR" sz="1900" b="1" i="0">
                <a:solidFill>
                  <a:srgbClr val="2E7D32"/>
                </a:solidFill>
                <a:latin typeface="Calibri"/>
              </a:rPr>
              <a:t>•  </a:t>
            </a:r>
            <a:r>
              <a:rPr lang="tr-TR" sz="1900" b="1" i="0">
                <a:solidFill>
                  <a:srgbClr val="262626"/>
                </a:solidFill>
                <a:latin typeface="Calibri"/>
              </a:rPr>
              <a:t>Benzerlik:</a:t>
            </a:r>
            <a:r>
              <a:rPr lang="tr-TR" sz="1900" b="0" i="0">
                <a:solidFill>
                  <a:srgbClr val="262626"/>
                </a:solidFill>
                <a:latin typeface="Calibri"/>
              </a:rPr>
              <a:t> s. 218 haritasında Marmara çevresi gibi Balkan kıyıları da Akdeniz iklimi rengindedir.</a:t>
            </a:r>
          </a:p>
          <a:p>
            <a:pPr algn="l" marL="236189" indent="-236189">
              <a:spcBef>
                <a:spcPts val="0"/>
              </a:spcBef>
              <a:spcAft>
                <a:spcPts val="0"/>
              </a:spcAft>
            </a:pPr>
            <a:r>
              <a:rPr lang="tr-TR" sz="1900" b="1" i="0">
                <a:solidFill>
                  <a:srgbClr val="2E7D32"/>
                </a:solidFill>
                <a:latin typeface="Calibri"/>
              </a:rPr>
              <a:t>•  </a:t>
            </a:r>
            <a:r>
              <a:rPr lang="tr-TR" sz="1900" b="1" i="0">
                <a:solidFill>
                  <a:srgbClr val="262626"/>
                </a:solidFill>
                <a:latin typeface="Calibri"/>
              </a:rPr>
              <a:t>Fark:</a:t>
            </a:r>
            <a:r>
              <a:rPr lang="tr-TR" sz="1900" b="0" i="0">
                <a:solidFill>
                  <a:srgbClr val="262626"/>
                </a:solidFill>
                <a:latin typeface="Calibri"/>
              </a:rPr>
              <a:t> Orta Doğu'nun büyük bölümü çöl iklimi rengindedir; İstanbul'da çöl iklimi yoktur.</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216</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187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yerler neden farklı?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pic>
        <p:nvPicPr>
          <p:cNvPr id="6" name="Picture 5" descr="h34_s217_1.jpg"/>
          <p:cNvPicPr>
            <a:picLocks noChangeAspect="1"/>
          </p:cNvPicPr>
          <p:nvPr/>
        </p:nvPicPr>
        <p:blipFill>
          <a:blip r:embed="rId3"/>
          <a:srcRect l="18394" r="18394"/>
          <a:stretch>
            <a:fillRect/>
          </a:stretch>
        </p:blipFill>
        <p:spPr>
          <a:xfrm>
            <a:off x="502920" y="1216152"/>
            <a:ext cx="2673019" cy="2331720"/>
          </a:xfrm>
          <a:prstGeom prst="rect">
            <a:avLst/>
          </a:prstGeom>
          <a:ln w="9525">
            <a:solidFill>
              <a:srgbClr val="D9D9D9"/>
            </a:solidFill>
          </a:ln>
        </p:spPr>
      </p:pic>
      <p:sp>
        <p:nvSpPr>
          <p:cNvPr id="7" name="Oval 6"/>
          <p:cNvSpPr/>
          <p:nvPr/>
        </p:nvSpPr>
        <p:spPr>
          <a:xfrm>
            <a:off x="557784" y="1271016"/>
            <a:ext cx="384048" cy="384048"/>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8" name="TextBox 7"/>
          <p:cNvSpPr txBox="1"/>
          <p:nvPr/>
        </p:nvSpPr>
        <p:spPr>
          <a:xfrm>
            <a:off x="502920" y="3575304"/>
            <a:ext cx="2673019" cy="65836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2A5D8F"/>
                </a:solidFill>
                <a:latin typeface="Calibri"/>
              </a:rPr>
              <a:t>Yerleşim alanı (Bosna Hersek)</a:t>
            </a:r>
          </a:p>
        </p:txBody>
      </p:sp>
      <p:pic>
        <p:nvPicPr>
          <p:cNvPr id="9" name="Picture 8" descr="h34_s217_2.jpg"/>
          <p:cNvPicPr>
            <a:picLocks noChangeAspect="1"/>
          </p:cNvPicPr>
          <p:nvPr/>
        </p:nvPicPr>
        <p:blipFill>
          <a:blip r:embed="rId4"/>
          <a:srcRect l="18782" r="18782"/>
          <a:stretch>
            <a:fillRect/>
          </a:stretch>
        </p:blipFill>
        <p:spPr>
          <a:xfrm>
            <a:off x="3340531" y="1216152"/>
            <a:ext cx="2673019" cy="2331720"/>
          </a:xfrm>
          <a:prstGeom prst="rect">
            <a:avLst/>
          </a:prstGeom>
          <a:ln w="9525">
            <a:solidFill>
              <a:srgbClr val="D9D9D9"/>
            </a:solidFill>
          </a:ln>
        </p:spPr>
      </p:pic>
      <p:sp>
        <p:nvSpPr>
          <p:cNvPr id="10" name="Oval 9"/>
          <p:cNvSpPr/>
          <p:nvPr/>
        </p:nvSpPr>
        <p:spPr>
          <a:xfrm>
            <a:off x="3395395" y="1271016"/>
            <a:ext cx="384048" cy="384048"/>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11" name="TextBox 10"/>
          <p:cNvSpPr txBox="1"/>
          <p:nvPr/>
        </p:nvSpPr>
        <p:spPr>
          <a:xfrm>
            <a:off x="3340531" y="3575304"/>
            <a:ext cx="2673019" cy="65836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2A5D8F"/>
                </a:solidFill>
                <a:latin typeface="Calibri"/>
              </a:rPr>
              <a:t>Ha Giang’da (Haging) çeltik tarımı (Vietnam)</a:t>
            </a:r>
          </a:p>
        </p:txBody>
      </p:sp>
      <p:pic>
        <p:nvPicPr>
          <p:cNvPr id="12" name="Picture 11" descr="h34_s217_3.jpg"/>
          <p:cNvPicPr>
            <a:picLocks noChangeAspect="1"/>
          </p:cNvPicPr>
          <p:nvPr/>
        </p:nvPicPr>
        <p:blipFill>
          <a:blip r:embed="rId5"/>
          <a:srcRect l="18912" r="18912"/>
          <a:stretch>
            <a:fillRect/>
          </a:stretch>
        </p:blipFill>
        <p:spPr>
          <a:xfrm>
            <a:off x="6178142" y="1216152"/>
            <a:ext cx="2673019" cy="2331720"/>
          </a:xfrm>
          <a:prstGeom prst="rect">
            <a:avLst/>
          </a:prstGeom>
          <a:ln w="9525">
            <a:solidFill>
              <a:srgbClr val="D9D9D9"/>
            </a:solidFill>
          </a:ln>
        </p:spPr>
      </p:pic>
      <p:sp>
        <p:nvSpPr>
          <p:cNvPr id="13" name="Oval 12"/>
          <p:cNvSpPr/>
          <p:nvPr/>
        </p:nvSpPr>
        <p:spPr>
          <a:xfrm>
            <a:off x="6233006" y="1271016"/>
            <a:ext cx="384048" cy="384048"/>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4" name="TextBox 13"/>
          <p:cNvSpPr txBox="1"/>
          <p:nvPr/>
        </p:nvSpPr>
        <p:spPr>
          <a:xfrm>
            <a:off x="6178142" y="3575304"/>
            <a:ext cx="2673019" cy="65836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2A5D8F"/>
                </a:solidFill>
                <a:latin typeface="Calibri"/>
              </a:rPr>
              <a:t>Bozkırda yürütülen ekonomik faaliyet (Kırgızistan)</a:t>
            </a:r>
          </a:p>
        </p:txBody>
      </p:sp>
      <p:pic>
        <p:nvPicPr>
          <p:cNvPr id="15" name="Picture 14" descr="h34_s217_4.jpg"/>
          <p:cNvPicPr>
            <a:picLocks noChangeAspect="1"/>
          </p:cNvPicPr>
          <p:nvPr/>
        </p:nvPicPr>
        <p:blipFill>
          <a:blip r:embed="rId6"/>
          <a:srcRect l="18847" r="18847"/>
          <a:stretch>
            <a:fillRect/>
          </a:stretch>
        </p:blipFill>
        <p:spPr>
          <a:xfrm>
            <a:off x="9015753" y="1216152"/>
            <a:ext cx="2673019" cy="2331720"/>
          </a:xfrm>
          <a:prstGeom prst="rect">
            <a:avLst/>
          </a:prstGeom>
          <a:ln w="9525">
            <a:solidFill>
              <a:srgbClr val="D9D9D9"/>
            </a:solidFill>
          </a:ln>
        </p:spPr>
      </p:pic>
      <p:sp>
        <p:nvSpPr>
          <p:cNvPr id="16" name="Oval 15"/>
          <p:cNvSpPr/>
          <p:nvPr/>
        </p:nvSpPr>
        <p:spPr>
          <a:xfrm>
            <a:off x="9070617" y="1271016"/>
            <a:ext cx="384048" cy="384048"/>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17" name="TextBox 16"/>
          <p:cNvSpPr txBox="1"/>
          <p:nvPr/>
        </p:nvSpPr>
        <p:spPr>
          <a:xfrm>
            <a:off x="9015753" y="3575304"/>
            <a:ext cx="2673019" cy="65836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2A5D8F"/>
                </a:solidFill>
                <a:latin typeface="Calibri"/>
              </a:rPr>
              <a:t>Taghit’te (Tagit) yerleşme (Cezayir)</a:t>
            </a:r>
          </a:p>
        </p:txBody>
      </p:sp>
      <p:sp>
        <p:nvSpPr>
          <p:cNvPr id="18" name="Rounded Rectangle 17"/>
          <p:cNvSpPr/>
          <p:nvPr/>
        </p:nvSpPr>
        <p:spPr>
          <a:xfrm>
            <a:off x="502920" y="4370832"/>
            <a:ext cx="11185855" cy="896112"/>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1. Görselleri verilen yerlerin coğrafi ortam özellikleri hangi açılardan farklılık göstermektedir?</a:t>
            </a:r>
          </a:p>
        </p:txBody>
      </p:sp>
      <p:sp>
        <p:nvSpPr>
          <p:cNvPr id="19" name="Rounded Rectangle 18"/>
          <p:cNvSpPr/>
          <p:nvPr/>
        </p:nvSpPr>
        <p:spPr>
          <a:xfrm>
            <a:off x="502920" y="5394960"/>
            <a:ext cx="11185855" cy="896112"/>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2. Yaşadığınız yerin coğrafi ortam özellikleri, görsellerde verilen yerlerden hangileriyle benzerlik göstermektedir?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187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hangi açılardan farklı?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4_s217_1.jpg"/>
          <p:cNvPicPr>
            <a:picLocks noChangeAspect="1"/>
          </p:cNvPicPr>
          <p:nvPr/>
        </p:nvPicPr>
        <p:blipFill>
          <a:blip r:embed="rId3"/>
          <a:srcRect l="767" r="767"/>
          <a:stretch>
            <a:fillRect/>
          </a:stretch>
        </p:blipFill>
        <p:spPr>
          <a:xfrm>
            <a:off x="502920" y="1216152"/>
            <a:ext cx="1600200" cy="896112"/>
          </a:xfrm>
          <a:prstGeom prst="rect">
            <a:avLst/>
          </a:prstGeom>
          <a:ln w="9525">
            <a:solidFill>
              <a:srgbClr val="D9D9D9"/>
            </a:solidFill>
          </a:ln>
        </p:spPr>
      </p:pic>
      <p:sp>
        <p:nvSpPr>
          <p:cNvPr id="7" name="Oval 6"/>
          <p:cNvSpPr/>
          <p:nvPr/>
        </p:nvSpPr>
        <p:spPr>
          <a:xfrm>
            <a:off x="539496" y="1252728"/>
            <a:ext cx="329184" cy="329184"/>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Rounded Rectangle 7"/>
          <p:cNvSpPr/>
          <p:nvPr/>
        </p:nvSpPr>
        <p:spPr>
          <a:xfrm>
            <a:off x="2194560" y="1216152"/>
            <a:ext cx="6751015" cy="8961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Akarsu vadisinde sık yapılaşmış bir yerleşme; yamaçlarda yeşil alanlar.</a:t>
            </a:r>
          </a:p>
        </p:txBody>
      </p:sp>
      <p:sp>
        <p:nvSpPr>
          <p:cNvPr id="9" name="Rounded Rectangle 8"/>
          <p:cNvSpPr/>
          <p:nvPr/>
        </p:nvSpPr>
        <p:spPr>
          <a:xfrm>
            <a:off x="9037015" y="1216152"/>
            <a:ext cx="2651760" cy="8961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2E7D32"/>
                </a:solidFill>
                <a:latin typeface="Calibri"/>
              </a:rPr>
              <a:t>yerleşme · yer şekilleri</a:t>
            </a:r>
          </a:p>
        </p:txBody>
      </p:sp>
      <p:pic>
        <p:nvPicPr>
          <p:cNvPr id="10" name="Picture 9" descr="h34_s217_2.jpg"/>
          <p:cNvPicPr>
            <a:picLocks noChangeAspect="1"/>
          </p:cNvPicPr>
          <p:nvPr/>
        </p:nvPicPr>
        <p:blipFill>
          <a:blip r:embed="rId4"/>
          <a:srcRect l="1372" r="1372"/>
          <a:stretch>
            <a:fillRect/>
          </a:stretch>
        </p:blipFill>
        <p:spPr>
          <a:xfrm>
            <a:off x="502920" y="2203704"/>
            <a:ext cx="1600200" cy="896112"/>
          </a:xfrm>
          <a:prstGeom prst="rect">
            <a:avLst/>
          </a:prstGeom>
          <a:ln w="9525">
            <a:solidFill>
              <a:srgbClr val="D9D9D9"/>
            </a:solidFill>
          </a:ln>
        </p:spPr>
      </p:pic>
      <p:sp>
        <p:nvSpPr>
          <p:cNvPr id="11" name="Oval 10"/>
          <p:cNvSpPr/>
          <p:nvPr/>
        </p:nvSpPr>
        <p:spPr>
          <a:xfrm>
            <a:off x="539496" y="2240280"/>
            <a:ext cx="329184" cy="329184"/>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2" name="Rounded Rectangle 11"/>
          <p:cNvSpPr/>
          <p:nvPr/>
        </p:nvSpPr>
        <p:spPr>
          <a:xfrm>
            <a:off x="2194560" y="2203704"/>
            <a:ext cx="6751015" cy="8961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Dağ yamaçlarında basamak basamak çeltik tarlaları; nemli, bulutlu ve yemyeşil bir ortam.</a:t>
            </a:r>
          </a:p>
        </p:txBody>
      </p:sp>
      <p:sp>
        <p:nvSpPr>
          <p:cNvPr id="13" name="Rounded Rectangle 12"/>
          <p:cNvSpPr/>
          <p:nvPr/>
        </p:nvSpPr>
        <p:spPr>
          <a:xfrm>
            <a:off x="9037015" y="2203704"/>
            <a:ext cx="2651760" cy="8961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2E7D32"/>
                </a:solidFill>
                <a:latin typeface="Calibri"/>
              </a:rPr>
              <a:t>tarım · iklim</a:t>
            </a:r>
          </a:p>
        </p:txBody>
      </p:sp>
      <p:pic>
        <p:nvPicPr>
          <p:cNvPr id="14" name="Picture 13" descr="h34_s217_3.jpg"/>
          <p:cNvPicPr>
            <a:picLocks noChangeAspect="1"/>
          </p:cNvPicPr>
          <p:nvPr/>
        </p:nvPicPr>
        <p:blipFill>
          <a:blip r:embed="rId5"/>
          <a:srcRect l="1574" r="1574"/>
          <a:stretch>
            <a:fillRect/>
          </a:stretch>
        </p:blipFill>
        <p:spPr>
          <a:xfrm>
            <a:off x="502920" y="3191256"/>
            <a:ext cx="1600200" cy="896112"/>
          </a:xfrm>
          <a:prstGeom prst="rect">
            <a:avLst/>
          </a:prstGeom>
          <a:ln w="9525">
            <a:solidFill>
              <a:srgbClr val="D9D9D9"/>
            </a:solidFill>
          </a:ln>
        </p:spPr>
      </p:pic>
      <p:sp>
        <p:nvSpPr>
          <p:cNvPr id="15" name="Oval 14"/>
          <p:cNvSpPr/>
          <p:nvPr/>
        </p:nvSpPr>
        <p:spPr>
          <a:xfrm>
            <a:off x="539496" y="3227832"/>
            <a:ext cx="329184" cy="329184"/>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6" name="Rounded Rectangle 15"/>
          <p:cNvSpPr/>
          <p:nvPr/>
        </p:nvSpPr>
        <p:spPr>
          <a:xfrm>
            <a:off x="2194560" y="3191256"/>
            <a:ext cx="6751015" cy="8961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Karlı dağların eteğinde otlarla kaplı düzlük; çadırlar ve otlayan atlar.</a:t>
            </a:r>
          </a:p>
        </p:txBody>
      </p:sp>
      <p:sp>
        <p:nvSpPr>
          <p:cNvPr id="17" name="Rounded Rectangle 16"/>
          <p:cNvSpPr/>
          <p:nvPr/>
        </p:nvSpPr>
        <p:spPr>
          <a:xfrm>
            <a:off x="9037015" y="3191256"/>
            <a:ext cx="2651760" cy="8961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2E7D32"/>
                </a:solidFill>
                <a:latin typeface="Calibri"/>
              </a:rPr>
              <a:t>hayvancılık · bitki örtüsü</a:t>
            </a:r>
          </a:p>
        </p:txBody>
      </p:sp>
      <p:pic>
        <p:nvPicPr>
          <p:cNvPr id="18" name="Picture 17" descr="h34_s217_4.jpg"/>
          <p:cNvPicPr>
            <a:picLocks noChangeAspect="1"/>
          </p:cNvPicPr>
          <p:nvPr/>
        </p:nvPicPr>
        <p:blipFill>
          <a:blip r:embed="rId6"/>
          <a:srcRect l="1473" r="1473"/>
          <a:stretch>
            <a:fillRect/>
          </a:stretch>
        </p:blipFill>
        <p:spPr>
          <a:xfrm>
            <a:off x="502920" y="4178808"/>
            <a:ext cx="1600200" cy="896112"/>
          </a:xfrm>
          <a:prstGeom prst="rect">
            <a:avLst/>
          </a:prstGeom>
          <a:ln w="9525">
            <a:solidFill>
              <a:srgbClr val="D9D9D9"/>
            </a:solidFill>
          </a:ln>
        </p:spPr>
      </p:pic>
      <p:sp>
        <p:nvSpPr>
          <p:cNvPr id="19" name="Oval 18"/>
          <p:cNvSpPr/>
          <p:nvPr/>
        </p:nvSpPr>
        <p:spPr>
          <a:xfrm>
            <a:off x="539496" y="4215384"/>
            <a:ext cx="329184" cy="329184"/>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20" name="Rounded Rectangle 19"/>
          <p:cNvSpPr/>
          <p:nvPr/>
        </p:nvSpPr>
        <p:spPr>
          <a:xfrm>
            <a:off x="2194560" y="4178808"/>
            <a:ext cx="6751015" cy="8961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Kum tepeleri, hurma ağaçları ve toprak renkli evler; kurak ortam.</a:t>
            </a:r>
          </a:p>
        </p:txBody>
      </p:sp>
      <p:sp>
        <p:nvSpPr>
          <p:cNvPr id="21" name="Rounded Rectangle 20"/>
          <p:cNvSpPr/>
          <p:nvPr/>
        </p:nvSpPr>
        <p:spPr>
          <a:xfrm>
            <a:off x="9037015" y="4178808"/>
            <a:ext cx="2651760" cy="8961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2E7D32"/>
                </a:solidFill>
                <a:latin typeface="Calibri"/>
              </a:rPr>
              <a:t>iklim · bitki örtüsü · yerleşme</a:t>
            </a:r>
          </a:p>
        </p:txBody>
      </p:sp>
      <p:sp>
        <p:nvSpPr>
          <p:cNvPr id="22" name="TextBox 21"/>
          <p:cNvSpPr txBox="1"/>
          <p:nvPr/>
        </p:nvSpPr>
        <p:spPr>
          <a:xfrm>
            <a:off x="502920" y="5212080"/>
            <a:ext cx="2377440" cy="107899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E7D32"/>
                </a:solidFill>
                <a:latin typeface="Calibri"/>
              </a:rPr>
              <a:t>Farklılık açıları:</a:t>
            </a:r>
          </a:p>
        </p:txBody>
      </p:sp>
      <p:sp>
        <p:nvSpPr>
          <p:cNvPr id="23" name="Rounded Rectangle 22"/>
          <p:cNvSpPr/>
          <p:nvPr/>
        </p:nvSpPr>
        <p:spPr>
          <a:xfrm>
            <a:off x="2880360" y="5522976"/>
            <a:ext cx="873419" cy="45720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E7D32"/>
                </a:solidFill>
                <a:latin typeface="Calibri"/>
              </a:rPr>
              <a:t>iklim</a:t>
            </a:r>
          </a:p>
        </p:txBody>
      </p:sp>
      <p:sp>
        <p:nvSpPr>
          <p:cNvPr id="24" name="Rounded Rectangle 23"/>
          <p:cNvSpPr/>
          <p:nvPr/>
        </p:nvSpPr>
        <p:spPr>
          <a:xfrm>
            <a:off x="3863507" y="5522976"/>
            <a:ext cx="1554610" cy="45720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E7D32"/>
                </a:solidFill>
                <a:latin typeface="Calibri"/>
              </a:rPr>
              <a:t>yer şekilleri</a:t>
            </a:r>
          </a:p>
        </p:txBody>
      </p:sp>
      <p:sp>
        <p:nvSpPr>
          <p:cNvPr id="25" name="Rounded Rectangle 24"/>
          <p:cNvSpPr/>
          <p:nvPr/>
        </p:nvSpPr>
        <p:spPr>
          <a:xfrm>
            <a:off x="5527845" y="5522976"/>
            <a:ext cx="1559931" cy="45720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E7D32"/>
                </a:solidFill>
                <a:latin typeface="Calibri"/>
              </a:rPr>
              <a:t>bitki örtüsü</a:t>
            </a:r>
          </a:p>
        </p:txBody>
      </p:sp>
      <p:sp>
        <p:nvSpPr>
          <p:cNvPr id="26" name="Rounded Rectangle 25"/>
          <p:cNvSpPr/>
          <p:nvPr/>
        </p:nvSpPr>
        <p:spPr>
          <a:xfrm>
            <a:off x="7197504" y="5522976"/>
            <a:ext cx="1309799" cy="45720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E7D32"/>
                </a:solidFill>
                <a:latin typeface="Calibri"/>
              </a:rPr>
              <a:t>yerleşme</a:t>
            </a:r>
          </a:p>
        </p:txBody>
      </p:sp>
      <p:sp>
        <p:nvSpPr>
          <p:cNvPr id="27" name="Rounded Rectangle 26"/>
          <p:cNvSpPr/>
          <p:nvPr/>
        </p:nvSpPr>
        <p:spPr>
          <a:xfrm>
            <a:off x="8617031" y="5522976"/>
            <a:ext cx="2212113" cy="45720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E7D32"/>
                </a:solidFill>
                <a:latin typeface="Calibri"/>
              </a:rPr>
              <a:t>ekonomik faaliyet</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187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 ve köprü</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4_s217_1.jpg"/>
          <p:cNvPicPr>
            <a:picLocks noChangeAspect="1"/>
          </p:cNvPicPr>
          <p:nvPr/>
        </p:nvPicPr>
        <p:blipFill>
          <a:blip r:embed="rId3"/>
          <a:srcRect l="10613" r="10613"/>
          <a:stretch>
            <a:fillRect/>
          </a:stretch>
        </p:blipFill>
        <p:spPr>
          <a:xfrm>
            <a:off x="502920" y="1216152"/>
            <a:ext cx="2286000" cy="1600200"/>
          </a:xfrm>
          <a:prstGeom prst="rect">
            <a:avLst/>
          </a:prstGeom>
          <a:ln w="9525">
            <a:solidFill>
              <a:srgbClr val="D9D9D9"/>
            </a:solidFill>
          </a:ln>
        </p:spPr>
      </p:pic>
      <p:sp>
        <p:nvSpPr>
          <p:cNvPr id="7" name="Oval 6"/>
          <p:cNvSpPr/>
          <p:nvPr/>
        </p:nvSpPr>
        <p:spPr>
          <a:xfrm>
            <a:off x="548640" y="1261872"/>
            <a:ext cx="347472" cy="347472"/>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Rounded Rectangle 7"/>
          <p:cNvSpPr/>
          <p:nvPr/>
        </p:nvSpPr>
        <p:spPr>
          <a:xfrm>
            <a:off x="2880360" y="1216152"/>
            <a:ext cx="3101187" cy="160020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Benzer:</a:t>
            </a:r>
            <a:r>
              <a:rPr lang="tr-TR" sz="1900" b="0" i="0">
                <a:solidFill>
                  <a:srgbClr val="262626"/>
                </a:solidFill>
                <a:latin typeface="Calibri"/>
              </a:rPr>
              <a:t> su kıyısında sık yapılaşmış şehir, yeşil yamaçlar — İstanbul gibi.</a:t>
            </a:r>
          </a:p>
        </p:txBody>
      </p:sp>
      <p:pic>
        <p:nvPicPr>
          <p:cNvPr id="9" name="Picture 8" descr="h34_s217_4.jpg"/>
          <p:cNvPicPr>
            <a:picLocks noChangeAspect="1"/>
          </p:cNvPicPr>
          <p:nvPr/>
        </p:nvPicPr>
        <p:blipFill>
          <a:blip r:embed="rId4"/>
          <a:srcRect l="11178" r="11178"/>
          <a:stretch>
            <a:fillRect/>
          </a:stretch>
        </p:blipFill>
        <p:spPr>
          <a:xfrm>
            <a:off x="6210147" y="1216152"/>
            <a:ext cx="2286000" cy="1600200"/>
          </a:xfrm>
          <a:prstGeom prst="rect">
            <a:avLst/>
          </a:prstGeom>
          <a:ln w="9525">
            <a:solidFill>
              <a:srgbClr val="D9D9D9"/>
            </a:solidFill>
          </a:ln>
        </p:spPr>
      </p:pic>
      <p:sp>
        <p:nvSpPr>
          <p:cNvPr id="10" name="Oval 9"/>
          <p:cNvSpPr/>
          <p:nvPr/>
        </p:nvSpPr>
        <p:spPr>
          <a:xfrm>
            <a:off x="6255867" y="1261872"/>
            <a:ext cx="347472" cy="347472"/>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11" name="Rounded Rectangle 10"/>
          <p:cNvSpPr/>
          <p:nvPr/>
        </p:nvSpPr>
        <p:spPr>
          <a:xfrm>
            <a:off x="8587587" y="1216152"/>
            <a:ext cx="3101187" cy="1600200"/>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Farklı:</a:t>
            </a:r>
            <a:r>
              <a:rPr lang="tr-TR" sz="1900" b="0" i="0">
                <a:solidFill>
                  <a:srgbClr val="262626"/>
                </a:solidFill>
                <a:latin typeface="Calibri"/>
              </a:rPr>
              <a:t> kum tepeleri ve kurak ortam — İstanbul'da çöl yok.</a:t>
            </a:r>
          </a:p>
        </p:txBody>
      </p:sp>
      <p:sp>
        <p:nvSpPr>
          <p:cNvPr id="12" name="TextBox 11"/>
          <p:cNvSpPr txBox="1"/>
          <p:nvPr/>
        </p:nvSpPr>
        <p:spPr>
          <a:xfrm>
            <a:off x="502920" y="2999232"/>
            <a:ext cx="11185855" cy="457200"/>
          </a:xfrm>
          <a:prstGeom prst="rect">
            <a:avLst/>
          </a:prstGeom>
          <a:noFill/>
        </p:spPr>
        <p:txBody>
          <a:bodyPr wrap="square" anchor="t" lIns="73152" rIns="73152" tIns="36576" bIns="36576">
            <a:noAutofit/>
          </a:bodyPr>
          <a:lstStyle/>
          <a:p>
            <a:pPr algn="l">
              <a:spcBef>
                <a:spcPts val="0"/>
              </a:spcBef>
              <a:spcAft>
                <a:spcPts val="0"/>
              </a:spcAft>
            </a:pPr>
            <a:r>
              <a:rPr lang="tr-TR" sz="2100" b="1" i="0">
                <a:solidFill>
                  <a:srgbClr val="2A5D8F"/>
                </a:solidFill>
                <a:latin typeface="Calibri"/>
              </a:rPr>
              <a:t>Köprü: yerleri ayırırken kullandığımız ölçütler</a:t>
            </a:r>
          </a:p>
        </p:txBody>
      </p:sp>
      <p:sp>
        <p:nvSpPr>
          <p:cNvPr id="13" name="Rounded Rectangle 12"/>
          <p:cNvSpPr/>
          <p:nvPr/>
        </p:nvSpPr>
        <p:spPr>
          <a:xfrm>
            <a:off x="502920" y="3502152"/>
            <a:ext cx="11185855" cy="2788920"/>
          </a:xfrm>
          <a:prstGeom prst="roundRect">
            <a:avLst>
              <a:gd name="adj" fmla="val 8000"/>
            </a:avLst>
          </a:prstGeom>
          <a:solidFill>
            <a:srgbClr val="F0F0F0"/>
          </a:solidFill>
          <a:ln>
            <a:noFill/>
          </a:ln>
          <a:effectLst/>
        </p:spPr>
        <p:txBody>
          <a:bodyPr rtlCol="0" anchor="ctr"/>
          <a:lstStyle/>
          <a:p/>
        </p:txBody>
      </p:sp>
      <p:sp>
        <p:nvSpPr>
          <p:cNvPr id="14" name="Rectangle 13"/>
          <p:cNvSpPr/>
          <p:nvPr/>
        </p:nvSpPr>
        <p:spPr>
          <a:xfrm>
            <a:off x="502920" y="3502152"/>
            <a:ext cx="118872" cy="2788920"/>
          </a:xfrm>
          <a:prstGeom prst="rect">
            <a:avLst/>
          </a:prstGeom>
          <a:solidFill>
            <a:srgbClr val="2A5D8F"/>
          </a:solidFill>
          <a:ln>
            <a:noFill/>
          </a:ln>
          <a:effectLst/>
        </p:spPr>
        <p:txBody>
          <a:bodyPr rtlCol="0" anchor="ctr"/>
          <a:lstStyle/>
          <a:p/>
        </p:txBody>
      </p:sp>
      <p:sp>
        <p:nvSpPr>
          <p:cNvPr id="15" name="TextBox 14"/>
          <p:cNvSpPr txBox="1"/>
          <p:nvPr/>
        </p:nvSpPr>
        <p:spPr>
          <a:xfrm>
            <a:off x="777240" y="3502152"/>
            <a:ext cx="10774375" cy="27889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Yeryüzünde farklı ölçüt ve amaçlarla çok çeşitli bölge türleri oluşturulabilmektedir. Bu ölçüt ve amaçlara bölge belirleme kriterleri adı verilir.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187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Varsayım: iklim bölgelerinin sınırı nereden geçer?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MİNİ TAHTA</a:t>
            </a:r>
          </a:p>
        </p:txBody>
      </p:sp>
      <p:pic>
        <p:nvPicPr>
          <p:cNvPr id="6" name="Picture 5" descr="h34_s218_dilsiz.jpg"/>
          <p:cNvPicPr>
            <a:picLocks noChangeAspect="1"/>
          </p:cNvPicPr>
          <p:nvPr/>
        </p:nvPicPr>
        <p:blipFill>
          <a:blip r:embed="rId3"/>
          <a:stretch>
            <a:fillRect/>
          </a:stretch>
        </p:blipFill>
        <p:spPr>
          <a:xfrm>
            <a:off x="502920" y="1216152"/>
            <a:ext cx="6766560" cy="3455501"/>
          </a:xfrm>
          <a:prstGeom prst="rect">
            <a:avLst/>
          </a:prstGeom>
          <a:ln w="9525">
            <a:solidFill>
              <a:srgbClr val="D9D9D9"/>
            </a:solidFill>
          </a:ln>
        </p:spPr>
      </p:pic>
      <p:sp>
        <p:nvSpPr>
          <p:cNvPr id="7" name="Rounded Rectangle 6"/>
          <p:cNvSpPr/>
          <p:nvPr/>
        </p:nvSpPr>
        <p:spPr>
          <a:xfrm>
            <a:off x="502920" y="4808813"/>
            <a:ext cx="6766560" cy="1482259"/>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Türkiye'yi iklime göre bölgelere ayırsak sınır nereden geçer?</a:t>
            </a:r>
          </a:p>
        </p:txBody>
      </p:sp>
      <p:sp>
        <p:nvSpPr>
          <p:cNvPr id="8" name="Rounded Rectangle 7"/>
          <p:cNvSpPr/>
          <p:nvPr/>
        </p:nvSpPr>
        <p:spPr>
          <a:xfrm>
            <a:off x="7498080" y="1216152"/>
            <a:ext cx="4190695" cy="13898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Kaç iklim bölgesi olur?</a:t>
            </a:r>
          </a:p>
        </p:txBody>
      </p:sp>
      <p:sp>
        <p:nvSpPr>
          <p:cNvPr id="9" name="Rounded Rectangle 8"/>
          <p:cNvSpPr/>
          <p:nvPr/>
        </p:nvSpPr>
        <p:spPr>
          <a:xfrm>
            <a:off x="7498080" y="2715768"/>
            <a:ext cx="4190695" cy="13898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Sınır nereden geçer: kıyıdan mı, dağdan mı?</a:t>
            </a:r>
          </a:p>
        </p:txBody>
      </p:sp>
      <p:sp>
        <p:nvSpPr>
          <p:cNvPr id="10" name="Rounded Rectangle 9"/>
          <p:cNvSpPr/>
          <p:nvPr/>
        </p:nvSpPr>
        <p:spPr>
          <a:xfrm>
            <a:off x="7498080" y="4215384"/>
            <a:ext cx="4190695" cy="13898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Sınır keskin bir çizgi mi, geçiş alanı mı?</a:t>
            </a:r>
          </a:p>
        </p:txBody>
      </p:sp>
      <p:sp>
        <p:nvSpPr>
          <p:cNvPr id="11" name="Rounded Rectangle 10"/>
          <p:cNvSpPr/>
          <p:nvPr/>
        </p:nvSpPr>
        <p:spPr>
          <a:xfrm>
            <a:off x="7498080" y="5696712"/>
            <a:ext cx="4190695" cy="576072"/>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Fikir yargılanmaz · 1 dakika</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187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Varsayım: iklim bölgelerinin sınırı nereden geçer? — örnek</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4_s218_dilsiz.jpg"/>
          <p:cNvPicPr>
            <a:picLocks noChangeAspect="1"/>
          </p:cNvPicPr>
          <p:nvPr/>
        </p:nvPicPr>
        <p:blipFill>
          <a:blip r:embed="rId3"/>
          <a:stretch>
            <a:fillRect/>
          </a:stretch>
        </p:blipFill>
        <p:spPr>
          <a:xfrm>
            <a:off x="502920" y="1216152"/>
            <a:ext cx="6766560" cy="3455501"/>
          </a:xfrm>
          <a:prstGeom prst="rect">
            <a:avLst/>
          </a:prstGeom>
          <a:ln w="9525">
            <a:solidFill>
              <a:srgbClr val="D9D9D9"/>
            </a:solidFill>
          </a:ln>
        </p:spPr>
      </p:pic>
      <p:sp>
        <p:nvSpPr>
          <p:cNvPr id="7" name="Rounded Rectangle 6"/>
          <p:cNvSpPr/>
          <p:nvPr/>
        </p:nvSpPr>
        <p:spPr>
          <a:xfrm>
            <a:off x="502920" y="4808813"/>
            <a:ext cx="6766560" cy="1482259"/>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Türkiye'yi iklime göre bölgelere ayırsak sınır nereden geçer?</a:t>
            </a:r>
          </a:p>
        </p:txBody>
      </p:sp>
      <p:sp>
        <p:nvSpPr>
          <p:cNvPr id="8" name="Rounded Rectangle 7"/>
          <p:cNvSpPr/>
          <p:nvPr/>
        </p:nvSpPr>
        <p:spPr>
          <a:xfrm>
            <a:off x="7498080" y="1216152"/>
            <a:ext cx="4190695" cy="4343400"/>
          </a:xfrm>
          <a:prstGeom prst="roundRect">
            <a:avLst>
              <a:gd name="adj" fmla="val 6000"/>
            </a:avLst>
          </a:prstGeom>
          <a:solidFill>
            <a:srgbClr val="E3F1E4"/>
          </a:solidFill>
          <a:ln>
            <a:noFill/>
          </a:ln>
          <a:effectLst/>
        </p:spPr>
        <p:txBody>
          <a:bodyPr rtlCol="0" anchor="ctr"/>
          <a:lstStyle/>
          <a:p/>
        </p:txBody>
      </p:sp>
      <p:sp>
        <p:nvSpPr>
          <p:cNvPr id="9" name="Rectangle 8"/>
          <p:cNvSpPr/>
          <p:nvPr/>
        </p:nvSpPr>
        <p:spPr>
          <a:xfrm>
            <a:off x="7498080" y="1216152"/>
            <a:ext cx="109728" cy="4343400"/>
          </a:xfrm>
          <a:prstGeom prst="rect">
            <a:avLst/>
          </a:prstGeom>
          <a:solidFill>
            <a:srgbClr val="2E7D32"/>
          </a:solidFill>
          <a:ln>
            <a:noFill/>
          </a:ln>
          <a:effectLst/>
        </p:spPr>
        <p:txBody>
          <a:bodyPr rtlCol="0" anchor="ctr"/>
          <a:lstStyle/>
          <a:p/>
        </p:txBody>
      </p:sp>
      <p:sp>
        <p:nvSpPr>
          <p:cNvPr id="10" name="TextBox 9"/>
          <p:cNvSpPr txBox="1"/>
          <p:nvPr/>
        </p:nvSpPr>
        <p:spPr>
          <a:xfrm>
            <a:off x="7726680" y="1271016"/>
            <a:ext cx="3870655" cy="42336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Örnek varsayımlar</a:t>
            </a:r>
          </a:p>
          <a:p>
            <a:pPr algn="l" marL="236189" indent="-236189">
              <a:spcBef>
                <a:spcPts val="0"/>
              </a:spcBef>
              <a:spcAft>
                <a:spcPts val="500"/>
              </a:spcAft>
            </a:pPr>
            <a:r>
              <a:rPr lang="tr-TR" sz="1900" b="1" i="0">
                <a:solidFill>
                  <a:srgbClr val="2E7D32"/>
                </a:solidFill>
                <a:latin typeface="Calibri"/>
              </a:rPr>
              <a:t>•  </a:t>
            </a:r>
            <a:r>
              <a:rPr lang="tr-TR" sz="1900" b="0" i="0">
                <a:solidFill>
                  <a:srgbClr val="262626"/>
                </a:solidFill>
                <a:latin typeface="Calibri"/>
              </a:rPr>
              <a:t>Kıyılar ile iç kesimler farklı bölgede olur: deniz etkisi.</a:t>
            </a:r>
          </a:p>
          <a:p>
            <a:pPr algn="l" marL="236189" indent="-236189">
              <a:spcBef>
                <a:spcPts val="0"/>
              </a:spcBef>
              <a:spcAft>
                <a:spcPts val="500"/>
              </a:spcAft>
            </a:pPr>
            <a:r>
              <a:rPr lang="tr-TR" sz="1900" b="1" i="0">
                <a:solidFill>
                  <a:srgbClr val="2E7D32"/>
                </a:solidFill>
                <a:latin typeface="Calibri"/>
              </a:rPr>
              <a:t>•  </a:t>
            </a:r>
            <a:r>
              <a:rPr lang="tr-TR" sz="1900" b="0" i="0">
                <a:solidFill>
                  <a:srgbClr val="262626"/>
                </a:solidFill>
                <a:latin typeface="Calibri"/>
              </a:rPr>
              <a:t>Karadeniz kıyısı ayrı bir bölgedir: çok yağış alır.</a:t>
            </a:r>
          </a:p>
          <a:p>
            <a:pPr algn="l" marL="236189" indent="-236189">
              <a:spcBef>
                <a:spcPts val="0"/>
              </a:spcBef>
              <a:spcAft>
                <a:spcPts val="500"/>
              </a:spcAft>
            </a:pPr>
            <a:r>
              <a:rPr lang="tr-TR" sz="1900" b="1" i="0">
                <a:solidFill>
                  <a:srgbClr val="2E7D32"/>
                </a:solidFill>
                <a:latin typeface="Calibri"/>
              </a:rPr>
              <a:t>•  </a:t>
            </a:r>
            <a:r>
              <a:rPr lang="tr-TR" sz="1900" b="0" i="0">
                <a:solidFill>
                  <a:srgbClr val="262626"/>
                </a:solidFill>
                <a:latin typeface="Calibri"/>
              </a:rPr>
              <a:t>Doğu daha soğuktur: yükselti fazla.</a:t>
            </a:r>
          </a:p>
          <a:p>
            <a:pPr algn="l" marL="236189" indent="-236189">
              <a:spcBef>
                <a:spcPts val="0"/>
              </a:spcBef>
              <a:spcAft>
                <a:spcPts val="500"/>
              </a:spcAft>
            </a:pPr>
            <a:r>
              <a:rPr lang="tr-TR" sz="1900" b="1" i="0">
                <a:solidFill>
                  <a:srgbClr val="2E7D32"/>
                </a:solidFill>
                <a:latin typeface="Calibri"/>
              </a:rPr>
              <a:t>•  </a:t>
            </a:r>
            <a:r>
              <a:rPr lang="tr-TR" sz="1900" b="0" i="0">
                <a:solidFill>
                  <a:srgbClr val="262626"/>
                </a:solidFill>
                <a:latin typeface="Calibri"/>
              </a:rPr>
              <a:t>Sınır dağların üzerinden geçer.</a:t>
            </a:r>
          </a:p>
          <a:p>
            <a:pPr algn="l" marL="236189" indent="-236189">
              <a:spcBef>
                <a:spcPts val="0"/>
              </a:spcBef>
              <a:spcAft>
                <a:spcPts val="0"/>
              </a:spcAft>
            </a:pPr>
            <a:r>
              <a:rPr lang="tr-TR" sz="1900" b="1" i="0">
                <a:solidFill>
                  <a:srgbClr val="2E7D32"/>
                </a:solidFill>
                <a:latin typeface="Calibri"/>
              </a:rPr>
              <a:t>•  </a:t>
            </a:r>
            <a:r>
              <a:rPr lang="tr-TR" sz="1900" b="0" i="0">
                <a:solidFill>
                  <a:srgbClr val="262626"/>
                </a:solidFill>
                <a:latin typeface="Calibri"/>
              </a:rPr>
              <a:t>Sınır keskin değildir: geçiş alanı vardır.</a:t>
            </a:r>
          </a:p>
        </p:txBody>
      </p:sp>
      <p:sp>
        <p:nvSpPr>
          <p:cNvPr id="11" name="Rounded Rectangle 10"/>
          <p:cNvSpPr/>
          <p:nvPr/>
        </p:nvSpPr>
        <p:spPr>
          <a:xfrm>
            <a:off x="7498080" y="5650992"/>
            <a:ext cx="4190695" cy="621792"/>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262626"/>
                </a:solidFill>
                <a:latin typeface="Calibri"/>
              </a:rPr>
              <a:t>Etkinlikte dünya haritasıyla sınayacağız</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187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Neden bölge oluştururuz?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SORU</a:t>
            </a:r>
          </a:p>
        </p:txBody>
      </p:sp>
      <p:sp>
        <p:nvSpPr>
          <p:cNvPr id="6" name="Rounded Rectangle 5"/>
          <p:cNvSpPr/>
          <p:nvPr/>
        </p:nvSpPr>
        <p:spPr>
          <a:xfrm>
            <a:off x="502920" y="1261872"/>
            <a:ext cx="5492343" cy="2377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92343"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527048"/>
            <a:ext cx="5492343"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6187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1. soru</a:t>
            </a:r>
          </a:p>
        </p:txBody>
      </p:sp>
      <p:sp>
        <p:nvSpPr>
          <p:cNvPr id="10" name="TextBox 9"/>
          <p:cNvSpPr txBox="1"/>
          <p:nvPr/>
        </p:nvSpPr>
        <p:spPr>
          <a:xfrm>
            <a:off x="612648" y="1865376"/>
            <a:ext cx="5272887" cy="1700784"/>
          </a:xfrm>
          <a:prstGeom prst="rect">
            <a:avLst/>
          </a:prstGeom>
          <a:noFill/>
        </p:spPr>
        <p:txBody>
          <a:bodyPr wrap="square" anchor="t" lIns="73152" rIns="73152" tIns="36576" bIns="36576">
            <a:noAutofit/>
          </a:bodyPr>
          <a:lstStyle/>
          <a:p>
            <a:pPr algn="l">
              <a:spcBef>
                <a:spcPts val="0"/>
              </a:spcBef>
              <a:spcAft>
                <a:spcPts val="0"/>
              </a:spcAft>
            </a:pPr>
            <a:r>
              <a:rPr lang="tr-TR" sz="2600" b="0" i="0">
                <a:solidFill>
                  <a:srgbClr val="262626"/>
                </a:solidFill>
                <a:latin typeface="Calibri"/>
              </a:rPr>
              <a:t>Coğrafya biliminde bölge oluşturulmasına neden ihtiyaç duyulmuştur?</a:t>
            </a:r>
          </a:p>
        </p:txBody>
      </p:sp>
      <p:sp>
        <p:nvSpPr>
          <p:cNvPr id="11" name="Rounded Rectangle 10"/>
          <p:cNvSpPr/>
          <p:nvPr/>
        </p:nvSpPr>
        <p:spPr>
          <a:xfrm>
            <a:off x="6196431" y="1261872"/>
            <a:ext cx="5492343" cy="23774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6431" y="1261872"/>
            <a:ext cx="5492343"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196431" y="1527048"/>
            <a:ext cx="5492343" cy="265176"/>
          </a:xfrm>
          <a:prstGeom prst="rect">
            <a:avLst/>
          </a:prstGeom>
          <a:solidFill>
            <a:srgbClr val="4F4F4F"/>
          </a:solidFill>
          <a:ln>
            <a:noFill/>
          </a:ln>
          <a:effectLst/>
        </p:spPr>
        <p:txBody>
          <a:bodyPr rtlCol="0" anchor="ctr"/>
          <a:lstStyle/>
          <a:p/>
        </p:txBody>
      </p:sp>
      <p:sp>
        <p:nvSpPr>
          <p:cNvPr id="14" name="TextBox 13"/>
          <p:cNvSpPr txBox="1"/>
          <p:nvPr/>
        </p:nvSpPr>
        <p:spPr>
          <a:xfrm>
            <a:off x="6287871" y="126187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2. soru</a:t>
            </a:r>
          </a:p>
        </p:txBody>
      </p:sp>
      <p:sp>
        <p:nvSpPr>
          <p:cNvPr id="15" name="TextBox 14"/>
          <p:cNvSpPr txBox="1"/>
          <p:nvPr/>
        </p:nvSpPr>
        <p:spPr>
          <a:xfrm>
            <a:off x="6306159" y="1865376"/>
            <a:ext cx="5272887" cy="1700784"/>
          </a:xfrm>
          <a:prstGeom prst="rect">
            <a:avLst/>
          </a:prstGeom>
          <a:noFill/>
        </p:spPr>
        <p:txBody>
          <a:bodyPr wrap="square" anchor="t" lIns="73152" rIns="73152" tIns="36576" bIns="36576">
            <a:noAutofit/>
          </a:bodyPr>
          <a:lstStyle/>
          <a:p>
            <a:pPr algn="l">
              <a:spcBef>
                <a:spcPts val="0"/>
              </a:spcBef>
              <a:spcAft>
                <a:spcPts val="0"/>
              </a:spcAft>
            </a:pPr>
            <a:r>
              <a:rPr lang="tr-TR" sz="2600" b="0" i="0">
                <a:solidFill>
                  <a:srgbClr val="262626"/>
                </a:solidFill>
                <a:latin typeface="Calibri"/>
              </a:rPr>
              <a:t>Bölge oluşturmanın gerekçeleri nelerdir?</a:t>
            </a:r>
          </a:p>
        </p:txBody>
      </p:sp>
      <p:sp>
        <p:nvSpPr>
          <p:cNvPr id="16" name="Rounded Rectangle 15"/>
          <p:cNvSpPr/>
          <p:nvPr/>
        </p:nvSpPr>
        <p:spPr>
          <a:xfrm>
            <a:off x="502920" y="3822192"/>
            <a:ext cx="11185855" cy="246888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7" name="Connector 16"/>
          <p:cNvCxnSpPr/>
          <p:nvPr/>
        </p:nvCxnSpPr>
        <p:spPr>
          <a:xfrm>
            <a:off x="685800" y="4233672"/>
            <a:ext cx="10820095" cy="0"/>
          </a:xfrm>
          <a:prstGeom prst="line">
            <a:avLst/>
          </a:prstGeom>
          <a:ln w="12700">
            <a:solidFill>
              <a:srgbClr val="D9D9D9"/>
            </a:solidFill>
            <a:prstDash val="dash"/>
          </a:ln>
        </p:spPr>
      </p:cxnSp>
      <p:cxnSp>
        <p:nvCxnSpPr>
          <p:cNvPr id="18" name="Connector 17"/>
          <p:cNvCxnSpPr/>
          <p:nvPr/>
        </p:nvCxnSpPr>
        <p:spPr>
          <a:xfrm>
            <a:off x="685800" y="4645152"/>
            <a:ext cx="10820095" cy="0"/>
          </a:xfrm>
          <a:prstGeom prst="line">
            <a:avLst/>
          </a:prstGeom>
          <a:ln w="12700">
            <a:solidFill>
              <a:srgbClr val="D9D9D9"/>
            </a:solidFill>
            <a:prstDash val="dash"/>
          </a:ln>
        </p:spPr>
      </p:cxnSp>
      <p:cxnSp>
        <p:nvCxnSpPr>
          <p:cNvPr id="19" name="Connector 18"/>
          <p:cNvCxnSpPr/>
          <p:nvPr/>
        </p:nvCxnSpPr>
        <p:spPr>
          <a:xfrm>
            <a:off x="685800" y="5056632"/>
            <a:ext cx="10820095" cy="0"/>
          </a:xfrm>
          <a:prstGeom prst="line">
            <a:avLst/>
          </a:prstGeom>
          <a:ln w="12700">
            <a:solidFill>
              <a:srgbClr val="D9D9D9"/>
            </a:solidFill>
            <a:prstDash val="dash"/>
          </a:ln>
        </p:spPr>
      </p:cxnSp>
      <p:cxnSp>
        <p:nvCxnSpPr>
          <p:cNvPr id="20" name="Connector 19"/>
          <p:cNvCxnSpPr/>
          <p:nvPr/>
        </p:nvCxnSpPr>
        <p:spPr>
          <a:xfrm>
            <a:off x="685800" y="5468112"/>
            <a:ext cx="10820095" cy="0"/>
          </a:xfrm>
          <a:prstGeom prst="line">
            <a:avLst/>
          </a:prstGeom>
          <a:ln w="12700">
            <a:solidFill>
              <a:srgbClr val="D9D9D9"/>
            </a:solidFill>
            <a:prstDash val="dash"/>
          </a:ln>
        </p:spPr>
      </p:cxnSp>
      <p:cxnSp>
        <p:nvCxnSpPr>
          <p:cNvPr id="21" name="Connector 20"/>
          <p:cNvCxnSpPr/>
          <p:nvPr/>
        </p:nvCxnSpPr>
        <p:spPr>
          <a:xfrm>
            <a:off x="685800" y="5879592"/>
            <a:ext cx="10820095" cy="0"/>
          </a:xfrm>
          <a:prstGeom prst="line">
            <a:avLst/>
          </a:prstGeom>
          <a:ln w="12700">
            <a:solidFill>
              <a:srgbClr val="D9D9D9"/>
            </a:solidFill>
            <a:prstDash val="dash"/>
          </a:ln>
        </p:spPr>
      </p:cxn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187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Bölge: kitabın cevabı ve tanım</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11185855" cy="14630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46304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10774375" cy="14630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İnsanların bu alanları belirli özelliklere göre gruplandırmadan veya sınırlandırmadan algılayabilmesi oldukça güçtür. Bu nedenle dünyayı daha iyi anlamak ve anlatmak için yeryüzünde belirli kriterlere göre benzerlik gösteren alanlar tespit edilerek bölgeler oluşturulmuştur.</a:t>
            </a:r>
          </a:p>
        </p:txBody>
      </p:sp>
      <p:sp>
        <p:nvSpPr>
          <p:cNvPr id="9" name="Rounded Rectangle 8"/>
          <p:cNvSpPr/>
          <p:nvPr/>
        </p:nvSpPr>
        <p:spPr>
          <a:xfrm>
            <a:off x="502920" y="2816352"/>
            <a:ext cx="5394960" cy="3474720"/>
          </a:xfrm>
          <a:prstGeom prst="roundRect">
            <a:avLst>
              <a:gd name="adj" fmla="val 6000"/>
            </a:avLst>
          </a:prstGeom>
          <a:solidFill>
            <a:srgbClr val="F0F0F0"/>
          </a:solidFill>
          <a:ln>
            <a:noFill/>
          </a:ln>
          <a:effectLst/>
        </p:spPr>
        <p:txBody>
          <a:bodyPr rtlCol="0" anchor="ctr"/>
          <a:lstStyle/>
          <a:p/>
        </p:txBody>
      </p:sp>
      <p:sp>
        <p:nvSpPr>
          <p:cNvPr id="10" name="Rectangle 9"/>
          <p:cNvSpPr/>
          <p:nvPr/>
        </p:nvSpPr>
        <p:spPr>
          <a:xfrm>
            <a:off x="502920" y="2816352"/>
            <a:ext cx="146304" cy="3474720"/>
          </a:xfrm>
          <a:prstGeom prst="rect">
            <a:avLst/>
          </a:prstGeom>
          <a:solidFill>
            <a:srgbClr val="2A5D8F"/>
          </a:solidFill>
          <a:ln>
            <a:noFill/>
          </a:ln>
          <a:effectLst/>
        </p:spPr>
        <p:txBody>
          <a:bodyPr rtlCol="0" anchor="ctr"/>
          <a:lstStyle/>
          <a:p/>
        </p:txBody>
      </p:sp>
      <p:sp>
        <p:nvSpPr>
          <p:cNvPr id="11" name="TextBox 10"/>
          <p:cNvSpPr txBox="1"/>
          <p:nvPr/>
        </p:nvSpPr>
        <p:spPr>
          <a:xfrm>
            <a:off x="868680" y="2926080"/>
            <a:ext cx="4846320"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A5D8F"/>
                </a:solidFill>
                <a:latin typeface="Calibri"/>
              </a:rPr>
              <a:t>BÖLGE</a:t>
            </a:r>
          </a:p>
        </p:txBody>
      </p:sp>
      <p:sp>
        <p:nvSpPr>
          <p:cNvPr id="12" name="TextBox 11"/>
          <p:cNvSpPr txBox="1"/>
          <p:nvPr/>
        </p:nvSpPr>
        <p:spPr>
          <a:xfrm>
            <a:off x="868680" y="3319272"/>
            <a:ext cx="4846320" cy="28346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Yeryüzünün doğal ve beşerî unsurlar bakımından kendi içinde benzerlik gösteren parçalarına bölge adı verilir.</a:t>
            </a:r>
          </a:p>
        </p:txBody>
      </p:sp>
      <p:sp>
        <p:nvSpPr>
          <p:cNvPr id="13" name="TextBox 12"/>
          <p:cNvSpPr txBox="1"/>
          <p:nvPr/>
        </p:nvSpPr>
        <p:spPr>
          <a:xfrm>
            <a:off x="6099048" y="2816352"/>
            <a:ext cx="5589727" cy="41148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2A5D8F"/>
                </a:solidFill>
                <a:latin typeface="Calibri"/>
              </a:rPr>
              <a:t>Bölge belirleme kriterleri</a:t>
            </a:r>
          </a:p>
        </p:txBody>
      </p:sp>
      <p:sp>
        <p:nvSpPr>
          <p:cNvPr id="14" name="Rounded Rectangle 13"/>
          <p:cNvSpPr/>
          <p:nvPr/>
        </p:nvSpPr>
        <p:spPr>
          <a:xfrm>
            <a:off x="6099048" y="3273552"/>
            <a:ext cx="5589727" cy="1444752"/>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099048" y="3273552"/>
            <a:ext cx="5589727" cy="457200"/>
          </a:xfrm>
          <a:prstGeom prst="roundRect">
            <a:avLst>
              <a:gd name="adj" fmla="val 25000"/>
            </a:avLst>
          </a:prstGeom>
          <a:solidFill>
            <a:srgbClr val="3E7D3A"/>
          </a:solidFill>
          <a:ln>
            <a:noFill/>
          </a:ln>
          <a:effectLst/>
        </p:spPr>
        <p:txBody>
          <a:bodyPr rtlCol="0" anchor="ctr"/>
          <a:lstStyle/>
          <a:p/>
        </p:txBody>
      </p:sp>
      <p:sp>
        <p:nvSpPr>
          <p:cNvPr id="16" name="Rectangle 15"/>
          <p:cNvSpPr/>
          <p:nvPr/>
        </p:nvSpPr>
        <p:spPr>
          <a:xfrm>
            <a:off x="6099048" y="3502152"/>
            <a:ext cx="5589727" cy="228600"/>
          </a:xfrm>
          <a:prstGeom prst="rect">
            <a:avLst/>
          </a:prstGeom>
          <a:solidFill>
            <a:srgbClr val="3E7D3A"/>
          </a:solidFill>
          <a:ln>
            <a:noFill/>
          </a:ln>
          <a:effectLst/>
        </p:spPr>
        <p:txBody>
          <a:bodyPr rtlCol="0" anchor="ctr"/>
          <a:lstStyle/>
          <a:p/>
        </p:txBody>
      </p:sp>
      <p:sp>
        <p:nvSpPr>
          <p:cNvPr id="17" name="TextBox 16"/>
          <p:cNvSpPr txBox="1"/>
          <p:nvPr/>
        </p:nvSpPr>
        <p:spPr>
          <a:xfrm>
            <a:off x="6190488" y="3273552"/>
            <a:ext cx="5406847" cy="4572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Fiziki unsurlar</a:t>
            </a:r>
          </a:p>
        </p:txBody>
      </p:sp>
      <p:sp>
        <p:nvSpPr>
          <p:cNvPr id="18" name="Rounded Rectangle 17"/>
          <p:cNvSpPr/>
          <p:nvPr/>
        </p:nvSpPr>
        <p:spPr>
          <a:xfrm>
            <a:off x="6236208" y="3840480"/>
            <a:ext cx="1456623" cy="420624"/>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yer şekilleri</a:t>
            </a:r>
          </a:p>
        </p:txBody>
      </p:sp>
      <p:sp>
        <p:nvSpPr>
          <p:cNvPr id="19" name="Rounded Rectangle 18"/>
          <p:cNvSpPr/>
          <p:nvPr/>
        </p:nvSpPr>
        <p:spPr>
          <a:xfrm>
            <a:off x="7802559" y="3840480"/>
            <a:ext cx="826074" cy="420624"/>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iklim</a:t>
            </a:r>
          </a:p>
        </p:txBody>
      </p:sp>
      <p:sp>
        <p:nvSpPr>
          <p:cNvPr id="20" name="Rounded Rectangle 19"/>
          <p:cNvSpPr/>
          <p:nvPr/>
        </p:nvSpPr>
        <p:spPr>
          <a:xfrm>
            <a:off x="8738361" y="3840480"/>
            <a:ext cx="1464423" cy="420624"/>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bitki örtüsü</a:t>
            </a:r>
          </a:p>
        </p:txBody>
      </p:sp>
      <p:sp>
        <p:nvSpPr>
          <p:cNvPr id="21" name="Rounded Rectangle 20"/>
          <p:cNvSpPr/>
          <p:nvPr/>
        </p:nvSpPr>
        <p:spPr>
          <a:xfrm>
            <a:off x="10312512" y="3840480"/>
            <a:ext cx="658347" cy="420624"/>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vb.</a:t>
            </a:r>
          </a:p>
        </p:txBody>
      </p:sp>
      <p:sp>
        <p:nvSpPr>
          <p:cNvPr id="22" name="Rounded Rectangle 21"/>
          <p:cNvSpPr/>
          <p:nvPr/>
        </p:nvSpPr>
        <p:spPr>
          <a:xfrm>
            <a:off x="6099048" y="4846320"/>
            <a:ext cx="5589727" cy="1444752"/>
          </a:xfrm>
          <a:prstGeom prst="roundRect">
            <a:avLst>
              <a:gd name="adj" fmla="val 5000"/>
            </a:avLst>
          </a:prstGeom>
          <a:solidFill>
            <a:srgbClr val="F0F0F0"/>
          </a:solidFill>
          <a:ln>
            <a:noFill/>
          </a:ln>
          <a:effectLst/>
        </p:spPr>
        <p:txBody>
          <a:bodyPr rtlCol="0" anchor="ctr"/>
          <a:lstStyle/>
          <a:p/>
        </p:txBody>
      </p:sp>
      <p:sp>
        <p:nvSpPr>
          <p:cNvPr id="23" name="Rounded Rectangle 22"/>
          <p:cNvSpPr/>
          <p:nvPr/>
        </p:nvSpPr>
        <p:spPr>
          <a:xfrm>
            <a:off x="6099048" y="4846320"/>
            <a:ext cx="5589727" cy="457200"/>
          </a:xfrm>
          <a:prstGeom prst="roundRect">
            <a:avLst>
              <a:gd name="adj" fmla="val 25000"/>
            </a:avLst>
          </a:prstGeom>
          <a:solidFill>
            <a:srgbClr val="B05A1E"/>
          </a:solidFill>
          <a:ln>
            <a:noFill/>
          </a:ln>
          <a:effectLst/>
        </p:spPr>
        <p:txBody>
          <a:bodyPr rtlCol="0" anchor="ctr"/>
          <a:lstStyle/>
          <a:p/>
        </p:txBody>
      </p:sp>
      <p:sp>
        <p:nvSpPr>
          <p:cNvPr id="24" name="Rectangle 23"/>
          <p:cNvSpPr/>
          <p:nvPr/>
        </p:nvSpPr>
        <p:spPr>
          <a:xfrm>
            <a:off x="6099048" y="5074920"/>
            <a:ext cx="5589727" cy="228600"/>
          </a:xfrm>
          <a:prstGeom prst="rect">
            <a:avLst/>
          </a:prstGeom>
          <a:solidFill>
            <a:srgbClr val="B05A1E"/>
          </a:solidFill>
          <a:ln>
            <a:noFill/>
          </a:ln>
          <a:effectLst/>
        </p:spPr>
        <p:txBody>
          <a:bodyPr rtlCol="0" anchor="ctr"/>
          <a:lstStyle/>
          <a:p/>
        </p:txBody>
      </p:sp>
      <p:sp>
        <p:nvSpPr>
          <p:cNvPr id="25" name="TextBox 24"/>
          <p:cNvSpPr txBox="1"/>
          <p:nvPr/>
        </p:nvSpPr>
        <p:spPr>
          <a:xfrm>
            <a:off x="6190488" y="4846320"/>
            <a:ext cx="5406847" cy="4572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unsurlar</a:t>
            </a:r>
          </a:p>
        </p:txBody>
      </p:sp>
      <p:sp>
        <p:nvSpPr>
          <p:cNvPr id="26" name="Rounded Rectangle 25"/>
          <p:cNvSpPr/>
          <p:nvPr/>
        </p:nvSpPr>
        <p:spPr>
          <a:xfrm>
            <a:off x="6236208" y="5413248"/>
            <a:ext cx="903923"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nüfus</a:t>
            </a:r>
          </a:p>
        </p:txBody>
      </p:sp>
      <p:sp>
        <p:nvSpPr>
          <p:cNvPr id="27" name="Rounded Rectangle 26"/>
          <p:cNvSpPr/>
          <p:nvPr/>
        </p:nvSpPr>
        <p:spPr>
          <a:xfrm>
            <a:off x="7249859" y="5413248"/>
            <a:ext cx="1240260"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yerleşme</a:t>
            </a:r>
          </a:p>
        </p:txBody>
      </p:sp>
      <p:sp>
        <p:nvSpPr>
          <p:cNvPr id="28" name="Rounded Rectangle 27"/>
          <p:cNvSpPr/>
          <p:nvPr/>
        </p:nvSpPr>
        <p:spPr>
          <a:xfrm>
            <a:off x="8599847" y="5413248"/>
            <a:ext cx="966466"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sanayi</a:t>
            </a:r>
          </a:p>
        </p:txBody>
      </p:sp>
      <p:sp>
        <p:nvSpPr>
          <p:cNvPr id="29" name="Rounded Rectangle 28"/>
          <p:cNvSpPr/>
          <p:nvPr/>
        </p:nvSpPr>
        <p:spPr>
          <a:xfrm>
            <a:off x="9676041" y="5413248"/>
            <a:ext cx="881848"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tarım</a:t>
            </a:r>
          </a:p>
        </p:txBody>
      </p:sp>
      <p:sp>
        <p:nvSpPr>
          <p:cNvPr id="30" name="Rounded Rectangle 29"/>
          <p:cNvSpPr/>
          <p:nvPr/>
        </p:nvSpPr>
        <p:spPr>
          <a:xfrm>
            <a:off x="6236208" y="5925312"/>
            <a:ext cx="988651"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turizm</a:t>
            </a:r>
          </a:p>
        </p:txBody>
      </p:sp>
      <p:sp>
        <p:nvSpPr>
          <p:cNvPr id="31" name="Rounded Rectangle 30"/>
          <p:cNvSpPr/>
          <p:nvPr/>
        </p:nvSpPr>
        <p:spPr>
          <a:xfrm>
            <a:off x="7334587" y="5925312"/>
            <a:ext cx="658347" cy="420624"/>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800" b="0" i="0">
                <a:solidFill>
                  <a:srgbClr val="262626"/>
                </a:solidFill>
                <a:latin typeface="Calibri"/>
              </a:rPr>
              <a:t>vb.</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 219</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187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Bölge belirleme kriterlerinden hangisi BEŞERÎ bir unsurdur?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Yer şekilleri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İklim</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Turizm</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Bitki örtüsü</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Toprak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187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Bölge belirleme kriterlerinden hangisi BEŞERÎ bir unsurdur?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Yer şekilleri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İklim</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Turizm</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Bitki örtüsü</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Toprak</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Kitap s. 217: beşerî unsurlar nüfus, yerleşme, sanayi, tarım, turizm vb.; yer şekilleri, iklim ve bitki örtüsü fiziki unsurlardır. Toprak da doğal bir unsurdur (s. 219: toprak bölgeleri).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187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Bölge Belirleme Kriterleri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14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Bölge ve bölge sınırı hakkında varsayımlarda bulunabilme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Çıkarım Yapma, Kendini Düzenleme (Öz Düzenleme), İletişim</a:t>
            </a:r>
          </a:p>
        </p:txBody>
      </p:sp>
      <p:sp>
        <p:nvSpPr>
          <p:cNvPr id="11" name="Rounded Rectangle 10"/>
          <p:cNvSpPr/>
          <p:nvPr/>
        </p:nvSpPr>
        <p:spPr>
          <a:xfrm>
            <a:off x="502920" y="2286000"/>
            <a:ext cx="11185855" cy="713232"/>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50" b="1" i="0">
                <a:solidFill>
                  <a:srgbClr val="262626"/>
                </a:solidFill>
                <a:latin typeface="Calibri"/>
              </a:rPr>
              <a:t>Yönerge: Aşağıdaki işlem adımlarını dünya iklim tipleri dağılışı haritasından yararlanarak uygulayınız.</a:t>
            </a:r>
          </a:p>
        </p:txBody>
      </p:sp>
      <p:sp>
        <p:nvSpPr>
          <p:cNvPr id="12" name="Rounded Rectangle 11"/>
          <p:cNvSpPr/>
          <p:nvPr/>
        </p:nvSpPr>
        <p:spPr>
          <a:xfrm>
            <a:off x="502920" y="3136392"/>
            <a:ext cx="11185855" cy="96621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136392"/>
            <a:ext cx="1600200" cy="966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ADIM</a:t>
            </a:r>
          </a:p>
        </p:txBody>
      </p:sp>
      <p:sp>
        <p:nvSpPr>
          <p:cNvPr id="14" name="TextBox 13"/>
          <p:cNvSpPr txBox="1"/>
          <p:nvPr/>
        </p:nvSpPr>
        <p:spPr>
          <a:xfrm>
            <a:off x="2240280" y="3136392"/>
            <a:ext cx="812261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İki soruyu cevaplayın ve tartışın: kriterler; Türkiye'nin iklim bölgeleri.</a:t>
            </a:r>
          </a:p>
        </p:txBody>
      </p:sp>
      <p:sp>
        <p:nvSpPr>
          <p:cNvPr id="15" name="Rounded Rectangle 14"/>
          <p:cNvSpPr/>
          <p:nvPr/>
        </p:nvSpPr>
        <p:spPr>
          <a:xfrm>
            <a:off x="10545775" y="334518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16" name="Rounded Rectangle 15"/>
          <p:cNvSpPr/>
          <p:nvPr/>
        </p:nvSpPr>
        <p:spPr>
          <a:xfrm>
            <a:off x="502920" y="4230624"/>
            <a:ext cx="11185855" cy="966216"/>
          </a:xfrm>
          <a:prstGeom prst="roundRect">
            <a:avLst>
              <a:gd name="adj" fmla="val 8000"/>
            </a:avLst>
          </a:prstGeom>
          <a:solidFill>
            <a:srgbClr val="F0F0F0"/>
          </a:solidFill>
          <a:ln>
            <a:noFill/>
          </a:ln>
          <a:effectLst/>
        </p:spPr>
        <p:txBody>
          <a:bodyPr rtlCol="0" anchor="ctr"/>
          <a:lstStyle/>
          <a:p/>
        </p:txBody>
      </p:sp>
      <p:sp>
        <p:nvSpPr>
          <p:cNvPr id="17" name="Rounded Rectangle 16"/>
          <p:cNvSpPr/>
          <p:nvPr/>
        </p:nvSpPr>
        <p:spPr>
          <a:xfrm>
            <a:off x="502920" y="4230624"/>
            <a:ext cx="1600200" cy="966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ADIM</a:t>
            </a:r>
          </a:p>
        </p:txBody>
      </p:sp>
      <p:sp>
        <p:nvSpPr>
          <p:cNvPr id="18" name="TextBox 17"/>
          <p:cNvSpPr txBox="1"/>
          <p:nvPr/>
        </p:nvSpPr>
        <p:spPr>
          <a:xfrm>
            <a:off x="2240280" y="4230624"/>
            <a:ext cx="812261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Dilsiz Türkiye haritasında iklim bölgelerini oluşturun.</a:t>
            </a:r>
          </a:p>
        </p:txBody>
      </p:sp>
      <p:sp>
        <p:nvSpPr>
          <p:cNvPr id="19" name="Rounded Rectangle 18"/>
          <p:cNvSpPr/>
          <p:nvPr/>
        </p:nvSpPr>
        <p:spPr>
          <a:xfrm>
            <a:off x="10545775" y="443941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7 dk</a:t>
            </a:r>
          </a:p>
        </p:txBody>
      </p:sp>
      <p:sp>
        <p:nvSpPr>
          <p:cNvPr id="20" name="Rounded Rectangle 19"/>
          <p:cNvSpPr/>
          <p:nvPr/>
        </p:nvSpPr>
        <p:spPr>
          <a:xfrm>
            <a:off x="502920" y="5324856"/>
            <a:ext cx="11185855" cy="966216"/>
          </a:xfrm>
          <a:prstGeom prst="roundRect">
            <a:avLst>
              <a:gd name="adj" fmla="val 8000"/>
            </a:avLst>
          </a:prstGeom>
          <a:solidFill>
            <a:srgbClr val="F0F0F0"/>
          </a:solidFill>
          <a:ln>
            <a:noFill/>
          </a:ln>
          <a:effectLst/>
        </p:spPr>
        <p:txBody>
          <a:bodyPr rtlCol="0" anchor="ctr"/>
          <a:lstStyle/>
          <a:p/>
        </p:txBody>
      </p:sp>
      <p:sp>
        <p:nvSpPr>
          <p:cNvPr id="21" name="Rounded Rectangle 20"/>
          <p:cNvSpPr/>
          <p:nvPr/>
        </p:nvSpPr>
        <p:spPr>
          <a:xfrm>
            <a:off x="502920" y="5324856"/>
            <a:ext cx="1600200" cy="966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1500" b="1" i="0">
                <a:solidFill>
                  <a:srgbClr val="FFFFFF"/>
                </a:solidFill>
                <a:latin typeface="Calibri"/>
              </a:rPr>
              <a:t>DEĞERLENDİRME</a:t>
            </a:r>
          </a:p>
        </p:txBody>
      </p:sp>
      <p:sp>
        <p:nvSpPr>
          <p:cNvPr id="22" name="TextBox 21"/>
          <p:cNvSpPr txBox="1"/>
          <p:nvPr/>
        </p:nvSpPr>
        <p:spPr>
          <a:xfrm>
            <a:off x="2240280" y="5324856"/>
            <a:ext cx="812261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Süreç sonunda sorular: bölge türü, amaç, coğrafya için önemi.</a:t>
            </a:r>
          </a:p>
        </p:txBody>
      </p:sp>
      <p:sp>
        <p:nvSpPr>
          <p:cNvPr id="23" name="Rounded Rectangle 22"/>
          <p:cNvSpPr/>
          <p:nvPr/>
        </p:nvSpPr>
        <p:spPr>
          <a:xfrm>
            <a:off x="10545775" y="553364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187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Dünya iklim tipleri dağılışı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a:t>
            </a:r>
          </a:p>
        </p:txBody>
      </p:sp>
      <p:pic>
        <p:nvPicPr>
          <p:cNvPr id="6" name="Picture 5" descr="h34_s218_dunya_iklim.jpg"/>
          <p:cNvPicPr>
            <a:picLocks noChangeAspect="1"/>
          </p:cNvPicPr>
          <p:nvPr/>
        </p:nvPicPr>
        <p:blipFill>
          <a:blip r:embed="rId3"/>
          <a:stretch>
            <a:fillRect/>
          </a:stretch>
        </p:blipFill>
        <p:spPr>
          <a:xfrm>
            <a:off x="1468463" y="1197864"/>
            <a:ext cx="9254768" cy="4709160"/>
          </a:xfrm>
          <a:prstGeom prst="rect">
            <a:avLst/>
          </a:prstGeom>
          <a:ln w="9525">
            <a:solidFill>
              <a:srgbClr val="D9D9D9"/>
            </a:solidFill>
          </a:ln>
        </p:spPr>
      </p:pic>
      <p:sp>
        <p:nvSpPr>
          <p:cNvPr id="7" name="TextBox 6"/>
          <p:cNvSpPr txBox="1"/>
          <p:nvPr/>
        </p:nvSpPr>
        <p:spPr>
          <a:xfrm>
            <a:off x="502920" y="5952744"/>
            <a:ext cx="11185855"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Kitap s. 218 · dünya iklim tipleri dağılışı haritası (lejant: 11 iklim tipi)</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187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kriterler ve Türkiye'nin iklim bölgeleri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ADIM · 3 dk</a:t>
            </a:r>
          </a:p>
        </p:txBody>
      </p:sp>
      <p:pic>
        <p:nvPicPr>
          <p:cNvPr id="6" name="Picture 5" descr="h34_s218_dunya_turkiye.jpg"/>
          <p:cNvPicPr>
            <a:picLocks noChangeAspect="1"/>
          </p:cNvPicPr>
          <p:nvPr/>
        </p:nvPicPr>
        <p:blipFill>
          <a:blip r:embed="rId3"/>
          <a:stretch>
            <a:fillRect/>
          </a:stretch>
        </p:blipFill>
        <p:spPr>
          <a:xfrm>
            <a:off x="502920" y="1216152"/>
            <a:ext cx="5490882" cy="3429000"/>
          </a:xfrm>
          <a:prstGeom prst="rect">
            <a:avLst/>
          </a:prstGeom>
          <a:ln w="9525">
            <a:solidFill>
              <a:srgbClr val="D9D9D9"/>
            </a:solidFill>
          </a:ln>
        </p:spPr>
      </p:pic>
      <p:sp>
        <p:nvSpPr>
          <p:cNvPr id="7" name="Freeform 6"/>
          <p:cNvSpPr/>
          <p:nvPr/>
        </p:nvSpPr>
        <p:spPr>
          <a:xfrm>
            <a:off x="1270472" y="2348544"/>
            <a:ext cx="3927866" cy="1594961"/>
          </a:xfrm>
          <a:custGeom>
            <a:avLst/>
            <a:gdLst/>
            <a:ahLst/>
            <a:cxnLst/>
            <a:rect l="l" t="t" r="r" b="b"/>
            <a:pathLst>
              <a:path w="3927866" h="1594961">
                <a:moveTo>
                  <a:pt x="3413724" y="185237"/>
                </a:moveTo>
                <a:lnTo>
                  <a:pt x="3389479" y="183063"/>
                </a:lnTo>
                <a:lnTo>
                  <a:pt x="3372572" y="180112"/>
                </a:lnTo>
                <a:lnTo>
                  <a:pt x="3357158" y="155378"/>
                </a:lnTo>
                <a:lnTo>
                  <a:pt x="3340674" y="147005"/>
                </a:lnTo>
                <a:lnTo>
                  <a:pt x="3326468" y="138771"/>
                </a:lnTo>
                <a:lnTo>
                  <a:pt x="3317710" y="136423"/>
                </a:lnTo>
                <a:lnTo>
                  <a:pt x="3310797" y="129818"/>
                </a:lnTo>
                <a:lnTo>
                  <a:pt x="3302654" y="120728"/>
                </a:lnTo>
                <a:lnTo>
                  <a:pt x="3283199" y="114082"/>
                </a:lnTo>
                <a:lnTo>
                  <a:pt x="3279635" y="109197"/>
                </a:lnTo>
                <a:lnTo>
                  <a:pt x="3273188" y="98430"/>
                </a:lnTo>
                <a:lnTo>
                  <a:pt x="3245058" y="95590"/>
                </a:lnTo>
                <a:lnTo>
                  <a:pt x="3236375" y="96757"/>
                </a:lnTo>
                <a:lnTo>
                  <a:pt x="3228630" y="99532"/>
                </a:lnTo>
                <a:lnTo>
                  <a:pt x="3224326" y="113738"/>
                </a:lnTo>
                <a:lnTo>
                  <a:pt x="3220059" y="118736"/>
                </a:lnTo>
                <a:lnTo>
                  <a:pt x="3216087" y="123581"/>
                </a:lnTo>
                <a:lnTo>
                  <a:pt x="3210526" y="129839"/>
                </a:lnTo>
                <a:lnTo>
                  <a:pt x="3201378" y="130791"/>
                </a:lnTo>
                <a:lnTo>
                  <a:pt x="3190983" y="128002"/>
                </a:lnTo>
                <a:lnTo>
                  <a:pt x="3183122" y="123897"/>
                </a:lnTo>
                <a:lnTo>
                  <a:pt x="3174917" y="122564"/>
                </a:lnTo>
                <a:lnTo>
                  <a:pt x="3164571" y="121023"/>
                </a:lnTo>
                <a:lnTo>
                  <a:pt x="3152494" y="122874"/>
                </a:lnTo>
                <a:lnTo>
                  <a:pt x="3141576" y="122968"/>
                </a:lnTo>
                <a:lnTo>
                  <a:pt x="3132208" y="123338"/>
                </a:lnTo>
                <a:lnTo>
                  <a:pt x="3114254" y="122276"/>
                </a:lnTo>
                <a:lnTo>
                  <a:pt x="3106331" y="126051"/>
                </a:lnTo>
                <a:lnTo>
                  <a:pt x="3095851" y="133666"/>
                </a:lnTo>
                <a:lnTo>
                  <a:pt x="3070463" y="133071"/>
                </a:lnTo>
                <a:lnTo>
                  <a:pt x="3062863" y="127916"/>
                </a:lnTo>
                <a:lnTo>
                  <a:pt x="3055485" y="125973"/>
                </a:lnTo>
                <a:lnTo>
                  <a:pt x="3042351" y="127265"/>
                </a:lnTo>
                <a:lnTo>
                  <a:pt x="3035761" y="125084"/>
                </a:lnTo>
                <a:lnTo>
                  <a:pt x="3029965" y="120836"/>
                </a:lnTo>
                <a:lnTo>
                  <a:pt x="3023936" y="126247"/>
                </a:lnTo>
                <a:lnTo>
                  <a:pt x="3015809" y="135294"/>
                </a:lnTo>
                <a:lnTo>
                  <a:pt x="3010178" y="142406"/>
                </a:lnTo>
                <a:lnTo>
                  <a:pt x="3008573" y="144948"/>
                </a:lnTo>
                <a:lnTo>
                  <a:pt x="3006252" y="150238"/>
                </a:lnTo>
                <a:lnTo>
                  <a:pt x="3002694" y="155489"/>
                </a:lnTo>
                <a:lnTo>
                  <a:pt x="2999621" y="159789"/>
                </a:lnTo>
                <a:lnTo>
                  <a:pt x="2993681" y="162288"/>
                </a:lnTo>
                <a:lnTo>
                  <a:pt x="2989710" y="164184"/>
                </a:lnTo>
                <a:lnTo>
                  <a:pt x="2983942" y="170168"/>
                </a:lnTo>
                <a:lnTo>
                  <a:pt x="2982204" y="174484"/>
                </a:lnTo>
                <a:lnTo>
                  <a:pt x="2981155" y="175978"/>
                </a:lnTo>
                <a:lnTo>
                  <a:pt x="2976625" y="178227"/>
                </a:lnTo>
                <a:lnTo>
                  <a:pt x="2974832" y="179802"/>
                </a:lnTo>
                <a:lnTo>
                  <a:pt x="2972654" y="181931"/>
                </a:lnTo>
                <a:lnTo>
                  <a:pt x="2969937" y="184239"/>
                </a:lnTo>
                <a:lnTo>
                  <a:pt x="2964394" y="186359"/>
                </a:lnTo>
                <a:lnTo>
                  <a:pt x="2959247" y="189204"/>
                </a:lnTo>
                <a:lnTo>
                  <a:pt x="2956725" y="193682"/>
                </a:lnTo>
                <a:lnTo>
                  <a:pt x="2956201" y="197936"/>
                </a:lnTo>
                <a:lnTo>
                  <a:pt x="2954453" y="202310"/>
                </a:lnTo>
                <a:lnTo>
                  <a:pt x="2943771" y="205809"/>
                </a:lnTo>
                <a:lnTo>
                  <a:pt x="2938626" y="207982"/>
                </a:lnTo>
                <a:lnTo>
                  <a:pt x="2933095" y="211569"/>
                </a:lnTo>
                <a:lnTo>
                  <a:pt x="2917770" y="212438"/>
                </a:lnTo>
                <a:lnTo>
                  <a:pt x="2909767" y="213118"/>
                </a:lnTo>
                <a:lnTo>
                  <a:pt x="2903567" y="217149"/>
                </a:lnTo>
                <a:lnTo>
                  <a:pt x="2895098" y="225955"/>
                </a:lnTo>
                <a:lnTo>
                  <a:pt x="2891289" y="234117"/>
                </a:lnTo>
                <a:lnTo>
                  <a:pt x="2890887" y="235768"/>
                </a:lnTo>
                <a:lnTo>
                  <a:pt x="2885788" y="239347"/>
                </a:lnTo>
                <a:lnTo>
                  <a:pt x="2877506" y="243064"/>
                </a:lnTo>
                <a:lnTo>
                  <a:pt x="2871430" y="245653"/>
                </a:lnTo>
                <a:lnTo>
                  <a:pt x="2860859" y="250385"/>
                </a:lnTo>
                <a:lnTo>
                  <a:pt x="2856178" y="253551"/>
                </a:lnTo>
                <a:lnTo>
                  <a:pt x="2850166" y="254884"/>
                </a:lnTo>
                <a:lnTo>
                  <a:pt x="2838879" y="255380"/>
                </a:lnTo>
                <a:lnTo>
                  <a:pt x="2828131" y="261198"/>
                </a:lnTo>
                <a:lnTo>
                  <a:pt x="2824194" y="269809"/>
                </a:lnTo>
                <a:lnTo>
                  <a:pt x="2823088" y="271113"/>
                </a:lnTo>
                <a:lnTo>
                  <a:pt x="2820604" y="270715"/>
                </a:lnTo>
                <a:lnTo>
                  <a:pt x="2817238" y="273698"/>
                </a:lnTo>
                <a:lnTo>
                  <a:pt x="2814219" y="275634"/>
                </a:lnTo>
                <a:lnTo>
                  <a:pt x="2808460" y="277821"/>
                </a:lnTo>
                <a:lnTo>
                  <a:pt x="2799887" y="279560"/>
                </a:lnTo>
                <a:lnTo>
                  <a:pt x="2796390" y="280443"/>
                </a:lnTo>
                <a:lnTo>
                  <a:pt x="2792556" y="282058"/>
                </a:lnTo>
                <a:lnTo>
                  <a:pt x="2790127" y="283923"/>
                </a:lnTo>
                <a:lnTo>
                  <a:pt x="2786161" y="285977"/>
                </a:lnTo>
                <a:lnTo>
                  <a:pt x="2781857" y="287374"/>
                </a:lnTo>
                <a:lnTo>
                  <a:pt x="2776328" y="286259"/>
                </a:lnTo>
                <a:lnTo>
                  <a:pt x="2764144" y="279961"/>
                </a:lnTo>
                <a:lnTo>
                  <a:pt x="2759224" y="277338"/>
                </a:lnTo>
                <a:lnTo>
                  <a:pt x="2753336" y="277021"/>
                </a:lnTo>
                <a:lnTo>
                  <a:pt x="2735570" y="276631"/>
                </a:lnTo>
                <a:lnTo>
                  <a:pt x="2722773" y="275876"/>
                </a:lnTo>
                <a:lnTo>
                  <a:pt x="2713791" y="273730"/>
                </a:lnTo>
                <a:lnTo>
                  <a:pt x="2708220" y="270171"/>
                </a:lnTo>
                <a:lnTo>
                  <a:pt x="2703653" y="268427"/>
                </a:lnTo>
                <a:lnTo>
                  <a:pt x="2694800" y="269796"/>
                </a:lnTo>
                <a:lnTo>
                  <a:pt x="2685511" y="270510"/>
                </a:lnTo>
                <a:lnTo>
                  <a:pt x="2670940" y="269588"/>
                </a:lnTo>
                <a:lnTo>
                  <a:pt x="2665140" y="267115"/>
                </a:lnTo>
                <a:lnTo>
                  <a:pt x="2661953" y="264303"/>
                </a:lnTo>
                <a:lnTo>
                  <a:pt x="2659776" y="261807"/>
                </a:lnTo>
                <a:lnTo>
                  <a:pt x="2656638" y="257785"/>
                </a:lnTo>
                <a:lnTo>
                  <a:pt x="2654415" y="255469"/>
                </a:lnTo>
                <a:lnTo>
                  <a:pt x="2650958" y="252298"/>
                </a:lnTo>
                <a:lnTo>
                  <a:pt x="2646545" y="249380"/>
                </a:lnTo>
                <a:lnTo>
                  <a:pt x="2641795" y="247793"/>
                </a:lnTo>
                <a:lnTo>
                  <a:pt x="2638046" y="246757"/>
                </a:lnTo>
                <a:lnTo>
                  <a:pt x="2631503" y="246908"/>
                </a:lnTo>
                <a:lnTo>
                  <a:pt x="2625960" y="246963"/>
                </a:lnTo>
                <a:lnTo>
                  <a:pt x="2623112" y="247785"/>
                </a:lnTo>
                <a:lnTo>
                  <a:pt x="2620489" y="251264"/>
                </a:lnTo>
                <a:lnTo>
                  <a:pt x="2615859" y="255926"/>
                </a:lnTo>
                <a:lnTo>
                  <a:pt x="2611923" y="259102"/>
                </a:lnTo>
                <a:lnTo>
                  <a:pt x="2609562" y="260497"/>
                </a:lnTo>
                <a:lnTo>
                  <a:pt x="2604000" y="261102"/>
                </a:lnTo>
                <a:lnTo>
                  <a:pt x="2598451" y="261266"/>
                </a:lnTo>
                <a:lnTo>
                  <a:pt x="2592554" y="261298"/>
                </a:lnTo>
                <a:lnTo>
                  <a:pt x="2586965" y="259401"/>
                </a:lnTo>
                <a:lnTo>
                  <a:pt x="2579783" y="258378"/>
                </a:lnTo>
                <a:lnTo>
                  <a:pt x="2572947" y="260222"/>
                </a:lnTo>
                <a:lnTo>
                  <a:pt x="2562589" y="265091"/>
                </a:lnTo>
                <a:lnTo>
                  <a:pt x="2554009" y="267878"/>
                </a:lnTo>
                <a:lnTo>
                  <a:pt x="2549579" y="267456"/>
                </a:lnTo>
                <a:lnTo>
                  <a:pt x="2543406" y="266351"/>
                </a:lnTo>
                <a:lnTo>
                  <a:pt x="2537095" y="268476"/>
                </a:lnTo>
                <a:lnTo>
                  <a:pt x="2530607" y="270480"/>
                </a:lnTo>
                <a:lnTo>
                  <a:pt x="2527098" y="272245"/>
                </a:lnTo>
                <a:lnTo>
                  <a:pt x="2521905" y="275306"/>
                </a:lnTo>
                <a:lnTo>
                  <a:pt x="2513424" y="275220"/>
                </a:lnTo>
                <a:lnTo>
                  <a:pt x="2510450" y="276656"/>
                </a:lnTo>
                <a:lnTo>
                  <a:pt x="2508817" y="280462"/>
                </a:lnTo>
                <a:lnTo>
                  <a:pt x="2502737" y="288495"/>
                </a:lnTo>
                <a:lnTo>
                  <a:pt x="2496065" y="291497"/>
                </a:lnTo>
                <a:lnTo>
                  <a:pt x="2493580" y="289260"/>
                </a:lnTo>
                <a:lnTo>
                  <a:pt x="2487349" y="286952"/>
                </a:lnTo>
                <a:lnTo>
                  <a:pt x="2482702" y="287520"/>
                </a:lnTo>
                <a:lnTo>
                  <a:pt x="2475323" y="292661"/>
                </a:lnTo>
                <a:lnTo>
                  <a:pt x="2470134" y="296152"/>
                </a:lnTo>
                <a:lnTo>
                  <a:pt x="2464753" y="299571"/>
                </a:lnTo>
                <a:lnTo>
                  <a:pt x="2459290" y="301735"/>
                </a:lnTo>
                <a:lnTo>
                  <a:pt x="2454966" y="300318"/>
                </a:lnTo>
                <a:lnTo>
                  <a:pt x="2449483" y="298590"/>
                </a:lnTo>
                <a:lnTo>
                  <a:pt x="2446973" y="300143"/>
                </a:lnTo>
                <a:lnTo>
                  <a:pt x="2441971" y="301185"/>
                </a:lnTo>
                <a:lnTo>
                  <a:pt x="2437828" y="301356"/>
                </a:lnTo>
                <a:lnTo>
                  <a:pt x="2433196" y="300510"/>
                </a:lnTo>
                <a:lnTo>
                  <a:pt x="2425928" y="298108"/>
                </a:lnTo>
                <a:lnTo>
                  <a:pt x="2422618" y="295943"/>
                </a:lnTo>
                <a:lnTo>
                  <a:pt x="2418842" y="294674"/>
                </a:lnTo>
                <a:lnTo>
                  <a:pt x="2413808" y="293729"/>
                </a:lnTo>
                <a:lnTo>
                  <a:pt x="2406837" y="291716"/>
                </a:lnTo>
                <a:lnTo>
                  <a:pt x="2400933" y="290215"/>
                </a:lnTo>
                <a:lnTo>
                  <a:pt x="2396279" y="290843"/>
                </a:lnTo>
                <a:lnTo>
                  <a:pt x="2392000" y="293010"/>
                </a:lnTo>
                <a:lnTo>
                  <a:pt x="2390188" y="291730"/>
                </a:lnTo>
                <a:lnTo>
                  <a:pt x="2384206" y="290647"/>
                </a:lnTo>
                <a:lnTo>
                  <a:pt x="2378073" y="289898"/>
                </a:lnTo>
                <a:lnTo>
                  <a:pt x="2374697" y="290092"/>
                </a:lnTo>
                <a:lnTo>
                  <a:pt x="2368129" y="288964"/>
                </a:lnTo>
                <a:lnTo>
                  <a:pt x="2364313" y="287768"/>
                </a:lnTo>
                <a:lnTo>
                  <a:pt x="2354066" y="285645"/>
                </a:lnTo>
                <a:lnTo>
                  <a:pt x="2345088" y="283860"/>
                </a:lnTo>
                <a:lnTo>
                  <a:pt x="2337464" y="281776"/>
                </a:lnTo>
                <a:lnTo>
                  <a:pt x="2330496" y="278141"/>
                </a:lnTo>
                <a:lnTo>
                  <a:pt x="2325807" y="275223"/>
                </a:lnTo>
                <a:lnTo>
                  <a:pt x="2322470" y="273414"/>
                </a:lnTo>
                <a:lnTo>
                  <a:pt x="2315789" y="269772"/>
                </a:lnTo>
                <a:lnTo>
                  <a:pt x="2313488" y="265342"/>
                </a:lnTo>
                <a:lnTo>
                  <a:pt x="2312583" y="260791"/>
                </a:lnTo>
                <a:lnTo>
                  <a:pt x="2310272" y="253688"/>
                </a:lnTo>
                <a:lnTo>
                  <a:pt x="2307682" y="250983"/>
                </a:lnTo>
                <a:lnTo>
                  <a:pt x="2303324" y="249243"/>
                </a:lnTo>
                <a:lnTo>
                  <a:pt x="2299615" y="249328"/>
                </a:lnTo>
                <a:lnTo>
                  <a:pt x="2295297" y="249065"/>
                </a:lnTo>
                <a:lnTo>
                  <a:pt x="2288094" y="247284"/>
                </a:lnTo>
                <a:lnTo>
                  <a:pt x="2283140" y="248437"/>
                </a:lnTo>
                <a:lnTo>
                  <a:pt x="2280279" y="252863"/>
                </a:lnTo>
                <a:lnTo>
                  <a:pt x="2278306" y="258887"/>
                </a:lnTo>
                <a:lnTo>
                  <a:pt x="2276653" y="264669"/>
                </a:lnTo>
                <a:lnTo>
                  <a:pt x="2272899" y="268059"/>
                </a:lnTo>
                <a:lnTo>
                  <a:pt x="2265229" y="269805"/>
                </a:lnTo>
                <a:lnTo>
                  <a:pt x="2257622" y="267590"/>
                </a:lnTo>
                <a:lnTo>
                  <a:pt x="2255560" y="265519"/>
                </a:lnTo>
                <a:lnTo>
                  <a:pt x="2253957" y="264862"/>
                </a:lnTo>
                <a:lnTo>
                  <a:pt x="2248318" y="263155"/>
                </a:lnTo>
                <a:lnTo>
                  <a:pt x="2245131" y="262940"/>
                </a:lnTo>
                <a:lnTo>
                  <a:pt x="2238935" y="262535"/>
                </a:lnTo>
                <a:lnTo>
                  <a:pt x="2235978" y="260382"/>
                </a:lnTo>
                <a:lnTo>
                  <a:pt x="2233093" y="258312"/>
                </a:lnTo>
                <a:lnTo>
                  <a:pt x="2230412" y="255441"/>
                </a:lnTo>
                <a:lnTo>
                  <a:pt x="2229801" y="254943"/>
                </a:lnTo>
                <a:lnTo>
                  <a:pt x="2228246" y="253755"/>
                </a:lnTo>
                <a:lnTo>
                  <a:pt x="2225320" y="252335"/>
                </a:lnTo>
                <a:lnTo>
                  <a:pt x="2221739" y="251265"/>
                </a:lnTo>
                <a:lnTo>
                  <a:pt x="2218605" y="250094"/>
                </a:lnTo>
                <a:lnTo>
                  <a:pt x="2216333" y="249350"/>
                </a:lnTo>
                <a:lnTo>
                  <a:pt x="2214200" y="247549"/>
                </a:lnTo>
                <a:lnTo>
                  <a:pt x="2212194" y="245683"/>
                </a:lnTo>
                <a:lnTo>
                  <a:pt x="2209947" y="243457"/>
                </a:lnTo>
                <a:lnTo>
                  <a:pt x="2207406" y="242630"/>
                </a:lnTo>
                <a:lnTo>
                  <a:pt x="2205102" y="242841"/>
                </a:lnTo>
                <a:lnTo>
                  <a:pt x="2201915" y="243337"/>
                </a:lnTo>
                <a:lnTo>
                  <a:pt x="2195476" y="243177"/>
                </a:lnTo>
                <a:lnTo>
                  <a:pt x="2192029" y="243783"/>
                </a:lnTo>
                <a:lnTo>
                  <a:pt x="2188947" y="244700"/>
                </a:lnTo>
                <a:lnTo>
                  <a:pt x="2184141" y="244564"/>
                </a:lnTo>
                <a:lnTo>
                  <a:pt x="2178070" y="240766"/>
                </a:lnTo>
                <a:lnTo>
                  <a:pt x="2168130" y="237213"/>
                </a:lnTo>
                <a:lnTo>
                  <a:pt x="2159230" y="230916"/>
                </a:lnTo>
                <a:lnTo>
                  <a:pt x="2154264" y="225703"/>
                </a:lnTo>
                <a:lnTo>
                  <a:pt x="2154329" y="220901"/>
                </a:lnTo>
                <a:lnTo>
                  <a:pt x="2148155" y="214782"/>
                </a:lnTo>
                <a:lnTo>
                  <a:pt x="2141306" y="211208"/>
                </a:lnTo>
                <a:lnTo>
                  <a:pt x="2138157" y="207388"/>
                </a:lnTo>
                <a:lnTo>
                  <a:pt x="2132833" y="204700"/>
                </a:lnTo>
                <a:lnTo>
                  <a:pt x="2127850" y="203248"/>
                </a:lnTo>
                <a:lnTo>
                  <a:pt x="2122941" y="201006"/>
                </a:lnTo>
                <a:lnTo>
                  <a:pt x="2115112" y="195053"/>
                </a:lnTo>
                <a:lnTo>
                  <a:pt x="2108798" y="194451"/>
                </a:lnTo>
                <a:lnTo>
                  <a:pt x="2091755" y="190287"/>
                </a:lnTo>
                <a:lnTo>
                  <a:pt x="2086071" y="188204"/>
                </a:lnTo>
                <a:lnTo>
                  <a:pt x="2080501" y="188309"/>
                </a:lnTo>
                <a:lnTo>
                  <a:pt x="2073604" y="188787"/>
                </a:lnTo>
                <a:lnTo>
                  <a:pt x="2070854" y="190993"/>
                </a:lnTo>
                <a:lnTo>
                  <a:pt x="2068365" y="194578"/>
                </a:lnTo>
                <a:lnTo>
                  <a:pt x="2064451" y="200775"/>
                </a:lnTo>
                <a:lnTo>
                  <a:pt x="2056554" y="210225"/>
                </a:lnTo>
                <a:lnTo>
                  <a:pt x="2048370" y="216127"/>
                </a:lnTo>
                <a:lnTo>
                  <a:pt x="2039974" y="217951"/>
                </a:lnTo>
                <a:lnTo>
                  <a:pt x="2030393" y="213727"/>
                </a:lnTo>
                <a:lnTo>
                  <a:pt x="2025868" y="210982"/>
                </a:lnTo>
                <a:lnTo>
                  <a:pt x="2020319" y="207966"/>
                </a:lnTo>
                <a:lnTo>
                  <a:pt x="2015152" y="202646"/>
                </a:lnTo>
                <a:lnTo>
                  <a:pt x="2007640" y="194836"/>
                </a:lnTo>
                <a:lnTo>
                  <a:pt x="2001472" y="189377"/>
                </a:lnTo>
                <a:lnTo>
                  <a:pt x="1993192" y="183284"/>
                </a:lnTo>
                <a:lnTo>
                  <a:pt x="1985723" y="174732"/>
                </a:lnTo>
                <a:lnTo>
                  <a:pt x="1979823" y="166589"/>
                </a:lnTo>
                <a:lnTo>
                  <a:pt x="1971134" y="155400"/>
                </a:lnTo>
                <a:lnTo>
                  <a:pt x="1969218" y="148617"/>
                </a:lnTo>
                <a:lnTo>
                  <a:pt x="1969763" y="141592"/>
                </a:lnTo>
                <a:lnTo>
                  <a:pt x="1969810" y="130177"/>
                </a:lnTo>
                <a:lnTo>
                  <a:pt x="1968032" y="124759"/>
                </a:lnTo>
                <a:lnTo>
                  <a:pt x="1962981" y="120031"/>
                </a:lnTo>
                <a:lnTo>
                  <a:pt x="1955390" y="112324"/>
                </a:lnTo>
                <a:lnTo>
                  <a:pt x="1952969" y="108614"/>
                </a:lnTo>
                <a:lnTo>
                  <a:pt x="1950116" y="105038"/>
                </a:lnTo>
                <a:lnTo>
                  <a:pt x="1947698" y="103051"/>
                </a:lnTo>
                <a:lnTo>
                  <a:pt x="1944103" y="101531"/>
                </a:lnTo>
                <a:lnTo>
                  <a:pt x="1938766" y="99941"/>
                </a:lnTo>
                <a:lnTo>
                  <a:pt x="1932509" y="98179"/>
                </a:lnTo>
                <a:lnTo>
                  <a:pt x="1929675" y="98782"/>
                </a:lnTo>
                <a:lnTo>
                  <a:pt x="1924875" y="100772"/>
                </a:lnTo>
                <a:lnTo>
                  <a:pt x="1919345" y="104655"/>
                </a:lnTo>
                <a:lnTo>
                  <a:pt x="1915289" y="105976"/>
                </a:lnTo>
                <a:lnTo>
                  <a:pt x="1909317" y="106622"/>
                </a:lnTo>
                <a:lnTo>
                  <a:pt x="1904777" y="108610"/>
                </a:lnTo>
                <a:lnTo>
                  <a:pt x="1901883" y="111091"/>
                </a:lnTo>
                <a:lnTo>
                  <a:pt x="1897357" y="114851"/>
                </a:lnTo>
                <a:lnTo>
                  <a:pt x="1892437" y="114390"/>
                </a:lnTo>
                <a:lnTo>
                  <a:pt x="1888083" y="115225"/>
                </a:lnTo>
                <a:lnTo>
                  <a:pt x="1885904" y="116596"/>
                </a:lnTo>
                <a:lnTo>
                  <a:pt x="1881544" y="119098"/>
                </a:lnTo>
                <a:lnTo>
                  <a:pt x="1877271" y="120395"/>
                </a:lnTo>
                <a:lnTo>
                  <a:pt x="1871662" y="122446"/>
                </a:lnTo>
                <a:lnTo>
                  <a:pt x="1867419" y="122036"/>
                </a:lnTo>
                <a:lnTo>
                  <a:pt x="1860812" y="122344"/>
                </a:lnTo>
                <a:lnTo>
                  <a:pt x="1856373" y="123003"/>
                </a:lnTo>
                <a:lnTo>
                  <a:pt x="1853290" y="123391"/>
                </a:lnTo>
                <a:lnTo>
                  <a:pt x="1849037" y="122159"/>
                </a:lnTo>
                <a:lnTo>
                  <a:pt x="1842734" y="119368"/>
                </a:lnTo>
                <a:lnTo>
                  <a:pt x="1832081" y="115233"/>
                </a:lnTo>
                <a:lnTo>
                  <a:pt x="1823568" y="111668"/>
                </a:lnTo>
                <a:lnTo>
                  <a:pt x="1816298" y="107440"/>
                </a:lnTo>
                <a:lnTo>
                  <a:pt x="1811457" y="105174"/>
                </a:lnTo>
                <a:lnTo>
                  <a:pt x="1803885" y="101525"/>
                </a:lnTo>
                <a:lnTo>
                  <a:pt x="1793744" y="94451"/>
                </a:lnTo>
                <a:lnTo>
                  <a:pt x="1789635" y="90039"/>
                </a:lnTo>
                <a:lnTo>
                  <a:pt x="1786625" y="87821"/>
                </a:lnTo>
                <a:lnTo>
                  <a:pt x="1776000" y="80102"/>
                </a:lnTo>
                <a:lnTo>
                  <a:pt x="1766089" y="70141"/>
                </a:lnTo>
                <a:lnTo>
                  <a:pt x="1761592" y="65171"/>
                </a:lnTo>
                <a:lnTo>
                  <a:pt x="1759321" y="60150"/>
                </a:lnTo>
                <a:lnTo>
                  <a:pt x="1754693" y="52478"/>
                </a:lnTo>
                <a:lnTo>
                  <a:pt x="1752345" y="42274"/>
                </a:lnTo>
                <a:lnTo>
                  <a:pt x="1756339" y="28267"/>
                </a:lnTo>
                <a:lnTo>
                  <a:pt x="1764254" y="22464"/>
                </a:lnTo>
                <a:lnTo>
                  <a:pt x="1765326" y="19450"/>
                </a:lnTo>
                <a:lnTo>
                  <a:pt x="1761820" y="17925"/>
                </a:lnTo>
                <a:lnTo>
                  <a:pt x="1756517" y="19824"/>
                </a:lnTo>
                <a:lnTo>
                  <a:pt x="1751162" y="21137"/>
                </a:lnTo>
                <a:lnTo>
                  <a:pt x="1743230" y="21044"/>
                </a:lnTo>
                <a:lnTo>
                  <a:pt x="1738971" y="9169"/>
                </a:lnTo>
                <a:lnTo>
                  <a:pt x="1734549" y="2183"/>
                </a:lnTo>
                <a:lnTo>
                  <a:pt x="1728910" y="837"/>
                </a:lnTo>
                <a:lnTo>
                  <a:pt x="1719471" y="0"/>
                </a:lnTo>
                <a:lnTo>
                  <a:pt x="1714192" y="3988"/>
                </a:lnTo>
                <a:lnTo>
                  <a:pt x="1714864" y="13879"/>
                </a:lnTo>
                <a:lnTo>
                  <a:pt x="1709037" y="23201"/>
                </a:lnTo>
                <a:lnTo>
                  <a:pt x="1695779" y="31968"/>
                </a:lnTo>
                <a:lnTo>
                  <a:pt x="1679501" y="37313"/>
                </a:lnTo>
                <a:lnTo>
                  <a:pt x="1666579" y="39288"/>
                </a:lnTo>
                <a:lnTo>
                  <a:pt x="1656673" y="38406"/>
                </a:lnTo>
                <a:lnTo>
                  <a:pt x="1641286" y="33957"/>
                </a:lnTo>
                <a:lnTo>
                  <a:pt x="1628574" y="30492"/>
                </a:lnTo>
                <a:lnTo>
                  <a:pt x="1622769" y="31358"/>
                </a:lnTo>
                <a:lnTo>
                  <a:pt x="1610112" y="37725"/>
                </a:lnTo>
                <a:lnTo>
                  <a:pt x="1603055" y="39118"/>
                </a:lnTo>
                <a:lnTo>
                  <a:pt x="1597139" y="39265"/>
                </a:lnTo>
                <a:lnTo>
                  <a:pt x="1588423" y="37894"/>
                </a:lnTo>
                <a:lnTo>
                  <a:pt x="1578724" y="34370"/>
                </a:lnTo>
                <a:lnTo>
                  <a:pt x="1564807" y="30772"/>
                </a:lnTo>
                <a:lnTo>
                  <a:pt x="1558407" y="29193"/>
                </a:lnTo>
                <a:lnTo>
                  <a:pt x="1552345" y="26783"/>
                </a:lnTo>
                <a:lnTo>
                  <a:pt x="1546485" y="27916"/>
                </a:lnTo>
                <a:lnTo>
                  <a:pt x="1542517" y="28221"/>
                </a:lnTo>
                <a:lnTo>
                  <a:pt x="1536642" y="27126"/>
                </a:lnTo>
                <a:lnTo>
                  <a:pt x="1530118" y="24491"/>
                </a:lnTo>
                <a:lnTo>
                  <a:pt x="1525393" y="23846"/>
                </a:lnTo>
                <a:lnTo>
                  <a:pt x="1513468" y="25099"/>
                </a:lnTo>
                <a:lnTo>
                  <a:pt x="1500144" y="24861"/>
                </a:lnTo>
                <a:lnTo>
                  <a:pt x="1494536" y="22822"/>
                </a:lnTo>
                <a:lnTo>
                  <a:pt x="1486261" y="22861"/>
                </a:lnTo>
                <a:lnTo>
                  <a:pt x="1479719" y="22873"/>
                </a:lnTo>
                <a:lnTo>
                  <a:pt x="1475579" y="22437"/>
                </a:lnTo>
                <a:lnTo>
                  <a:pt x="1468989" y="22629"/>
                </a:lnTo>
                <a:lnTo>
                  <a:pt x="1462429" y="21629"/>
                </a:lnTo>
                <a:lnTo>
                  <a:pt x="1455136" y="20230"/>
                </a:lnTo>
                <a:lnTo>
                  <a:pt x="1449603" y="20695"/>
                </a:lnTo>
                <a:lnTo>
                  <a:pt x="1441697" y="19454"/>
                </a:lnTo>
                <a:lnTo>
                  <a:pt x="1432261" y="16439"/>
                </a:lnTo>
                <a:lnTo>
                  <a:pt x="1422887" y="14346"/>
                </a:lnTo>
                <a:lnTo>
                  <a:pt x="1415818" y="12833"/>
                </a:lnTo>
                <a:lnTo>
                  <a:pt x="1410528" y="13221"/>
                </a:lnTo>
                <a:lnTo>
                  <a:pt x="1401286" y="11638"/>
                </a:lnTo>
                <a:lnTo>
                  <a:pt x="1381822" y="20654"/>
                </a:lnTo>
                <a:lnTo>
                  <a:pt x="1344225" y="31469"/>
                </a:lnTo>
                <a:lnTo>
                  <a:pt x="1341365" y="32564"/>
                </a:lnTo>
                <a:lnTo>
                  <a:pt x="1336448" y="35861"/>
                </a:lnTo>
                <a:lnTo>
                  <a:pt x="1331351" y="40019"/>
                </a:lnTo>
                <a:lnTo>
                  <a:pt x="1324877" y="43185"/>
                </a:lnTo>
                <a:lnTo>
                  <a:pt x="1316431" y="45216"/>
                </a:lnTo>
                <a:lnTo>
                  <a:pt x="1300606" y="49529"/>
                </a:lnTo>
                <a:lnTo>
                  <a:pt x="1291842" y="50310"/>
                </a:lnTo>
                <a:lnTo>
                  <a:pt x="1281217" y="50549"/>
                </a:lnTo>
                <a:lnTo>
                  <a:pt x="1277219" y="52131"/>
                </a:lnTo>
                <a:lnTo>
                  <a:pt x="1275933" y="53536"/>
                </a:lnTo>
                <a:lnTo>
                  <a:pt x="1269573" y="55829"/>
                </a:lnTo>
                <a:lnTo>
                  <a:pt x="1258071" y="57484"/>
                </a:lnTo>
                <a:lnTo>
                  <a:pt x="1252770" y="59332"/>
                </a:lnTo>
                <a:lnTo>
                  <a:pt x="1248821" y="60849"/>
                </a:lnTo>
                <a:lnTo>
                  <a:pt x="1243597" y="63167"/>
                </a:lnTo>
                <a:lnTo>
                  <a:pt x="1241088" y="64096"/>
                </a:lnTo>
                <a:lnTo>
                  <a:pt x="1237079" y="65818"/>
                </a:lnTo>
                <a:lnTo>
                  <a:pt x="1231620" y="69007"/>
                </a:lnTo>
                <a:lnTo>
                  <a:pt x="1227144" y="72111"/>
                </a:lnTo>
                <a:lnTo>
                  <a:pt x="1222766" y="74847"/>
                </a:lnTo>
                <a:lnTo>
                  <a:pt x="1216567" y="78208"/>
                </a:lnTo>
                <a:lnTo>
                  <a:pt x="1209840" y="82404"/>
                </a:lnTo>
                <a:lnTo>
                  <a:pt x="1203686" y="86812"/>
                </a:lnTo>
                <a:lnTo>
                  <a:pt x="1189030" y="98692"/>
                </a:lnTo>
                <a:lnTo>
                  <a:pt x="1183407" y="104610"/>
                </a:lnTo>
                <a:lnTo>
                  <a:pt x="1178791" y="112220"/>
                </a:lnTo>
                <a:lnTo>
                  <a:pt x="1167612" y="112824"/>
                </a:lnTo>
                <a:lnTo>
                  <a:pt x="1164420" y="115208"/>
                </a:lnTo>
                <a:lnTo>
                  <a:pt x="1160084" y="119238"/>
                </a:lnTo>
                <a:lnTo>
                  <a:pt x="1156533" y="120778"/>
                </a:lnTo>
                <a:lnTo>
                  <a:pt x="1148323" y="122493"/>
                </a:lnTo>
                <a:lnTo>
                  <a:pt x="1139350" y="124764"/>
                </a:lnTo>
                <a:lnTo>
                  <a:pt x="1136211" y="126126"/>
                </a:lnTo>
                <a:lnTo>
                  <a:pt x="1131397" y="129203"/>
                </a:lnTo>
                <a:lnTo>
                  <a:pt x="1125708" y="132817"/>
                </a:lnTo>
                <a:lnTo>
                  <a:pt x="1121502" y="137256"/>
                </a:lnTo>
                <a:lnTo>
                  <a:pt x="1116277" y="142121"/>
                </a:lnTo>
                <a:lnTo>
                  <a:pt x="1109815" y="144223"/>
                </a:lnTo>
                <a:lnTo>
                  <a:pt x="1105287" y="146028"/>
                </a:lnTo>
                <a:lnTo>
                  <a:pt x="1100888" y="148852"/>
                </a:lnTo>
                <a:lnTo>
                  <a:pt x="1093010" y="156406"/>
                </a:lnTo>
                <a:lnTo>
                  <a:pt x="1088372" y="157360"/>
                </a:lnTo>
                <a:lnTo>
                  <a:pt x="1080164" y="157392"/>
                </a:lnTo>
                <a:lnTo>
                  <a:pt x="1072525" y="161002"/>
                </a:lnTo>
                <a:lnTo>
                  <a:pt x="1064307" y="163323"/>
                </a:lnTo>
                <a:lnTo>
                  <a:pt x="1061644" y="166515"/>
                </a:lnTo>
                <a:lnTo>
                  <a:pt x="1053678" y="171017"/>
                </a:lnTo>
                <a:lnTo>
                  <a:pt x="1049916" y="175319"/>
                </a:lnTo>
                <a:lnTo>
                  <a:pt x="1047812" y="180400"/>
                </a:lnTo>
                <a:lnTo>
                  <a:pt x="1047886" y="196695"/>
                </a:lnTo>
                <a:lnTo>
                  <a:pt x="1045981" y="205140"/>
                </a:lnTo>
                <a:lnTo>
                  <a:pt x="1042033" y="210740"/>
                </a:lnTo>
                <a:lnTo>
                  <a:pt x="1035277" y="217778"/>
                </a:lnTo>
                <a:lnTo>
                  <a:pt x="1031746" y="219464"/>
                </a:lnTo>
                <a:lnTo>
                  <a:pt x="1024682" y="221381"/>
                </a:lnTo>
                <a:lnTo>
                  <a:pt x="1018261" y="222058"/>
                </a:lnTo>
                <a:lnTo>
                  <a:pt x="1013501" y="222760"/>
                </a:lnTo>
                <a:lnTo>
                  <a:pt x="1005105" y="224295"/>
                </a:lnTo>
                <a:lnTo>
                  <a:pt x="984393" y="225138"/>
                </a:lnTo>
                <a:lnTo>
                  <a:pt x="976526" y="225137"/>
                </a:lnTo>
                <a:lnTo>
                  <a:pt x="974108" y="225172"/>
                </a:lnTo>
                <a:lnTo>
                  <a:pt x="971967" y="226487"/>
                </a:lnTo>
                <a:lnTo>
                  <a:pt x="970568" y="226504"/>
                </a:lnTo>
                <a:lnTo>
                  <a:pt x="966365" y="226190"/>
                </a:lnTo>
                <a:lnTo>
                  <a:pt x="962020" y="225808"/>
                </a:lnTo>
                <a:lnTo>
                  <a:pt x="956764" y="225050"/>
                </a:lnTo>
                <a:lnTo>
                  <a:pt x="952063" y="224100"/>
                </a:lnTo>
                <a:lnTo>
                  <a:pt x="946983" y="223158"/>
                </a:lnTo>
                <a:lnTo>
                  <a:pt x="941938" y="221994"/>
                </a:lnTo>
                <a:lnTo>
                  <a:pt x="938224" y="221273"/>
                </a:lnTo>
                <a:lnTo>
                  <a:pt x="932921" y="220668"/>
                </a:lnTo>
                <a:lnTo>
                  <a:pt x="929312" y="220299"/>
                </a:lnTo>
                <a:lnTo>
                  <a:pt x="925013" y="218898"/>
                </a:lnTo>
                <a:lnTo>
                  <a:pt x="919615" y="216348"/>
                </a:lnTo>
                <a:lnTo>
                  <a:pt x="914631" y="214336"/>
                </a:lnTo>
                <a:lnTo>
                  <a:pt x="909932" y="212608"/>
                </a:lnTo>
                <a:lnTo>
                  <a:pt x="901736" y="210426"/>
                </a:lnTo>
                <a:lnTo>
                  <a:pt x="897147" y="209039"/>
                </a:lnTo>
                <a:lnTo>
                  <a:pt x="890287" y="206696"/>
                </a:lnTo>
                <a:lnTo>
                  <a:pt x="876890" y="203253"/>
                </a:lnTo>
                <a:lnTo>
                  <a:pt x="866727" y="200112"/>
                </a:lnTo>
                <a:lnTo>
                  <a:pt x="859024" y="197412"/>
                </a:lnTo>
                <a:lnTo>
                  <a:pt x="853993" y="197897"/>
                </a:lnTo>
                <a:lnTo>
                  <a:pt x="848638" y="197497"/>
                </a:lnTo>
                <a:lnTo>
                  <a:pt x="847098" y="196077"/>
                </a:lnTo>
                <a:lnTo>
                  <a:pt x="846684" y="196263"/>
                </a:lnTo>
                <a:lnTo>
                  <a:pt x="842522" y="192528"/>
                </a:lnTo>
                <a:lnTo>
                  <a:pt x="837014" y="188622"/>
                </a:lnTo>
                <a:lnTo>
                  <a:pt x="831169" y="186716"/>
                </a:lnTo>
                <a:lnTo>
                  <a:pt x="827503" y="185907"/>
                </a:lnTo>
                <a:lnTo>
                  <a:pt x="823690" y="185944"/>
                </a:lnTo>
                <a:lnTo>
                  <a:pt x="820447" y="185503"/>
                </a:lnTo>
                <a:lnTo>
                  <a:pt x="816895" y="185930"/>
                </a:lnTo>
                <a:lnTo>
                  <a:pt x="812527" y="188362"/>
                </a:lnTo>
                <a:lnTo>
                  <a:pt x="811431" y="192181"/>
                </a:lnTo>
                <a:lnTo>
                  <a:pt x="807911" y="195561"/>
                </a:lnTo>
                <a:lnTo>
                  <a:pt x="800876" y="197385"/>
                </a:lnTo>
                <a:lnTo>
                  <a:pt x="784184" y="196389"/>
                </a:lnTo>
                <a:lnTo>
                  <a:pt x="770110" y="195720"/>
                </a:lnTo>
                <a:lnTo>
                  <a:pt x="761740" y="194817"/>
                </a:lnTo>
                <a:lnTo>
                  <a:pt x="755956" y="195073"/>
                </a:lnTo>
                <a:lnTo>
                  <a:pt x="751969" y="195205"/>
                </a:lnTo>
                <a:lnTo>
                  <a:pt x="746974" y="195451"/>
                </a:lnTo>
                <a:lnTo>
                  <a:pt x="744579" y="194391"/>
                </a:lnTo>
                <a:lnTo>
                  <a:pt x="739579" y="193023"/>
                </a:lnTo>
                <a:lnTo>
                  <a:pt x="719135" y="188330"/>
                </a:lnTo>
                <a:lnTo>
                  <a:pt x="711531" y="186224"/>
                </a:lnTo>
                <a:lnTo>
                  <a:pt x="702092" y="182863"/>
                </a:lnTo>
                <a:lnTo>
                  <a:pt x="688946" y="181382"/>
                </a:lnTo>
                <a:lnTo>
                  <a:pt x="683950" y="180402"/>
                </a:lnTo>
                <a:lnTo>
                  <a:pt x="676392" y="177358"/>
                </a:lnTo>
                <a:lnTo>
                  <a:pt x="672958" y="176024"/>
                </a:lnTo>
                <a:lnTo>
                  <a:pt x="668365" y="175225"/>
                </a:lnTo>
                <a:lnTo>
                  <a:pt x="658633" y="173311"/>
                </a:lnTo>
                <a:lnTo>
                  <a:pt x="653328" y="171082"/>
                </a:lnTo>
                <a:lnTo>
                  <a:pt x="648939" y="169312"/>
                </a:lnTo>
                <a:lnTo>
                  <a:pt x="644796" y="168049"/>
                </a:lnTo>
                <a:lnTo>
                  <a:pt x="641169" y="166646"/>
                </a:lnTo>
                <a:lnTo>
                  <a:pt x="636130" y="165937"/>
                </a:lnTo>
                <a:lnTo>
                  <a:pt x="628196" y="164952"/>
                </a:lnTo>
                <a:lnTo>
                  <a:pt x="620291" y="163185"/>
                </a:lnTo>
                <a:lnTo>
                  <a:pt x="616083" y="162156"/>
                </a:lnTo>
                <a:lnTo>
                  <a:pt x="612979" y="160814"/>
                </a:lnTo>
                <a:lnTo>
                  <a:pt x="606635" y="160909"/>
                </a:lnTo>
                <a:lnTo>
                  <a:pt x="602642" y="161331"/>
                </a:lnTo>
                <a:lnTo>
                  <a:pt x="597677" y="162611"/>
                </a:lnTo>
                <a:lnTo>
                  <a:pt x="590944" y="169344"/>
                </a:lnTo>
                <a:lnTo>
                  <a:pt x="589067" y="174473"/>
                </a:lnTo>
                <a:lnTo>
                  <a:pt x="587299" y="181419"/>
                </a:lnTo>
                <a:lnTo>
                  <a:pt x="585514" y="191543"/>
                </a:lnTo>
                <a:lnTo>
                  <a:pt x="582826" y="198370"/>
                </a:lnTo>
                <a:lnTo>
                  <a:pt x="579726" y="202826"/>
                </a:lnTo>
                <a:lnTo>
                  <a:pt x="574918" y="209234"/>
                </a:lnTo>
                <a:lnTo>
                  <a:pt x="573161" y="214569"/>
                </a:lnTo>
                <a:lnTo>
                  <a:pt x="573267" y="220180"/>
                </a:lnTo>
                <a:lnTo>
                  <a:pt x="578033" y="223061"/>
                </a:lnTo>
                <a:lnTo>
                  <a:pt x="583926" y="226573"/>
                </a:lnTo>
                <a:lnTo>
                  <a:pt x="590070" y="230566"/>
                </a:lnTo>
                <a:lnTo>
                  <a:pt x="592545" y="234513"/>
                </a:lnTo>
                <a:lnTo>
                  <a:pt x="597314" y="239529"/>
                </a:lnTo>
                <a:lnTo>
                  <a:pt x="611557" y="247021"/>
                </a:lnTo>
                <a:lnTo>
                  <a:pt x="619515" y="251727"/>
                </a:lnTo>
                <a:lnTo>
                  <a:pt x="625217" y="256552"/>
                </a:lnTo>
                <a:lnTo>
                  <a:pt x="626803" y="261334"/>
                </a:lnTo>
                <a:lnTo>
                  <a:pt x="629085" y="264327"/>
                </a:lnTo>
                <a:lnTo>
                  <a:pt x="632609" y="266670"/>
                </a:lnTo>
                <a:lnTo>
                  <a:pt x="637574" y="268428"/>
                </a:lnTo>
                <a:lnTo>
                  <a:pt x="641202" y="268530"/>
                </a:lnTo>
                <a:lnTo>
                  <a:pt x="642631" y="268791"/>
                </a:lnTo>
                <a:lnTo>
                  <a:pt x="644259" y="273602"/>
                </a:lnTo>
                <a:lnTo>
                  <a:pt x="645839" y="278880"/>
                </a:lnTo>
                <a:lnTo>
                  <a:pt x="653398" y="282483"/>
                </a:lnTo>
                <a:lnTo>
                  <a:pt x="660461" y="279657"/>
                </a:lnTo>
                <a:lnTo>
                  <a:pt x="668473" y="278122"/>
                </a:lnTo>
                <a:lnTo>
                  <a:pt x="675188" y="279824"/>
                </a:lnTo>
                <a:lnTo>
                  <a:pt x="680453" y="282572"/>
                </a:lnTo>
                <a:lnTo>
                  <a:pt x="684962" y="282814"/>
                </a:lnTo>
                <a:lnTo>
                  <a:pt x="694477" y="282621"/>
                </a:lnTo>
                <a:lnTo>
                  <a:pt x="711182" y="285256"/>
                </a:lnTo>
                <a:lnTo>
                  <a:pt x="716933" y="287546"/>
                </a:lnTo>
                <a:lnTo>
                  <a:pt x="726200" y="288154"/>
                </a:lnTo>
                <a:lnTo>
                  <a:pt x="731498" y="293255"/>
                </a:lnTo>
                <a:lnTo>
                  <a:pt x="729540" y="296146"/>
                </a:lnTo>
                <a:lnTo>
                  <a:pt x="723338" y="299060"/>
                </a:lnTo>
                <a:lnTo>
                  <a:pt x="702886" y="298849"/>
                </a:lnTo>
                <a:lnTo>
                  <a:pt x="700445" y="300866"/>
                </a:lnTo>
                <a:lnTo>
                  <a:pt x="702023" y="301838"/>
                </a:lnTo>
                <a:lnTo>
                  <a:pt x="685471" y="300654"/>
                </a:lnTo>
                <a:lnTo>
                  <a:pt x="671646" y="296480"/>
                </a:lnTo>
                <a:lnTo>
                  <a:pt x="660971" y="299282"/>
                </a:lnTo>
                <a:lnTo>
                  <a:pt x="647873" y="300975"/>
                </a:lnTo>
                <a:lnTo>
                  <a:pt x="643386" y="302423"/>
                </a:lnTo>
                <a:lnTo>
                  <a:pt x="634629" y="303983"/>
                </a:lnTo>
                <a:lnTo>
                  <a:pt x="619050" y="304999"/>
                </a:lnTo>
                <a:lnTo>
                  <a:pt x="613326" y="303422"/>
                </a:lnTo>
                <a:lnTo>
                  <a:pt x="604927" y="303834"/>
                </a:lnTo>
                <a:lnTo>
                  <a:pt x="594368" y="307021"/>
                </a:lnTo>
                <a:lnTo>
                  <a:pt x="584954" y="305530"/>
                </a:lnTo>
                <a:lnTo>
                  <a:pt x="575921" y="304547"/>
                </a:lnTo>
                <a:lnTo>
                  <a:pt x="569216" y="310500"/>
                </a:lnTo>
                <a:lnTo>
                  <a:pt x="562140" y="315675"/>
                </a:lnTo>
                <a:lnTo>
                  <a:pt x="552354" y="319518"/>
                </a:lnTo>
                <a:lnTo>
                  <a:pt x="535741" y="327782"/>
                </a:lnTo>
                <a:lnTo>
                  <a:pt x="535831" y="331751"/>
                </a:lnTo>
                <a:lnTo>
                  <a:pt x="545039" y="336029"/>
                </a:lnTo>
                <a:lnTo>
                  <a:pt x="556948" y="342040"/>
                </a:lnTo>
                <a:lnTo>
                  <a:pt x="565452" y="346984"/>
                </a:lnTo>
                <a:lnTo>
                  <a:pt x="570552" y="349637"/>
                </a:lnTo>
                <a:lnTo>
                  <a:pt x="579575" y="348750"/>
                </a:lnTo>
                <a:lnTo>
                  <a:pt x="593842" y="348878"/>
                </a:lnTo>
                <a:lnTo>
                  <a:pt x="602345" y="355447"/>
                </a:lnTo>
                <a:lnTo>
                  <a:pt x="604750" y="356609"/>
                </a:lnTo>
                <a:lnTo>
                  <a:pt x="606625" y="358140"/>
                </a:lnTo>
                <a:lnTo>
                  <a:pt x="603490" y="360652"/>
                </a:lnTo>
                <a:lnTo>
                  <a:pt x="599341" y="361887"/>
                </a:lnTo>
                <a:lnTo>
                  <a:pt x="595867" y="365410"/>
                </a:lnTo>
                <a:lnTo>
                  <a:pt x="591683" y="371372"/>
                </a:lnTo>
                <a:lnTo>
                  <a:pt x="546440" y="364132"/>
                </a:lnTo>
                <a:lnTo>
                  <a:pt x="526025" y="363213"/>
                </a:lnTo>
                <a:lnTo>
                  <a:pt x="520510" y="365007"/>
                </a:lnTo>
                <a:lnTo>
                  <a:pt x="517943" y="367097"/>
                </a:lnTo>
                <a:lnTo>
                  <a:pt x="508736" y="366229"/>
                </a:lnTo>
                <a:lnTo>
                  <a:pt x="497072" y="362605"/>
                </a:lnTo>
                <a:lnTo>
                  <a:pt x="489996" y="361630"/>
                </a:lnTo>
                <a:lnTo>
                  <a:pt x="479164" y="358345"/>
                </a:lnTo>
                <a:lnTo>
                  <a:pt x="466086" y="357300"/>
                </a:lnTo>
                <a:lnTo>
                  <a:pt x="455299" y="356632"/>
                </a:lnTo>
                <a:lnTo>
                  <a:pt x="446418" y="352076"/>
                </a:lnTo>
                <a:lnTo>
                  <a:pt x="432633" y="350885"/>
                </a:lnTo>
                <a:lnTo>
                  <a:pt x="419963" y="350484"/>
                </a:lnTo>
                <a:lnTo>
                  <a:pt x="416414" y="349830"/>
                </a:lnTo>
                <a:lnTo>
                  <a:pt x="414336" y="349528"/>
                </a:lnTo>
                <a:lnTo>
                  <a:pt x="408676" y="349895"/>
                </a:lnTo>
                <a:lnTo>
                  <a:pt x="403673" y="350558"/>
                </a:lnTo>
                <a:lnTo>
                  <a:pt x="396205" y="351177"/>
                </a:lnTo>
                <a:lnTo>
                  <a:pt x="388047" y="351025"/>
                </a:lnTo>
                <a:lnTo>
                  <a:pt x="379454" y="350320"/>
                </a:lnTo>
                <a:lnTo>
                  <a:pt x="371562" y="349333"/>
                </a:lnTo>
                <a:lnTo>
                  <a:pt x="364241" y="348413"/>
                </a:lnTo>
                <a:lnTo>
                  <a:pt x="361735" y="346980"/>
                </a:lnTo>
                <a:lnTo>
                  <a:pt x="361627" y="344831"/>
                </a:lnTo>
                <a:lnTo>
                  <a:pt x="361793" y="343586"/>
                </a:lnTo>
                <a:lnTo>
                  <a:pt x="362488" y="342540"/>
                </a:lnTo>
                <a:lnTo>
                  <a:pt x="363849" y="341609"/>
                </a:lnTo>
                <a:lnTo>
                  <a:pt x="368295" y="337020"/>
                </a:lnTo>
                <a:lnTo>
                  <a:pt x="370472" y="335403"/>
                </a:lnTo>
                <a:lnTo>
                  <a:pt x="374312" y="334198"/>
                </a:lnTo>
                <a:lnTo>
                  <a:pt x="384271" y="331527"/>
                </a:lnTo>
                <a:lnTo>
                  <a:pt x="384828" y="328031"/>
                </a:lnTo>
                <a:lnTo>
                  <a:pt x="383402" y="323985"/>
                </a:lnTo>
                <a:lnTo>
                  <a:pt x="380268" y="322610"/>
                </a:lnTo>
                <a:lnTo>
                  <a:pt x="376322" y="322047"/>
                </a:lnTo>
                <a:lnTo>
                  <a:pt x="371196" y="321274"/>
                </a:lnTo>
                <a:lnTo>
                  <a:pt x="365192" y="319091"/>
                </a:lnTo>
                <a:lnTo>
                  <a:pt x="361060" y="317024"/>
                </a:lnTo>
                <a:lnTo>
                  <a:pt x="358193" y="315432"/>
                </a:lnTo>
                <a:lnTo>
                  <a:pt x="352917" y="315392"/>
                </a:lnTo>
                <a:lnTo>
                  <a:pt x="348440" y="314844"/>
                </a:lnTo>
                <a:lnTo>
                  <a:pt x="343088" y="313153"/>
                </a:lnTo>
                <a:lnTo>
                  <a:pt x="334887" y="313251"/>
                </a:lnTo>
                <a:lnTo>
                  <a:pt x="331652" y="312731"/>
                </a:lnTo>
                <a:lnTo>
                  <a:pt x="328608" y="312001"/>
                </a:lnTo>
                <a:lnTo>
                  <a:pt x="325145" y="310400"/>
                </a:lnTo>
                <a:lnTo>
                  <a:pt x="322086" y="310010"/>
                </a:lnTo>
                <a:lnTo>
                  <a:pt x="318875" y="310144"/>
                </a:lnTo>
                <a:lnTo>
                  <a:pt x="317441" y="310874"/>
                </a:lnTo>
                <a:lnTo>
                  <a:pt x="314500" y="312043"/>
                </a:lnTo>
                <a:lnTo>
                  <a:pt x="311103" y="313402"/>
                </a:lnTo>
                <a:lnTo>
                  <a:pt x="310295" y="315656"/>
                </a:lnTo>
                <a:lnTo>
                  <a:pt x="312885" y="319106"/>
                </a:lnTo>
                <a:lnTo>
                  <a:pt x="319793" y="323489"/>
                </a:lnTo>
                <a:lnTo>
                  <a:pt x="325600" y="325223"/>
                </a:lnTo>
                <a:lnTo>
                  <a:pt x="327629" y="329542"/>
                </a:lnTo>
                <a:lnTo>
                  <a:pt x="331755" y="335737"/>
                </a:lnTo>
                <a:lnTo>
                  <a:pt x="345295" y="343873"/>
                </a:lnTo>
                <a:lnTo>
                  <a:pt x="350081" y="350199"/>
                </a:lnTo>
                <a:lnTo>
                  <a:pt x="341397" y="355364"/>
                </a:lnTo>
                <a:lnTo>
                  <a:pt x="333991" y="361192"/>
                </a:lnTo>
                <a:lnTo>
                  <a:pt x="326485" y="362001"/>
                </a:lnTo>
                <a:lnTo>
                  <a:pt x="315748" y="361192"/>
                </a:lnTo>
                <a:lnTo>
                  <a:pt x="308233" y="359505"/>
                </a:lnTo>
                <a:lnTo>
                  <a:pt x="301315" y="356576"/>
                </a:lnTo>
                <a:lnTo>
                  <a:pt x="290160" y="359539"/>
                </a:lnTo>
                <a:lnTo>
                  <a:pt x="289605" y="359964"/>
                </a:lnTo>
                <a:lnTo>
                  <a:pt x="282120" y="359388"/>
                </a:lnTo>
                <a:lnTo>
                  <a:pt x="259109" y="348129"/>
                </a:lnTo>
                <a:lnTo>
                  <a:pt x="246889" y="341916"/>
                </a:lnTo>
                <a:lnTo>
                  <a:pt x="238030" y="334733"/>
                </a:lnTo>
                <a:lnTo>
                  <a:pt x="241372" y="325715"/>
                </a:lnTo>
                <a:lnTo>
                  <a:pt x="237099" y="320824"/>
                </a:lnTo>
                <a:lnTo>
                  <a:pt x="229648" y="313772"/>
                </a:lnTo>
                <a:lnTo>
                  <a:pt x="225636" y="316859"/>
                </a:lnTo>
                <a:lnTo>
                  <a:pt x="216019" y="318891"/>
                </a:lnTo>
                <a:lnTo>
                  <a:pt x="211184" y="318862"/>
                </a:lnTo>
                <a:lnTo>
                  <a:pt x="200952" y="315286"/>
                </a:lnTo>
                <a:lnTo>
                  <a:pt x="196862" y="315216"/>
                </a:lnTo>
                <a:lnTo>
                  <a:pt x="195248" y="316149"/>
                </a:lnTo>
                <a:lnTo>
                  <a:pt x="183687" y="325672"/>
                </a:lnTo>
                <a:lnTo>
                  <a:pt x="165436" y="325838"/>
                </a:lnTo>
                <a:lnTo>
                  <a:pt x="161002" y="322646"/>
                </a:lnTo>
                <a:lnTo>
                  <a:pt x="156586" y="322424"/>
                </a:lnTo>
                <a:lnTo>
                  <a:pt x="152220" y="323090"/>
                </a:lnTo>
                <a:lnTo>
                  <a:pt x="146988" y="323430"/>
                </a:lnTo>
                <a:lnTo>
                  <a:pt x="135741" y="319624"/>
                </a:lnTo>
                <a:lnTo>
                  <a:pt x="126619" y="318564"/>
                </a:lnTo>
                <a:lnTo>
                  <a:pt x="122903" y="320132"/>
                </a:lnTo>
                <a:lnTo>
                  <a:pt x="120177" y="324447"/>
                </a:lnTo>
                <a:lnTo>
                  <a:pt x="115629" y="328156"/>
                </a:lnTo>
                <a:lnTo>
                  <a:pt x="109445" y="332197"/>
                </a:lnTo>
                <a:lnTo>
                  <a:pt x="102639" y="341724"/>
                </a:lnTo>
                <a:lnTo>
                  <a:pt x="95140" y="345384"/>
                </a:lnTo>
                <a:lnTo>
                  <a:pt x="89832" y="347693"/>
                </a:lnTo>
                <a:lnTo>
                  <a:pt x="80540" y="359001"/>
                </a:lnTo>
                <a:lnTo>
                  <a:pt x="70403" y="371003"/>
                </a:lnTo>
                <a:lnTo>
                  <a:pt x="61541" y="382633"/>
                </a:lnTo>
                <a:lnTo>
                  <a:pt x="52497" y="388588"/>
                </a:lnTo>
                <a:lnTo>
                  <a:pt x="46953" y="393666"/>
                </a:lnTo>
                <a:lnTo>
                  <a:pt x="40615" y="400090"/>
                </a:lnTo>
                <a:lnTo>
                  <a:pt x="38385" y="402412"/>
                </a:lnTo>
                <a:lnTo>
                  <a:pt x="30925" y="404054"/>
                </a:lnTo>
                <a:lnTo>
                  <a:pt x="23428" y="404911"/>
                </a:lnTo>
                <a:lnTo>
                  <a:pt x="17260" y="407399"/>
                </a:lnTo>
                <a:lnTo>
                  <a:pt x="16486" y="409875"/>
                </a:lnTo>
                <a:lnTo>
                  <a:pt x="15310" y="417052"/>
                </a:lnTo>
                <a:lnTo>
                  <a:pt x="12958" y="433139"/>
                </a:lnTo>
                <a:lnTo>
                  <a:pt x="12979" y="436712"/>
                </a:lnTo>
                <a:lnTo>
                  <a:pt x="13528" y="441675"/>
                </a:lnTo>
                <a:lnTo>
                  <a:pt x="13524" y="448923"/>
                </a:lnTo>
                <a:lnTo>
                  <a:pt x="14670" y="456274"/>
                </a:lnTo>
                <a:lnTo>
                  <a:pt x="12023" y="464045"/>
                </a:lnTo>
                <a:lnTo>
                  <a:pt x="10326" y="471074"/>
                </a:lnTo>
                <a:lnTo>
                  <a:pt x="14920" y="481603"/>
                </a:lnTo>
                <a:lnTo>
                  <a:pt x="16885" y="491860"/>
                </a:lnTo>
                <a:lnTo>
                  <a:pt x="12902" y="502225"/>
                </a:lnTo>
                <a:lnTo>
                  <a:pt x="5388" y="506760"/>
                </a:lnTo>
                <a:lnTo>
                  <a:pt x="5181" y="510289"/>
                </a:lnTo>
                <a:lnTo>
                  <a:pt x="4718" y="518703"/>
                </a:lnTo>
                <a:lnTo>
                  <a:pt x="3357" y="522790"/>
                </a:lnTo>
                <a:lnTo>
                  <a:pt x="2305" y="524896"/>
                </a:lnTo>
                <a:lnTo>
                  <a:pt x="0" y="527005"/>
                </a:lnTo>
                <a:lnTo>
                  <a:pt x="3363" y="532258"/>
                </a:lnTo>
                <a:lnTo>
                  <a:pt x="9337" y="538238"/>
                </a:lnTo>
                <a:lnTo>
                  <a:pt x="14498" y="539228"/>
                </a:lnTo>
                <a:lnTo>
                  <a:pt x="18649" y="540360"/>
                </a:lnTo>
                <a:lnTo>
                  <a:pt x="24535" y="540857"/>
                </a:lnTo>
                <a:lnTo>
                  <a:pt x="31943" y="540006"/>
                </a:lnTo>
                <a:lnTo>
                  <a:pt x="35245" y="539855"/>
                </a:lnTo>
                <a:lnTo>
                  <a:pt x="39205" y="538522"/>
                </a:lnTo>
                <a:lnTo>
                  <a:pt x="42429" y="536235"/>
                </a:lnTo>
                <a:lnTo>
                  <a:pt x="45204" y="536862"/>
                </a:lnTo>
                <a:lnTo>
                  <a:pt x="49032" y="538806"/>
                </a:lnTo>
                <a:lnTo>
                  <a:pt x="53121" y="540469"/>
                </a:lnTo>
                <a:lnTo>
                  <a:pt x="59977" y="539090"/>
                </a:lnTo>
                <a:lnTo>
                  <a:pt x="65909" y="536791"/>
                </a:lnTo>
                <a:lnTo>
                  <a:pt x="71157" y="534808"/>
                </a:lnTo>
                <a:lnTo>
                  <a:pt x="76786" y="534229"/>
                </a:lnTo>
                <a:lnTo>
                  <a:pt x="82440" y="534494"/>
                </a:lnTo>
                <a:lnTo>
                  <a:pt x="85896" y="534422"/>
                </a:lnTo>
                <a:lnTo>
                  <a:pt x="91868" y="534360"/>
                </a:lnTo>
                <a:lnTo>
                  <a:pt x="95277" y="533550"/>
                </a:lnTo>
                <a:lnTo>
                  <a:pt x="95831" y="532451"/>
                </a:lnTo>
                <a:lnTo>
                  <a:pt x="99048" y="531672"/>
                </a:lnTo>
                <a:lnTo>
                  <a:pt x="103776" y="531426"/>
                </a:lnTo>
                <a:lnTo>
                  <a:pt x="110819" y="531981"/>
                </a:lnTo>
                <a:lnTo>
                  <a:pt x="114332" y="531668"/>
                </a:lnTo>
                <a:lnTo>
                  <a:pt x="117425" y="531201"/>
                </a:lnTo>
                <a:lnTo>
                  <a:pt x="122876" y="530560"/>
                </a:lnTo>
                <a:lnTo>
                  <a:pt x="125483" y="529883"/>
                </a:lnTo>
                <a:lnTo>
                  <a:pt x="131731" y="528717"/>
                </a:lnTo>
                <a:lnTo>
                  <a:pt x="141945" y="529977"/>
                </a:lnTo>
                <a:lnTo>
                  <a:pt x="151470" y="532117"/>
                </a:lnTo>
                <a:lnTo>
                  <a:pt x="160782" y="530453"/>
                </a:lnTo>
                <a:lnTo>
                  <a:pt x="169837" y="529497"/>
                </a:lnTo>
                <a:lnTo>
                  <a:pt x="177324" y="533711"/>
                </a:lnTo>
                <a:lnTo>
                  <a:pt x="178380" y="540285"/>
                </a:lnTo>
                <a:lnTo>
                  <a:pt x="176093" y="546020"/>
                </a:lnTo>
                <a:lnTo>
                  <a:pt x="173507" y="552734"/>
                </a:lnTo>
                <a:lnTo>
                  <a:pt x="169719" y="554713"/>
                </a:lnTo>
                <a:lnTo>
                  <a:pt x="164118" y="555026"/>
                </a:lnTo>
                <a:lnTo>
                  <a:pt x="161146" y="556522"/>
                </a:lnTo>
                <a:lnTo>
                  <a:pt x="158888" y="560380"/>
                </a:lnTo>
                <a:lnTo>
                  <a:pt x="156850" y="564695"/>
                </a:lnTo>
                <a:lnTo>
                  <a:pt x="154649" y="567038"/>
                </a:lnTo>
                <a:lnTo>
                  <a:pt x="150419" y="569275"/>
                </a:lnTo>
                <a:lnTo>
                  <a:pt x="146013" y="573951"/>
                </a:lnTo>
                <a:lnTo>
                  <a:pt x="143225" y="576945"/>
                </a:lnTo>
                <a:lnTo>
                  <a:pt x="136545" y="580819"/>
                </a:lnTo>
                <a:lnTo>
                  <a:pt x="124399" y="581324"/>
                </a:lnTo>
                <a:lnTo>
                  <a:pt x="118387" y="578963"/>
                </a:lnTo>
                <a:lnTo>
                  <a:pt x="117425" y="574530"/>
                </a:lnTo>
                <a:lnTo>
                  <a:pt x="114868" y="575245"/>
                </a:lnTo>
                <a:lnTo>
                  <a:pt x="114228" y="582191"/>
                </a:lnTo>
                <a:lnTo>
                  <a:pt x="116826" y="592362"/>
                </a:lnTo>
                <a:lnTo>
                  <a:pt x="125118" y="598767"/>
                </a:lnTo>
                <a:lnTo>
                  <a:pt x="128064" y="604184"/>
                </a:lnTo>
                <a:lnTo>
                  <a:pt x="134347" y="610682"/>
                </a:lnTo>
                <a:lnTo>
                  <a:pt x="140199" y="618464"/>
                </a:lnTo>
                <a:lnTo>
                  <a:pt x="142330" y="624739"/>
                </a:lnTo>
                <a:lnTo>
                  <a:pt x="143590" y="627490"/>
                </a:lnTo>
                <a:lnTo>
                  <a:pt x="148386" y="628749"/>
                </a:lnTo>
                <a:lnTo>
                  <a:pt x="150300" y="629070"/>
                </a:lnTo>
                <a:lnTo>
                  <a:pt x="152183" y="631275"/>
                </a:lnTo>
                <a:lnTo>
                  <a:pt x="162084" y="642231"/>
                </a:lnTo>
                <a:lnTo>
                  <a:pt x="166761" y="647106"/>
                </a:lnTo>
                <a:lnTo>
                  <a:pt x="168173" y="649621"/>
                </a:lnTo>
                <a:lnTo>
                  <a:pt x="168766" y="655620"/>
                </a:lnTo>
                <a:lnTo>
                  <a:pt x="167999" y="661496"/>
                </a:lnTo>
                <a:lnTo>
                  <a:pt x="164622" y="662813"/>
                </a:lnTo>
                <a:lnTo>
                  <a:pt x="158108" y="664982"/>
                </a:lnTo>
                <a:lnTo>
                  <a:pt x="156984" y="672942"/>
                </a:lnTo>
                <a:lnTo>
                  <a:pt x="156519" y="679133"/>
                </a:lnTo>
                <a:lnTo>
                  <a:pt x="157008" y="684742"/>
                </a:lnTo>
                <a:lnTo>
                  <a:pt x="162235" y="688534"/>
                </a:lnTo>
                <a:lnTo>
                  <a:pt x="163544" y="693136"/>
                </a:lnTo>
                <a:lnTo>
                  <a:pt x="172126" y="696455"/>
                </a:lnTo>
                <a:lnTo>
                  <a:pt x="189538" y="695056"/>
                </a:lnTo>
                <a:lnTo>
                  <a:pt x="194192" y="699397"/>
                </a:lnTo>
                <a:lnTo>
                  <a:pt x="197818" y="698388"/>
                </a:lnTo>
                <a:lnTo>
                  <a:pt x="205110" y="696990"/>
                </a:lnTo>
                <a:lnTo>
                  <a:pt x="207238" y="698636"/>
                </a:lnTo>
                <a:lnTo>
                  <a:pt x="208398" y="704046"/>
                </a:lnTo>
                <a:lnTo>
                  <a:pt x="209790" y="711118"/>
                </a:lnTo>
                <a:lnTo>
                  <a:pt x="207859" y="714901"/>
                </a:lnTo>
                <a:lnTo>
                  <a:pt x="201598" y="713931"/>
                </a:lnTo>
                <a:lnTo>
                  <a:pt x="196286" y="712864"/>
                </a:lnTo>
                <a:lnTo>
                  <a:pt x="192047" y="711661"/>
                </a:lnTo>
                <a:lnTo>
                  <a:pt x="189170" y="713131"/>
                </a:lnTo>
                <a:lnTo>
                  <a:pt x="188758" y="714848"/>
                </a:lnTo>
                <a:lnTo>
                  <a:pt x="187737" y="719367"/>
                </a:lnTo>
                <a:lnTo>
                  <a:pt x="182664" y="720936"/>
                </a:lnTo>
                <a:lnTo>
                  <a:pt x="180557" y="721232"/>
                </a:lnTo>
                <a:lnTo>
                  <a:pt x="179821" y="724632"/>
                </a:lnTo>
                <a:lnTo>
                  <a:pt x="182426" y="732093"/>
                </a:lnTo>
                <a:lnTo>
                  <a:pt x="178090" y="738753"/>
                </a:lnTo>
                <a:lnTo>
                  <a:pt x="170405" y="739901"/>
                </a:lnTo>
                <a:lnTo>
                  <a:pt x="167964" y="739024"/>
                </a:lnTo>
                <a:lnTo>
                  <a:pt x="161478" y="737397"/>
                </a:lnTo>
                <a:lnTo>
                  <a:pt x="157206" y="740276"/>
                </a:lnTo>
                <a:lnTo>
                  <a:pt x="151364" y="742568"/>
                </a:lnTo>
                <a:lnTo>
                  <a:pt x="147339" y="745851"/>
                </a:lnTo>
                <a:lnTo>
                  <a:pt x="146495" y="750268"/>
                </a:lnTo>
                <a:lnTo>
                  <a:pt x="145010" y="753784"/>
                </a:lnTo>
                <a:lnTo>
                  <a:pt x="145637" y="755593"/>
                </a:lnTo>
                <a:lnTo>
                  <a:pt x="148294" y="763248"/>
                </a:lnTo>
                <a:lnTo>
                  <a:pt x="151936" y="768755"/>
                </a:lnTo>
                <a:lnTo>
                  <a:pt x="152687" y="769344"/>
                </a:lnTo>
                <a:lnTo>
                  <a:pt x="159239" y="770536"/>
                </a:lnTo>
                <a:lnTo>
                  <a:pt x="167136" y="772951"/>
                </a:lnTo>
                <a:lnTo>
                  <a:pt x="167570" y="776353"/>
                </a:lnTo>
                <a:lnTo>
                  <a:pt x="167891" y="780949"/>
                </a:lnTo>
                <a:lnTo>
                  <a:pt x="171321" y="785712"/>
                </a:lnTo>
                <a:lnTo>
                  <a:pt x="172836" y="789997"/>
                </a:lnTo>
                <a:lnTo>
                  <a:pt x="173628" y="796387"/>
                </a:lnTo>
                <a:lnTo>
                  <a:pt x="175361" y="799658"/>
                </a:lnTo>
                <a:lnTo>
                  <a:pt x="177210" y="801326"/>
                </a:lnTo>
                <a:lnTo>
                  <a:pt x="179673" y="802524"/>
                </a:lnTo>
                <a:lnTo>
                  <a:pt x="181269" y="805737"/>
                </a:lnTo>
                <a:lnTo>
                  <a:pt x="184101" y="810987"/>
                </a:lnTo>
                <a:lnTo>
                  <a:pt x="189007" y="816885"/>
                </a:lnTo>
                <a:lnTo>
                  <a:pt x="193737" y="817391"/>
                </a:lnTo>
                <a:lnTo>
                  <a:pt x="198052" y="816565"/>
                </a:lnTo>
                <a:lnTo>
                  <a:pt x="199690" y="814925"/>
                </a:lnTo>
                <a:lnTo>
                  <a:pt x="202305" y="813992"/>
                </a:lnTo>
                <a:lnTo>
                  <a:pt x="204815" y="813289"/>
                </a:lnTo>
                <a:lnTo>
                  <a:pt x="207733" y="813767"/>
                </a:lnTo>
                <a:lnTo>
                  <a:pt x="211188" y="814850"/>
                </a:lnTo>
                <a:lnTo>
                  <a:pt x="214429" y="815822"/>
                </a:lnTo>
                <a:lnTo>
                  <a:pt x="216240" y="815870"/>
                </a:lnTo>
                <a:lnTo>
                  <a:pt x="217455" y="815426"/>
                </a:lnTo>
                <a:lnTo>
                  <a:pt x="218737" y="814539"/>
                </a:lnTo>
                <a:lnTo>
                  <a:pt x="219758" y="814227"/>
                </a:lnTo>
                <a:lnTo>
                  <a:pt x="221788" y="813958"/>
                </a:lnTo>
                <a:lnTo>
                  <a:pt x="224222" y="813815"/>
                </a:lnTo>
                <a:lnTo>
                  <a:pt x="226363" y="814034"/>
                </a:lnTo>
                <a:lnTo>
                  <a:pt x="230286" y="815478"/>
                </a:lnTo>
                <a:lnTo>
                  <a:pt x="231915" y="816405"/>
                </a:lnTo>
                <a:lnTo>
                  <a:pt x="232604" y="817509"/>
                </a:lnTo>
                <a:lnTo>
                  <a:pt x="231921" y="819165"/>
                </a:lnTo>
                <a:lnTo>
                  <a:pt x="230553" y="821273"/>
                </a:lnTo>
                <a:lnTo>
                  <a:pt x="228644" y="823227"/>
                </a:lnTo>
                <a:lnTo>
                  <a:pt x="227216" y="825190"/>
                </a:lnTo>
                <a:lnTo>
                  <a:pt x="226413" y="826665"/>
                </a:lnTo>
                <a:lnTo>
                  <a:pt x="224946" y="828805"/>
                </a:lnTo>
                <a:lnTo>
                  <a:pt x="219566" y="828573"/>
                </a:lnTo>
                <a:lnTo>
                  <a:pt x="215170" y="827900"/>
                </a:lnTo>
                <a:lnTo>
                  <a:pt x="210002" y="827043"/>
                </a:lnTo>
                <a:lnTo>
                  <a:pt x="206317" y="826596"/>
                </a:lnTo>
                <a:lnTo>
                  <a:pt x="203555" y="826310"/>
                </a:lnTo>
                <a:lnTo>
                  <a:pt x="202303" y="826512"/>
                </a:lnTo>
                <a:lnTo>
                  <a:pt x="199878" y="826898"/>
                </a:lnTo>
                <a:lnTo>
                  <a:pt x="197260" y="827458"/>
                </a:lnTo>
                <a:lnTo>
                  <a:pt x="195893" y="828113"/>
                </a:lnTo>
                <a:lnTo>
                  <a:pt x="193294" y="829244"/>
                </a:lnTo>
                <a:lnTo>
                  <a:pt x="190427" y="830885"/>
                </a:lnTo>
                <a:lnTo>
                  <a:pt x="185230" y="833315"/>
                </a:lnTo>
                <a:lnTo>
                  <a:pt x="176805" y="834045"/>
                </a:lnTo>
                <a:lnTo>
                  <a:pt x="158667" y="833457"/>
                </a:lnTo>
                <a:lnTo>
                  <a:pt x="154384" y="830052"/>
                </a:lnTo>
                <a:lnTo>
                  <a:pt x="150994" y="824895"/>
                </a:lnTo>
                <a:lnTo>
                  <a:pt x="147484" y="820722"/>
                </a:lnTo>
                <a:lnTo>
                  <a:pt x="144174" y="817792"/>
                </a:lnTo>
                <a:lnTo>
                  <a:pt x="139683" y="815631"/>
                </a:lnTo>
                <a:lnTo>
                  <a:pt x="136546" y="815740"/>
                </a:lnTo>
                <a:lnTo>
                  <a:pt x="135954" y="817675"/>
                </a:lnTo>
                <a:lnTo>
                  <a:pt x="134537" y="821801"/>
                </a:lnTo>
                <a:lnTo>
                  <a:pt x="133090" y="825750"/>
                </a:lnTo>
                <a:lnTo>
                  <a:pt x="132836" y="829467"/>
                </a:lnTo>
                <a:lnTo>
                  <a:pt x="133614" y="835118"/>
                </a:lnTo>
                <a:lnTo>
                  <a:pt x="133567" y="838694"/>
                </a:lnTo>
                <a:lnTo>
                  <a:pt x="129843" y="840122"/>
                </a:lnTo>
                <a:lnTo>
                  <a:pt x="126729" y="837267"/>
                </a:lnTo>
                <a:lnTo>
                  <a:pt x="126112" y="833659"/>
                </a:lnTo>
                <a:lnTo>
                  <a:pt x="125957" y="827676"/>
                </a:lnTo>
                <a:lnTo>
                  <a:pt x="123344" y="823754"/>
                </a:lnTo>
                <a:lnTo>
                  <a:pt x="119497" y="821373"/>
                </a:lnTo>
                <a:lnTo>
                  <a:pt x="117903" y="817416"/>
                </a:lnTo>
                <a:lnTo>
                  <a:pt x="118014" y="807362"/>
                </a:lnTo>
                <a:lnTo>
                  <a:pt x="121049" y="803663"/>
                </a:lnTo>
                <a:lnTo>
                  <a:pt x="124916" y="802533"/>
                </a:lnTo>
                <a:lnTo>
                  <a:pt x="123755" y="793709"/>
                </a:lnTo>
                <a:lnTo>
                  <a:pt x="122662" y="790129"/>
                </a:lnTo>
                <a:lnTo>
                  <a:pt x="121174" y="788024"/>
                </a:lnTo>
                <a:lnTo>
                  <a:pt x="118308" y="786441"/>
                </a:lnTo>
                <a:lnTo>
                  <a:pt x="116562" y="784981"/>
                </a:lnTo>
                <a:lnTo>
                  <a:pt x="114867" y="783012"/>
                </a:lnTo>
                <a:lnTo>
                  <a:pt x="112635" y="778457"/>
                </a:lnTo>
                <a:lnTo>
                  <a:pt x="111392" y="775511"/>
                </a:lnTo>
                <a:lnTo>
                  <a:pt x="107609" y="769101"/>
                </a:lnTo>
                <a:lnTo>
                  <a:pt x="105576" y="766594"/>
                </a:lnTo>
                <a:lnTo>
                  <a:pt x="104988" y="765471"/>
                </a:lnTo>
                <a:lnTo>
                  <a:pt x="104073" y="762280"/>
                </a:lnTo>
                <a:lnTo>
                  <a:pt x="102424" y="757746"/>
                </a:lnTo>
                <a:lnTo>
                  <a:pt x="100721" y="754551"/>
                </a:lnTo>
                <a:lnTo>
                  <a:pt x="98912" y="752072"/>
                </a:lnTo>
                <a:lnTo>
                  <a:pt x="95542" y="748975"/>
                </a:lnTo>
                <a:lnTo>
                  <a:pt x="91366" y="746229"/>
                </a:lnTo>
                <a:lnTo>
                  <a:pt x="83479" y="743676"/>
                </a:lnTo>
                <a:lnTo>
                  <a:pt x="70204" y="745969"/>
                </a:lnTo>
                <a:lnTo>
                  <a:pt x="68734" y="749534"/>
                </a:lnTo>
                <a:lnTo>
                  <a:pt x="68523" y="755300"/>
                </a:lnTo>
                <a:lnTo>
                  <a:pt x="68677" y="771047"/>
                </a:lnTo>
                <a:lnTo>
                  <a:pt x="70647" y="777256"/>
                </a:lnTo>
                <a:lnTo>
                  <a:pt x="76039" y="786671"/>
                </a:lnTo>
                <a:lnTo>
                  <a:pt x="76150" y="793176"/>
                </a:lnTo>
                <a:lnTo>
                  <a:pt x="75448" y="796191"/>
                </a:lnTo>
                <a:lnTo>
                  <a:pt x="74517" y="799615"/>
                </a:lnTo>
                <a:lnTo>
                  <a:pt x="76111" y="802466"/>
                </a:lnTo>
                <a:lnTo>
                  <a:pt x="86677" y="803428"/>
                </a:lnTo>
                <a:lnTo>
                  <a:pt x="93035" y="808464"/>
                </a:lnTo>
                <a:lnTo>
                  <a:pt x="94423" y="814928"/>
                </a:lnTo>
                <a:lnTo>
                  <a:pt x="89463" y="816290"/>
                </a:lnTo>
                <a:lnTo>
                  <a:pt x="88440" y="820010"/>
                </a:lnTo>
                <a:lnTo>
                  <a:pt x="83415" y="830026"/>
                </a:lnTo>
                <a:lnTo>
                  <a:pt x="77136" y="830199"/>
                </a:lnTo>
                <a:lnTo>
                  <a:pt x="72079" y="828516"/>
                </a:lnTo>
                <a:lnTo>
                  <a:pt x="69987" y="828510"/>
                </a:lnTo>
                <a:lnTo>
                  <a:pt x="68527" y="829998"/>
                </a:lnTo>
                <a:lnTo>
                  <a:pt x="66187" y="832880"/>
                </a:lnTo>
                <a:lnTo>
                  <a:pt x="62546" y="835887"/>
                </a:lnTo>
                <a:lnTo>
                  <a:pt x="55075" y="839129"/>
                </a:lnTo>
                <a:lnTo>
                  <a:pt x="47097" y="841635"/>
                </a:lnTo>
                <a:lnTo>
                  <a:pt x="44437" y="843254"/>
                </a:lnTo>
                <a:lnTo>
                  <a:pt x="43940" y="844921"/>
                </a:lnTo>
                <a:lnTo>
                  <a:pt x="47028" y="850715"/>
                </a:lnTo>
                <a:lnTo>
                  <a:pt x="49579" y="853076"/>
                </a:lnTo>
                <a:lnTo>
                  <a:pt x="54033" y="852443"/>
                </a:lnTo>
                <a:lnTo>
                  <a:pt x="60388" y="853669"/>
                </a:lnTo>
                <a:lnTo>
                  <a:pt x="61822" y="856113"/>
                </a:lnTo>
                <a:lnTo>
                  <a:pt x="74181" y="858158"/>
                </a:lnTo>
                <a:lnTo>
                  <a:pt x="81355" y="863895"/>
                </a:lnTo>
                <a:lnTo>
                  <a:pt x="84252" y="866327"/>
                </a:lnTo>
                <a:lnTo>
                  <a:pt x="87604" y="867594"/>
                </a:lnTo>
                <a:lnTo>
                  <a:pt x="90888" y="870701"/>
                </a:lnTo>
                <a:lnTo>
                  <a:pt x="93553" y="871828"/>
                </a:lnTo>
                <a:lnTo>
                  <a:pt x="102590" y="874502"/>
                </a:lnTo>
                <a:lnTo>
                  <a:pt x="105129" y="877301"/>
                </a:lnTo>
                <a:lnTo>
                  <a:pt x="108044" y="882719"/>
                </a:lnTo>
                <a:lnTo>
                  <a:pt x="110246" y="887621"/>
                </a:lnTo>
                <a:lnTo>
                  <a:pt x="114910" y="888615"/>
                </a:lnTo>
                <a:lnTo>
                  <a:pt x="117223" y="892007"/>
                </a:lnTo>
                <a:lnTo>
                  <a:pt x="119349" y="894869"/>
                </a:lnTo>
                <a:lnTo>
                  <a:pt x="121520" y="894000"/>
                </a:lnTo>
                <a:lnTo>
                  <a:pt x="123435" y="887926"/>
                </a:lnTo>
                <a:lnTo>
                  <a:pt x="128320" y="885315"/>
                </a:lnTo>
                <a:lnTo>
                  <a:pt x="129218" y="881799"/>
                </a:lnTo>
                <a:lnTo>
                  <a:pt x="128693" y="876180"/>
                </a:lnTo>
                <a:lnTo>
                  <a:pt x="129951" y="872095"/>
                </a:lnTo>
                <a:lnTo>
                  <a:pt x="157793" y="873530"/>
                </a:lnTo>
                <a:lnTo>
                  <a:pt x="158441" y="880778"/>
                </a:lnTo>
                <a:lnTo>
                  <a:pt x="156994" y="883528"/>
                </a:lnTo>
                <a:lnTo>
                  <a:pt x="155291" y="886501"/>
                </a:lnTo>
                <a:lnTo>
                  <a:pt x="157097" y="889116"/>
                </a:lnTo>
                <a:lnTo>
                  <a:pt x="164715" y="891384"/>
                </a:lnTo>
                <a:lnTo>
                  <a:pt x="170649" y="901696"/>
                </a:lnTo>
                <a:lnTo>
                  <a:pt x="176558" y="914482"/>
                </a:lnTo>
                <a:lnTo>
                  <a:pt x="179861" y="914483"/>
                </a:lnTo>
                <a:lnTo>
                  <a:pt x="195776" y="911094"/>
                </a:lnTo>
                <a:lnTo>
                  <a:pt x="207471" y="915009"/>
                </a:lnTo>
                <a:lnTo>
                  <a:pt x="222594" y="925637"/>
                </a:lnTo>
                <a:lnTo>
                  <a:pt x="226192" y="929920"/>
                </a:lnTo>
                <a:lnTo>
                  <a:pt x="227867" y="932736"/>
                </a:lnTo>
                <a:lnTo>
                  <a:pt x="233517" y="934837"/>
                </a:lnTo>
                <a:lnTo>
                  <a:pt x="238010" y="937069"/>
                </a:lnTo>
                <a:lnTo>
                  <a:pt x="252306" y="939931"/>
                </a:lnTo>
                <a:lnTo>
                  <a:pt x="258323" y="946558"/>
                </a:lnTo>
                <a:lnTo>
                  <a:pt x="259436" y="953040"/>
                </a:lnTo>
                <a:lnTo>
                  <a:pt x="260492" y="959902"/>
                </a:lnTo>
                <a:lnTo>
                  <a:pt x="253990" y="964167"/>
                </a:lnTo>
                <a:lnTo>
                  <a:pt x="253348" y="972116"/>
                </a:lnTo>
                <a:lnTo>
                  <a:pt x="256509" y="984156"/>
                </a:lnTo>
                <a:lnTo>
                  <a:pt x="256589" y="993575"/>
                </a:lnTo>
                <a:lnTo>
                  <a:pt x="247923" y="1005046"/>
                </a:lnTo>
                <a:lnTo>
                  <a:pt x="242910" y="1007253"/>
                </a:lnTo>
                <a:lnTo>
                  <a:pt x="233428" y="1006395"/>
                </a:lnTo>
                <a:lnTo>
                  <a:pt x="229343" y="1005833"/>
                </a:lnTo>
                <a:lnTo>
                  <a:pt x="225034" y="1005869"/>
                </a:lnTo>
                <a:lnTo>
                  <a:pt x="222666" y="1007061"/>
                </a:lnTo>
                <a:lnTo>
                  <a:pt x="219554" y="1006614"/>
                </a:lnTo>
                <a:lnTo>
                  <a:pt x="213714" y="1005887"/>
                </a:lnTo>
                <a:lnTo>
                  <a:pt x="210336" y="1010814"/>
                </a:lnTo>
                <a:lnTo>
                  <a:pt x="219542" y="1015855"/>
                </a:lnTo>
                <a:lnTo>
                  <a:pt x="224508" y="1017219"/>
                </a:lnTo>
                <a:lnTo>
                  <a:pt x="227034" y="1018771"/>
                </a:lnTo>
                <a:lnTo>
                  <a:pt x="229562" y="1020713"/>
                </a:lnTo>
                <a:lnTo>
                  <a:pt x="232922" y="1023258"/>
                </a:lnTo>
                <a:lnTo>
                  <a:pt x="234513" y="1026851"/>
                </a:lnTo>
                <a:lnTo>
                  <a:pt x="235322" y="1029322"/>
                </a:lnTo>
                <a:lnTo>
                  <a:pt x="236684" y="1032328"/>
                </a:lnTo>
                <a:lnTo>
                  <a:pt x="239311" y="1035247"/>
                </a:lnTo>
                <a:lnTo>
                  <a:pt x="240915" y="1039048"/>
                </a:lnTo>
                <a:lnTo>
                  <a:pt x="242979" y="1050728"/>
                </a:lnTo>
                <a:lnTo>
                  <a:pt x="243938" y="1053646"/>
                </a:lnTo>
                <a:lnTo>
                  <a:pt x="245190" y="1056663"/>
                </a:lnTo>
                <a:lnTo>
                  <a:pt x="245803" y="1059316"/>
                </a:lnTo>
                <a:lnTo>
                  <a:pt x="244354" y="1062315"/>
                </a:lnTo>
                <a:lnTo>
                  <a:pt x="244005" y="1063661"/>
                </a:lnTo>
                <a:lnTo>
                  <a:pt x="245677" y="1065317"/>
                </a:lnTo>
                <a:lnTo>
                  <a:pt x="249805" y="1066755"/>
                </a:lnTo>
                <a:lnTo>
                  <a:pt x="251695" y="1067788"/>
                </a:lnTo>
                <a:lnTo>
                  <a:pt x="253817" y="1072482"/>
                </a:lnTo>
                <a:lnTo>
                  <a:pt x="253340" y="1081616"/>
                </a:lnTo>
                <a:lnTo>
                  <a:pt x="252997" y="1087178"/>
                </a:lnTo>
                <a:lnTo>
                  <a:pt x="252850" y="1093598"/>
                </a:lnTo>
                <a:lnTo>
                  <a:pt x="262958" y="1098532"/>
                </a:lnTo>
                <a:lnTo>
                  <a:pt x="268348" y="1098681"/>
                </a:lnTo>
                <a:lnTo>
                  <a:pt x="274013" y="1098641"/>
                </a:lnTo>
                <a:lnTo>
                  <a:pt x="283999" y="1098954"/>
                </a:lnTo>
                <a:lnTo>
                  <a:pt x="284697" y="1099390"/>
                </a:lnTo>
                <a:lnTo>
                  <a:pt x="288042" y="1103490"/>
                </a:lnTo>
                <a:lnTo>
                  <a:pt x="291396" y="1109217"/>
                </a:lnTo>
                <a:lnTo>
                  <a:pt x="297148" y="1109729"/>
                </a:lnTo>
                <a:lnTo>
                  <a:pt x="301417" y="1108556"/>
                </a:lnTo>
                <a:lnTo>
                  <a:pt x="304555" y="1109540"/>
                </a:lnTo>
                <a:lnTo>
                  <a:pt x="306059" y="1111654"/>
                </a:lnTo>
                <a:lnTo>
                  <a:pt x="306182" y="1115203"/>
                </a:lnTo>
                <a:lnTo>
                  <a:pt x="305788" y="1118604"/>
                </a:lnTo>
                <a:lnTo>
                  <a:pt x="306520" y="1120462"/>
                </a:lnTo>
                <a:lnTo>
                  <a:pt x="309437" y="1120700"/>
                </a:lnTo>
                <a:lnTo>
                  <a:pt x="313250" y="1120127"/>
                </a:lnTo>
                <a:lnTo>
                  <a:pt x="314641" y="1123434"/>
                </a:lnTo>
                <a:lnTo>
                  <a:pt x="315790" y="1127730"/>
                </a:lnTo>
                <a:lnTo>
                  <a:pt x="318687" y="1127959"/>
                </a:lnTo>
                <a:lnTo>
                  <a:pt x="320072" y="1127506"/>
                </a:lnTo>
                <a:lnTo>
                  <a:pt x="321471" y="1125747"/>
                </a:lnTo>
                <a:lnTo>
                  <a:pt x="324076" y="1121901"/>
                </a:lnTo>
                <a:lnTo>
                  <a:pt x="325302" y="1121324"/>
                </a:lnTo>
                <a:lnTo>
                  <a:pt x="328549" y="1121346"/>
                </a:lnTo>
                <a:lnTo>
                  <a:pt x="333069" y="1123367"/>
                </a:lnTo>
                <a:lnTo>
                  <a:pt x="337817" y="1124472"/>
                </a:lnTo>
                <a:lnTo>
                  <a:pt x="331158" y="1135063"/>
                </a:lnTo>
                <a:lnTo>
                  <a:pt x="331995" y="1141019"/>
                </a:lnTo>
                <a:lnTo>
                  <a:pt x="329424" y="1141684"/>
                </a:lnTo>
                <a:lnTo>
                  <a:pt x="323753" y="1141512"/>
                </a:lnTo>
                <a:lnTo>
                  <a:pt x="321179" y="1143022"/>
                </a:lnTo>
                <a:lnTo>
                  <a:pt x="322559" y="1147972"/>
                </a:lnTo>
                <a:lnTo>
                  <a:pt x="324627" y="1152714"/>
                </a:lnTo>
                <a:lnTo>
                  <a:pt x="324425" y="1154341"/>
                </a:lnTo>
                <a:lnTo>
                  <a:pt x="322276" y="1157491"/>
                </a:lnTo>
                <a:lnTo>
                  <a:pt x="318496" y="1159895"/>
                </a:lnTo>
                <a:lnTo>
                  <a:pt x="314668" y="1160841"/>
                </a:lnTo>
                <a:lnTo>
                  <a:pt x="311991" y="1161605"/>
                </a:lnTo>
                <a:lnTo>
                  <a:pt x="307965" y="1162872"/>
                </a:lnTo>
                <a:lnTo>
                  <a:pt x="306153" y="1162997"/>
                </a:lnTo>
                <a:lnTo>
                  <a:pt x="303098" y="1161289"/>
                </a:lnTo>
                <a:lnTo>
                  <a:pt x="298852" y="1157058"/>
                </a:lnTo>
                <a:lnTo>
                  <a:pt x="296460" y="1156124"/>
                </a:lnTo>
                <a:lnTo>
                  <a:pt x="293994" y="1155539"/>
                </a:lnTo>
                <a:lnTo>
                  <a:pt x="292011" y="1154555"/>
                </a:lnTo>
                <a:lnTo>
                  <a:pt x="290382" y="1150896"/>
                </a:lnTo>
                <a:lnTo>
                  <a:pt x="288994" y="1148411"/>
                </a:lnTo>
                <a:lnTo>
                  <a:pt x="286964" y="1147397"/>
                </a:lnTo>
                <a:lnTo>
                  <a:pt x="285083" y="1147508"/>
                </a:lnTo>
                <a:lnTo>
                  <a:pt x="281241" y="1147776"/>
                </a:lnTo>
                <a:lnTo>
                  <a:pt x="276111" y="1146752"/>
                </a:lnTo>
                <a:lnTo>
                  <a:pt x="275430" y="1147345"/>
                </a:lnTo>
                <a:lnTo>
                  <a:pt x="274587" y="1148863"/>
                </a:lnTo>
                <a:lnTo>
                  <a:pt x="273903" y="1151055"/>
                </a:lnTo>
                <a:lnTo>
                  <a:pt x="272176" y="1152112"/>
                </a:lnTo>
                <a:lnTo>
                  <a:pt x="269178" y="1151645"/>
                </a:lnTo>
                <a:lnTo>
                  <a:pt x="266215" y="1150839"/>
                </a:lnTo>
                <a:lnTo>
                  <a:pt x="263475" y="1151192"/>
                </a:lnTo>
                <a:lnTo>
                  <a:pt x="262299" y="1153451"/>
                </a:lnTo>
                <a:lnTo>
                  <a:pt x="262961" y="1155224"/>
                </a:lnTo>
                <a:lnTo>
                  <a:pt x="265431" y="1157339"/>
                </a:lnTo>
                <a:lnTo>
                  <a:pt x="266419" y="1161025"/>
                </a:lnTo>
                <a:lnTo>
                  <a:pt x="261939" y="1161840"/>
                </a:lnTo>
                <a:lnTo>
                  <a:pt x="260189" y="1163736"/>
                </a:lnTo>
                <a:lnTo>
                  <a:pt x="259859" y="1171820"/>
                </a:lnTo>
                <a:lnTo>
                  <a:pt x="262128" y="1175801"/>
                </a:lnTo>
                <a:lnTo>
                  <a:pt x="265946" y="1180350"/>
                </a:lnTo>
                <a:lnTo>
                  <a:pt x="268034" y="1185084"/>
                </a:lnTo>
                <a:lnTo>
                  <a:pt x="269085" y="1191023"/>
                </a:lnTo>
                <a:lnTo>
                  <a:pt x="273062" y="1194401"/>
                </a:lnTo>
                <a:lnTo>
                  <a:pt x="276911" y="1193663"/>
                </a:lnTo>
                <a:lnTo>
                  <a:pt x="277354" y="1190518"/>
                </a:lnTo>
                <a:lnTo>
                  <a:pt x="279885" y="1187249"/>
                </a:lnTo>
                <a:lnTo>
                  <a:pt x="282943" y="1184553"/>
                </a:lnTo>
                <a:lnTo>
                  <a:pt x="285631" y="1182783"/>
                </a:lnTo>
                <a:lnTo>
                  <a:pt x="287280" y="1181680"/>
                </a:lnTo>
                <a:lnTo>
                  <a:pt x="288270" y="1181436"/>
                </a:lnTo>
                <a:lnTo>
                  <a:pt x="292608" y="1181661"/>
                </a:lnTo>
                <a:lnTo>
                  <a:pt x="296009" y="1182479"/>
                </a:lnTo>
                <a:lnTo>
                  <a:pt x="300571" y="1184241"/>
                </a:lnTo>
                <a:lnTo>
                  <a:pt x="302975" y="1185130"/>
                </a:lnTo>
                <a:lnTo>
                  <a:pt x="304639" y="1186686"/>
                </a:lnTo>
                <a:lnTo>
                  <a:pt x="306008" y="1188821"/>
                </a:lnTo>
                <a:lnTo>
                  <a:pt x="305971" y="1191295"/>
                </a:lnTo>
                <a:lnTo>
                  <a:pt x="306925" y="1194216"/>
                </a:lnTo>
                <a:lnTo>
                  <a:pt x="309246" y="1196947"/>
                </a:lnTo>
                <a:lnTo>
                  <a:pt x="311368" y="1197374"/>
                </a:lnTo>
                <a:lnTo>
                  <a:pt x="313622" y="1196668"/>
                </a:lnTo>
                <a:lnTo>
                  <a:pt x="314622" y="1195511"/>
                </a:lnTo>
                <a:lnTo>
                  <a:pt x="314413" y="1194869"/>
                </a:lnTo>
                <a:lnTo>
                  <a:pt x="316515" y="1194223"/>
                </a:lnTo>
                <a:lnTo>
                  <a:pt x="319225" y="1194076"/>
                </a:lnTo>
                <a:lnTo>
                  <a:pt x="318435" y="1194012"/>
                </a:lnTo>
                <a:lnTo>
                  <a:pt x="323623" y="1195065"/>
                </a:lnTo>
                <a:lnTo>
                  <a:pt x="331147" y="1195568"/>
                </a:lnTo>
                <a:lnTo>
                  <a:pt x="333215" y="1197063"/>
                </a:lnTo>
                <a:lnTo>
                  <a:pt x="337178" y="1197593"/>
                </a:lnTo>
                <a:lnTo>
                  <a:pt x="346316" y="1196913"/>
                </a:lnTo>
                <a:lnTo>
                  <a:pt x="348138" y="1195560"/>
                </a:lnTo>
                <a:lnTo>
                  <a:pt x="354792" y="1194433"/>
                </a:lnTo>
                <a:lnTo>
                  <a:pt x="358490" y="1194638"/>
                </a:lnTo>
                <a:lnTo>
                  <a:pt x="363778" y="1196554"/>
                </a:lnTo>
                <a:lnTo>
                  <a:pt x="365696" y="1197001"/>
                </a:lnTo>
                <a:lnTo>
                  <a:pt x="368453" y="1197230"/>
                </a:lnTo>
                <a:lnTo>
                  <a:pt x="371725" y="1197532"/>
                </a:lnTo>
                <a:lnTo>
                  <a:pt x="374275" y="1197439"/>
                </a:lnTo>
                <a:lnTo>
                  <a:pt x="376129" y="1197148"/>
                </a:lnTo>
                <a:lnTo>
                  <a:pt x="378009" y="1195869"/>
                </a:lnTo>
                <a:lnTo>
                  <a:pt x="378480" y="1195486"/>
                </a:lnTo>
                <a:lnTo>
                  <a:pt x="380483" y="1195337"/>
                </a:lnTo>
                <a:lnTo>
                  <a:pt x="384411" y="1195296"/>
                </a:lnTo>
                <a:lnTo>
                  <a:pt x="386408" y="1195091"/>
                </a:lnTo>
                <a:lnTo>
                  <a:pt x="389646" y="1194904"/>
                </a:lnTo>
                <a:lnTo>
                  <a:pt x="393979" y="1194697"/>
                </a:lnTo>
                <a:lnTo>
                  <a:pt x="396530" y="1193765"/>
                </a:lnTo>
                <a:lnTo>
                  <a:pt x="399073" y="1192218"/>
                </a:lnTo>
                <a:lnTo>
                  <a:pt x="400288" y="1191145"/>
                </a:lnTo>
                <a:lnTo>
                  <a:pt x="401361" y="1190592"/>
                </a:lnTo>
                <a:lnTo>
                  <a:pt x="404084" y="1190981"/>
                </a:lnTo>
                <a:lnTo>
                  <a:pt x="405708" y="1192101"/>
                </a:lnTo>
                <a:lnTo>
                  <a:pt x="407655" y="1192880"/>
                </a:lnTo>
                <a:lnTo>
                  <a:pt x="408629" y="1193291"/>
                </a:lnTo>
                <a:lnTo>
                  <a:pt x="411810" y="1195013"/>
                </a:lnTo>
                <a:lnTo>
                  <a:pt x="414381" y="1195960"/>
                </a:lnTo>
                <a:lnTo>
                  <a:pt x="417735" y="1196615"/>
                </a:lnTo>
                <a:lnTo>
                  <a:pt x="420673" y="1196097"/>
                </a:lnTo>
                <a:lnTo>
                  <a:pt x="421424" y="1195860"/>
                </a:lnTo>
                <a:lnTo>
                  <a:pt x="422943" y="1195380"/>
                </a:lnTo>
                <a:lnTo>
                  <a:pt x="425685" y="1195413"/>
                </a:lnTo>
                <a:lnTo>
                  <a:pt x="428553" y="1195722"/>
                </a:lnTo>
                <a:lnTo>
                  <a:pt x="431065" y="1195677"/>
                </a:lnTo>
                <a:lnTo>
                  <a:pt x="437459" y="1195829"/>
                </a:lnTo>
                <a:lnTo>
                  <a:pt x="441095" y="1196012"/>
                </a:lnTo>
                <a:lnTo>
                  <a:pt x="445524" y="1196124"/>
                </a:lnTo>
                <a:lnTo>
                  <a:pt x="448749" y="1195807"/>
                </a:lnTo>
                <a:lnTo>
                  <a:pt x="452873" y="1195617"/>
                </a:lnTo>
                <a:lnTo>
                  <a:pt x="454936" y="1195574"/>
                </a:lnTo>
                <a:lnTo>
                  <a:pt x="456794" y="1195737"/>
                </a:lnTo>
                <a:lnTo>
                  <a:pt x="460324" y="1196036"/>
                </a:lnTo>
                <a:lnTo>
                  <a:pt x="463259" y="1196585"/>
                </a:lnTo>
                <a:lnTo>
                  <a:pt x="464435" y="1196049"/>
                </a:lnTo>
                <a:lnTo>
                  <a:pt x="467110" y="1194561"/>
                </a:lnTo>
                <a:lnTo>
                  <a:pt x="469184" y="1194421"/>
                </a:lnTo>
                <a:lnTo>
                  <a:pt x="472785" y="1194157"/>
                </a:lnTo>
                <a:lnTo>
                  <a:pt x="477736" y="1194272"/>
                </a:lnTo>
                <a:lnTo>
                  <a:pt x="481823" y="1193774"/>
                </a:lnTo>
                <a:lnTo>
                  <a:pt x="487081" y="1195809"/>
                </a:lnTo>
                <a:lnTo>
                  <a:pt x="485967" y="1199573"/>
                </a:lnTo>
                <a:lnTo>
                  <a:pt x="480690" y="1199963"/>
                </a:lnTo>
                <a:lnTo>
                  <a:pt x="476785" y="1201175"/>
                </a:lnTo>
                <a:lnTo>
                  <a:pt x="475331" y="1203297"/>
                </a:lnTo>
                <a:lnTo>
                  <a:pt x="472975" y="1204638"/>
                </a:lnTo>
                <a:lnTo>
                  <a:pt x="469937" y="1205271"/>
                </a:lnTo>
                <a:lnTo>
                  <a:pt x="465308" y="1210185"/>
                </a:lnTo>
                <a:lnTo>
                  <a:pt x="462598" y="1214118"/>
                </a:lnTo>
                <a:lnTo>
                  <a:pt x="456346" y="1215917"/>
                </a:lnTo>
                <a:lnTo>
                  <a:pt x="450861" y="1217773"/>
                </a:lnTo>
                <a:lnTo>
                  <a:pt x="441688" y="1216781"/>
                </a:lnTo>
                <a:lnTo>
                  <a:pt x="437757" y="1218125"/>
                </a:lnTo>
                <a:lnTo>
                  <a:pt x="431860" y="1223585"/>
                </a:lnTo>
                <a:lnTo>
                  <a:pt x="429313" y="1226388"/>
                </a:lnTo>
                <a:lnTo>
                  <a:pt x="430590" y="1228475"/>
                </a:lnTo>
                <a:lnTo>
                  <a:pt x="432514" y="1230130"/>
                </a:lnTo>
                <a:lnTo>
                  <a:pt x="429952" y="1231867"/>
                </a:lnTo>
                <a:lnTo>
                  <a:pt x="426691" y="1234007"/>
                </a:lnTo>
                <a:lnTo>
                  <a:pt x="424887" y="1236078"/>
                </a:lnTo>
                <a:lnTo>
                  <a:pt x="425249" y="1237970"/>
                </a:lnTo>
                <a:lnTo>
                  <a:pt x="426862" y="1239261"/>
                </a:lnTo>
                <a:lnTo>
                  <a:pt x="429536" y="1240220"/>
                </a:lnTo>
                <a:lnTo>
                  <a:pt x="432645" y="1240589"/>
                </a:lnTo>
                <a:lnTo>
                  <a:pt x="434811" y="1242753"/>
                </a:lnTo>
                <a:lnTo>
                  <a:pt x="432106" y="1248514"/>
                </a:lnTo>
                <a:lnTo>
                  <a:pt x="429462" y="1248808"/>
                </a:lnTo>
                <a:lnTo>
                  <a:pt x="422500" y="1248855"/>
                </a:lnTo>
                <a:lnTo>
                  <a:pt x="416419" y="1248984"/>
                </a:lnTo>
                <a:lnTo>
                  <a:pt x="415318" y="1248103"/>
                </a:lnTo>
                <a:lnTo>
                  <a:pt x="411381" y="1247682"/>
                </a:lnTo>
                <a:lnTo>
                  <a:pt x="405241" y="1247385"/>
                </a:lnTo>
                <a:lnTo>
                  <a:pt x="400744" y="1247060"/>
                </a:lnTo>
                <a:lnTo>
                  <a:pt x="398183" y="1246492"/>
                </a:lnTo>
                <a:lnTo>
                  <a:pt x="396548" y="1245016"/>
                </a:lnTo>
                <a:lnTo>
                  <a:pt x="393713" y="1245201"/>
                </a:lnTo>
                <a:lnTo>
                  <a:pt x="390982" y="1245505"/>
                </a:lnTo>
                <a:lnTo>
                  <a:pt x="390705" y="1245871"/>
                </a:lnTo>
                <a:lnTo>
                  <a:pt x="379836" y="1243659"/>
                </a:lnTo>
                <a:lnTo>
                  <a:pt x="373566" y="1243810"/>
                </a:lnTo>
                <a:lnTo>
                  <a:pt x="370712" y="1247091"/>
                </a:lnTo>
                <a:lnTo>
                  <a:pt x="369023" y="1248619"/>
                </a:lnTo>
                <a:lnTo>
                  <a:pt x="366984" y="1249442"/>
                </a:lnTo>
                <a:lnTo>
                  <a:pt x="364313" y="1249590"/>
                </a:lnTo>
                <a:lnTo>
                  <a:pt x="362160" y="1248996"/>
                </a:lnTo>
                <a:lnTo>
                  <a:pt x="357945" y="1246920"/>
                </a:lnTo>
                <a:lnTo>
                  <a:pt x="353607" y="1244515"/>
                </a:lnTo>
                <a:lnTo>
                  <a:pt x="349115" y="1241669"/>
                </a:lnTo>
                <a:lnTo>
                  <a:pt x="347689" y="1240701"/>
                </a:lnTo>
                <a:lnTo>
                  <a:pt x="346066" y="1242032"/>
                </a:lnTo>
                <a:lnTo>
                  <a:pt x="345287" y="1245443"/>
                </a:lnTo>
                <a:lnTo>
                  <a:pt x="341933" y="1247212"/>
                </a:lnTo>
                <a:lnTo>
                  <a:pt x="334917" y="1248052"/>
                </a:lnTo>
                <a:lnTo>
                  <a:pt x="331224" y="1248269"/>
                </a:lnTo>
                <a:lnTo>
                  <a:pt x="328333" y="1248668"/>
                </a:lnTo>
                <a:lnTo>
                  <a:pt x="324796" y="1249070"/>
                </a:lnTo>
                <a:lnTo>
                  <a:pt x="321626" y="1249170"/>
                </a:lnTo>
                <a:lnTo>
                  <a:pt x="317102" y="1249069"/>
                </a:lnTo>
                <a:lnTo>
                  <a:pt x="312534" y="1249186"/>
                </a:lnTo>
                <a:lnTo>
                  <a:pt x="309920" y="1248390"/>
                </a:lnTo>
                <a:lnTo>
                  <a:pt x="307173" y="1248241"/>
                </a:lnTo>
                <a:lnTo>
                  <a:pt x="303484" y="1249400"/>
                </a:lnTo>
                <a:lnTo>
                  <a:pt x="301876" y="1252240"/>
                </a:lnTo>
                <a:lnTo>
                  <a:pt x="301518" y="1254339"/>
                </a:lnTo>
                <a:lnTo>
                  <a:pt x="299928" y="1256431"/>
                </a:lnTo>
                <a:lnTo>
                  <a:pt x="296353" y="1256760"/>
                </a:lnTo>
                <a:lnTo>
                  <a:pt x="292402" y="1257844"/>
                </a:lnTo>
                <a:lnTo>
                  <a:pt x="289514" y="1260093"/>
                </a:lnTo>
                <a:lnTo>
                  <a:pt x="291407" y="1264017"/>
                </a:lnTo>
                <a:lnTo>
                  <a:pt x="293605" y="1267136"/>
                </a:lnTo>
                <a:lnTo>
                  <a:pt x="294687" y="1269112"/>
                </a:lnTo>
                <a:lnTo>
                  <a:pt x="298505" y="1271020"/>
                </a:lnTo>
                <a:lnTo>
                  <a:pt x="301652" y="1272474"/>
                </a:lnTo>
                <a:lnTo>
                  <a:pt x="303697" y="1273283"/>
                </a:lnTo>
                <a:lnTo>
                  <a:pt x="307199" y="1275019"/>
                </a:lnTo>
                <a:lnTo>
                  <a:pt x="309806" y="1275818"/>
                </a:lnTo>
                <a:lnTo>
                  <a:pt x="312547" y="1276182"/>
                </a:lnTo>
                <a:lnTo>
                  <a:pt x="315273" y="1273864"/>
                </a:lnTo>
                <a:lnTo>
                  <a:pt x="317048" y="1272478"/>
                </a:lnTo>
                <a:lnTo>
                  <a:pt x="318477" y="1271525"/>
                </a:lnTo>
                <a:lnTo>
                  <a:pt x="322072" y="1271452"/>
                </a:lnTo>
                <a:lnTo>
                  <a:pt x="324924" y="1271797"/>
                </a:lnTo>
                <a:lnTo>
                  <a:pt x="327395" y="1272376"/>
                </a:lnTo>
                <a:lnTo>
                  <a:pt x="331499" y="1273114"/>
                </a:lnTo>
                <a:lnTo>
                  <a:pt x="335241" y="1272801"/>
                </a:lnTo>
                <a:lnTo>
                  <a:pt x="337615" y="1272108"/>
                </a:lnTo>
                <a:lnTo>
                  <a:pt x="341647" y="1272502"/>
                </a:lnTo>
                <a:lnTo>
                  <a:pt x="346839" y="1272734"/>
                </a:lnTo>
                <a:lnTo>
                  <a:pt x="351892" y="1272851"/>
                </a:lnTo>
                <a:lnTo>
                  <a:pt x="352667" y="1273036"/>
                </a:lnTo>
                <a:lnTo>
                  <a:pt x="354917" y="1271375"/>
                </a:lnTo>
                <a:lnTo>
                  <a:pt x="356497" y="1268581"/>
                </a:lnTo>
                <a:lnTo>
                  <a:pt x="357547" y="1266136"/>
                </a:lnTo>
                <a:lnTo>
                  <a:pt x="358619" y="1264108"/>
                </a:lnTo>
                <a:lnTo>
                  <a:pt x="359290" y="1262222"/>
                </a:lnTo>
                <a:lnTo>
                  <a:pt x="360359" y="1260961"/>
                </a:lnTo>
                <a:lnTo>
                  <a:pt x="362152" y="1259708"/>
                </a:lnTo>
                <a:lnTo>
                  <a:pt x="365651" y="1258064"/>
                </a:lnTo>
                <a:lnTo>
                  <a:pt x="367162" y="1256881"/>
                </a:lnTo>
                <a:lnTo>
                  <a:pt x="369901" y="1256152"/>
                </a:lnTo>
                <a:lnTo>
                  <a:pt x="372863" y="1255890"/>
                </a:lnTo>
                <a:lnTo>
                  <a:pt x="376164" y="1256144"/>
                </a:lnTo>
                <a:lnTo>
                  <a:pt x="378871" y="1256581"/>
                </a:lnTo>
                <a:lnTo>
                  <a:pt x="381194" y="1256899"/>
                </a:lnTo>
                <a:lnTo>
                  <a:pt x="382984" y="1257698"/>
                </a:lnTo>
                <a:lnTo>
                  <a:pt x="387346" y="1259147"/>
                </a:lnTo>
                <a:lnTo>
                  <a:pt x="390798" y="1260151"/>
                </a:lnTo>
                <a:lnTo>
                  <a:pt x="392486" y="1261120"/>
                </a:lnTo>
                <a:lnTo>
                  <a:pt x="396709" y="1261955"/>
                </a:lnTo>
                <a:lnTo>
                  <a:pt x="401183" y="1262132"/>
                </a:lnTo>
                <a:lnTo>
                  <a:pt x="402208" y="1260224"/>
                </a:lnTo>
                <a:lnTo>
                  <a:pt x="404769" y="1259757"/>
                </a:lnTo>
                <a:lnTo>
                  <a:pt x="410729" y="1261028"/>
                </a:lnTo>
                <a:lnTo>
                  <a:pt x="412722" y="1261783"/>
                </a:lnTo>
                <a:lnTo>
                  <a:pt x="414846" y="1260703"/>
                </a:lnTo>
                <a:lnTo>
                  <a:pt x="415212" y="1260174"/>
                </a:lnTo>
                <a:lnTo>
                  <a:pt x="417934" y="1259888"/>
                </a:lnTo>
                <a:lnTo>
                  <a:pt x="420628" y="1260195"/>
                </a:lnTo>
                <a:lnTo>
                  <a:pt x="423534" y="1260313"/>
                </a:lnTo>
                <a:lnTo>
                  <a:pt x="426978" y="1260300"/>
                </a:lnTo>
                <a:lnTo>
                  <a:pt x="428171" y="1260025"/>
                </a:lnTo>
                <a:lnTo>
                  <a:pt x="430899" y="1258996"/>
                </a:lnTo>
                <a:lnTo>
                  <a:pt x="432945" y="1258340"/>
                </a:lnTo>
                <a:lnTo>
                  <a:pt x="434984" y="1256861"/>
                </a:lnTo>
                <a:lnTo>
                  <a:pt x="436796" y="1254523"/>
                </a:lnTo>
                <a:lnTo>
                  <a:pt x="442356" y="1250845"/>
                </a:lnTo>
                <a:lnTo>
                  <a:pt x="449939" y="1254339"/>
                </a:lnTo>
                <a:lnTo>
                  <a:pt x="449879" y="1256629"/>
                </a:lnTo>
                <a:lnTo>
                  <a:pt x="449556" y="1258956"/>
                </a:lnTo>
                <a:lnTo>
                  <a:pt x="448479" y="1260507"/>
                </a:lnTo>
                <a:lnTo>
                  <a:pt x="446661" y="1261974"/>
                </a:lnTo>
                <a:lnTo>
                  <a:pt x="443828" y="1261481"/>
                </a:lnTo>
                <a:lnTo>
                  <a:pt x="442011" y="1262384"/>
                </a:lnTo>
                <a:lnTo>
                  <a:pt x="441708" y="1264008"/>
                </a:lnTo>
                <a:lnTo>
                  <a:pt x="443045" y="1265366"/>
                </a:lnTo>
                <a:lnTo>
                  <a:pt x="444097" y="1267793"/>
                </a:lnTo>
                <a:lnTo>
                  <a:pt x="444975" y="1270685"/>
                </a:lnTo>
                <a:lnTo>
                  <a:pt x="438902" y="1270305"/>
                </a:lnTo>
                <a:lnTo>
                  <a:pt x="432580" y="1269499"/>
                </a:lnTo>
                <a:lnTo>
                  <a:pt x="428261" y="1271471"/>
                </a:lnTo>
                <a:lnTo>
                  <a:pt x="424628" y="1274375"/>
                </a:lnTo>
                <a:lnTo>
                  <a:pt x="422116" y="1276495"/>
                </a:lnTo>
                <a:lnTo>
                  <a:pt x="421964" y="1278996"/>
                </a:lnTo>
                <a:lnTo>
                  <a:pt x="424266" y="1280402"/>
                </a:lnTo>
                <a:lnTo>
                  <a:pt x="427457" y="1281186"/>
                </a:lnTo>
                <a:lnTo>
                  <a:pt x="432188" y="1283115"/>
                </a:lnTo>
                <a:lnTo>
                  <a:pt x="435671" y="1285426"/>
                </a:lnTo>
                <a:lnTo>
                  <a:pt x="437983" y="1287344"/>
                </a:lnTo>
                <a:lnTo>
                  <a:pt x="437549" y="1298268"/>
                </a:lnTo>
                <a:lnTo>
                  <a:pt x="422594" y="1298171"/>
                </a:lnTo>
                <a:lnTo>
                  <a:pt x="419231" y="1299272"/>
                </a:lnTo>
                <a:lnTo>
                  <a:pt x="420650" y="1303111"/>
                </a:lnTo>
                <a:lnTo>
                  <a:pt x="421335" y="1304491"/>
                </a:lnTo>
                <a:lnTo>
                  <a:pt x="422626" y="1306029"/>
                </a:lnTo>
                <a:lnTo>
                  <a:pt x="424556" y="1308420"/>
                </a:lnTo>
                <a:lnTo>
                  <a:pt x="425398" y="1310445"/>
                </a:lnTo>
                <a:lnTo>
                  <a:pt x="426558" y="1311585"/>
                </a:lnTo>
                <a:lnTo>
                  <a:pt x="429303" y="1311441"/>
                </a:lnTo>
                <a:lnTo>
                  <a:pt x="430338" y="1311945"/>
                </a:lnTo>
                <a:lnTo>
                  <a:pt x="431857" y="1311926"/>
                </a:lnTo>
                <a:lnTo>
                  <a:pt x="433832" y="1312269"/>
                </a:lnTo>
                <a:lnTo>
                  <a:pt x="435089" y="1311553"/>
                </a:lnTo>
                <a:lnTo>
                  <a:pt x="436048" y="1310247"/>
                </a:lnTo>
                <a:lnTo>
                  <a:pt x="436737" y="1308705"/>
                </a:lnTo>
                <a:lnTo>
                  <a:pt x="437678" y="1307047"/>
                </a:lnTo>
                <a:lnTo>
                  <a:pt x="438153" y="1306144"/>
                </a:lnTo>
                <a:lnTo>
                  <a:pt x="439851" y="1304676"/>
                </a:lnTo>
                <a:lnTo>
                  <a:pt x="441992" y="1304414"/>
                </a:lnTo>
                <a:lnTo>
                  <a:pt x="445762" y="1304427"/>
                </a:lnTo>
                <a:lnTo>
                  <a:pt x="448543" y="1303996"/>
                </a:lnTo>
                <a:lnTo>
                  <a:pt x="451792" y="1303869"/>
                </a:lnTo>
                <a:lnTo>
                  <a:pt x="454538" y="1301782"/>
                </a:lnTo>
                <a:lnTo>
                  <a:pt x="453924" y="1292888"/>
                </a:lnTo>
                <a:lnTo>
                  <a:pt x="456599" y="1291238"/>
                </a:lnTo>
                <a:lnTo>
                  <a:pt x="459352" y="1289690"/>
                </a:lnTo>
                <a:lnTo>
                  <a:pt x="460432" y="1287167"/>
                </a:lnTo>
                <a:lnTo>
                  <a:pt x="461260" y="1285039"/>
                </a:lnTo>
                <a:lnTo>
                  <a:pt x="462559" y="1283736"/>
                </a:lnTo>
                <a:lnTo>
                  <a:pt x="463842" y="1282270"/>
                </a:lnTo>
                <a:lnTo>
                  <a:pt x="466995" y="1282045"/>
                </a:lnTo>
                <a:lnTo>
                  <a:pt x="469779" y="1282098"/>
                </a:lnTo>
                <a:lnTo>
                  <a:pt x="471408" y="1281975"/>
                </a:lnTo>
                <a:lnTo>
                  <a:pt x="473844" y="1279185"/>
                </a:lnTo>
                <a:lnTo>
                  <a:pt x="475914" y="1277669"/>
                </a:lnTo>
                <a:lnTo>
                  <a:pt x="482844" y="1275079"/>
                </a:lnTo>
                <a:lnTo>
                  <a:pt x="484392" y="1272952"/>
                </a:lnTo>
                <a:lnTo>
                  <a:pt x="483703" y="1270588"/>
                </a:lnTo>
                <a:lnTo>
                  <a:pt x="481230" y="1267542"/>
                </a:lnTo>
                <a:lnTo>
                  <a:pt x="480199" y="1266460"/>
                </a:lnTo>
                <a:lnTo>
                  <a:pt x="477911" y="1264877"/>
                </a:lnTo>
                <a:lnTo>
                  <a:pt x="476258" y="1263456"/>
                </a:lnTo>
                <a:lnTo>
                  <a:pt x="475758" y="1260573"/>
                </a:lnTo>
                <a:lnTo>
                  <a:pt x="474941" y="1256764"/>
                </a:lnTo>
                <a:lnTo>
                  <a:pt x="473812" y="1249154"/>
                </a:lnTo>
                <a:lnTo>
                  <a:pt x="473473" y="1248074"/>
                </a:lnTo>
                <a:lnTo>
                  <a:pt x="472933" y="1246050"/>
                </a:lnTo>
                <a:lnTo>
                  <a:pt x="472477" y="1244536"/>
                </a:lnTo>
                <a:lnTo>
                  <a:pt x="474431" y="1243015"/>
                </a:lnTo>
                <a:lnTo>
                  <a:pt x="476031" y="1242712"/>
                </a:lnTo>
                <a:lnTo>
                  <a:pt x="478160" y="1242870"/>
                </a:lnTo>
                <a:lnTo>
                  <a:pt x="479635" y="1242971"/>
                </a:lnTo>
                <a:lnTo>
                  <a:pt x="481676" y="1244141"/>
                </a:lnTo>
                <a:lnTo>
                  <a:pt x="483672" y="1245780"/>
                </a:lnTo>
                <a:lnTo>
                  <a:pt x="483881" y="1248153"/>
                </a:lnTo>
                <a:lnTo>
                  <a:pt x="483142" y="1249427"/>
                </a:lnTo>
                <a:lnTo>
                  <a:pt x="481937" y="1250025"/>
                </a:lnTo>
                <a:lnTo>
                  <a:pt x="480914" y="1250481"/>
                </a:lnTo>
                <a:lnTo>
                  <a:pt x="480827" y="1251746"/>
                </a:lnTo>
                <a:lnTo>
                  <a:pt x="480861" y="1253225"/>
                </a:lnTo>
                <a:lnTo>
                  <a:pt x="480935" y="1255318"/>
                </a:lnTo>
                <a:lnTo>
                  <a:pt x="481979" y="1256268"/>
                </a:lnTo>
                <a:lnTo>
                  <a:pt x="484859" y="1257286"/>
                </a:lnTo>
                <a:lnTo>
                  <a:pt x="485961" y="1257249"/>
                </a:lnTo>
                <a:lnTo>
                  <a:pt x="487555" y="1256575"/>
                </a:lnTo>
                <a:lnTo>
                  <a:pt x="489127" y="1255496"/>
                </a:lnTo>
                <a:lnTo>
                  <a:pt x="489850" y="1254658"/>
                </a:lnTo>
                <a:lnTo>
                  <a:pt x="492192" y="1254216"/>
                </a:lnTo>
                <a:lnTo>
                  <a:pt x="493303" y="1254276"/>
                </a:lnTo>
                <a:lnTo>
                  <a:pt x="495171" y="1254555"/>
                </a:lnTo>
                <a:lnTo>
                  <a:pt x="496910" y="1255028"/>
                </a:lnTo>
                <a:lnTo>
                  <a:pt x="499137" y="1256499"/>
                </a:lnTo>
                <a:lnTo>
                  <a:pt x="501163" y="1258062"/>
                </a:lnTo>
                <a:lnTo>
                  <a:pt x="503845" y="1259257"/>
                </a:lnTo>
                <a:lnTo>
                  <a:pt x="505454" y="1259945"/>
                </a:lnTo>
                <a:lnTo>
                  <a:pt x="507038" y="1260379"/>
                </a:lnTo>
                <a:lnTo>
                  <a:pt x="508394" y="1260270"/>
                </a:lnTo>
                <a:lnTo>
                  <a:pt x="509146" y="1259525"/>
                </a:lnTo>
                <a:lnTo>
                  <a:pt x="509356" y="1258848"/>
                </a:lnTo>
                <a:lnTo>
                  <a:pt x="509486" y="1258401"/>
                </a:lnTo>
                <a:lnTo>
                  <a:pt x="510115" y="1257732"/>
                </a:lnTo>
                <a:lnTo>
                  <a:pt x="509806" y="1255212"/>
                </a:lnTo>
                <a:lnTo>
                  <a:pt x="510891" y="1255415"/>
                </a:lnTo>
                <a:lnTo>
                  <a:pt x="507152" y="1252140"/>
                </a:lnTo>
                <a:lnTo>
                  <a:pt x="504921" y="1250448"/>
                </a:lnTo>
                <a:lnTo>
                  <a:pt x="504634" y="1250312"/>
                </a:lnTo>
                <a:lnTo>
                  <a:pt x="502980" y="1248607"/>
                </a:lnTo>
                <a:lnTo>
                  <a:pt x="502610" y="1247594"/>
                </a:lnTo>
                <a:lnTo>
                  <a:pt x="503010" y="1244462"/>
                </a:lnTo>
                <a:lnTo>
                  <a:pt x="503262" y="1244010"/>
                </a:lnTo>
                <a:lnTo>
                  <a:pt x="504784" y="1243879"/>
                </a:lnTo>
                <a:lnTo>
                  <a:pt x="506903" y="1244351"/>
                </a:lnTo>
                <a:lnTo>
                  <a:pt x="508436" y="1245312"/>
                </a:lnTo>
                <a:lnTo>
                  <a:pt x="510382" y="1245460"/>
                </a:lnTo>
                <a:lnTo>
                  <a:pt x="511783" y="1245477"/>
                </a:lnTo>
                <a:lnTo>
                  <a:pt x="512985" y="1243827"/>
                </a:lnTo>
                <a:lnTo>
                  <a:pt x="513815" y="1242495"/>
                </a:lnTo>
                <a:lnTo>
                  <a:pt x="515775" y="1241287"/>
                </a:lnTo>
                <a:lnTo>
                  <a:pt x="518311" y="1241903"/>
                </a:lnTo>
                <a:lnTo>
                  <a:pt x="520718" y="1242414"/>
                </a:lnTo>
                <a:lnTo>
                  <a:pt x="520090" y="1243752"/>
                </a:lnTo>
                <a:lnTo>
                  <a:pt x="519122" y="1245017"/>
                </a:lnTo>
                <a:lnTo>
                  <a:pt x="518570" y="1246321"/>
                </a:lnTo>
                <a:lnTo>
                  <a:pt x="517777" y="1248214"/>
                </a:lnTo>
                <a:lnTo>
                  <a:pt x="519106" y="1250016"/>
                </a:lnTo>
                <a:lnTo>
                  <a:pt x="520432" y="1251426"/>
                </a:lnTo>
                <a:lnTo>
                  <a:pt x="522164" y="1253433"/>
                </a:lnTo>
                <a:lnTo>
                  <a:pt x="522797" y="1255184"/>
                </a:lnTo>
                <a:lnTo>
                  <a:pt x="524435" y="1256742"/>
                </a:lnTo>
                <a:lnTo>
                  <a:pt x="524444" y="1256821"/>
                </a:lnTo>
                <a:lnTo>
                  <a:pt x="526967" y="1258727"/>
                </a:lnTo>
                <a:lnTo>
                  <a:pt x="528939" y="1260180"/>
                </a:lnTo>
                <a:lnTo>
                  <a:pt x="530619" y="1261795"/>
                </a:lnTo>
                <a:lnTo>
                  <a:pt x="531064" y="1262840"/>
                </a:lnTo>
                <a:lnTo>
                  <a:pt x="531671" y="1263233"/>
                </a:lnTo>
                <a:lnTo>
                  <a:pt x="533026" y="1264223"/>
                </a:lnTo>
                <a:lnTo>
                  <a:pt x="534672" y="1263385"/>
                </a:lnTo>
                <a:lnTo>
                  <a:pt x="535957" y="1262346"/>
                </a:lnTo>
                <a:lnTo>
                  <a:pt x="536257" y="1261720"/>
                </a:lnTo>
                <a:lnTo>
                  <a:pt x="538912" y="1259727"/>
                </a:lnTo>
                <a:lnTo>
                  <a:pt x="540524" y="1259069"/>
                </a:lnTo>
                <a:lnTo>
                  <a:pt x="542364" y="1259134"/>
                </a:lnTo>
                <a:lnTo>
                  <a:pt x="544439" y="1259845"/>
                </a:lnTo>
                <a:lnTo>
                  <a:pt x="545995" y="1260621"/>
                </a:lnTo>
                <a:lnTo>
                  <a:pt x="547663" y="1261325"/>
                </a:lnTo>
                <a:lnTo>
                  <a:pt x="550406" y="1262231"/>
                </a:lnTo>
                <a:lnTo>
                  <a:pt x="552766" y="1262919"/>
                </a:lnTo>
                <a:lnTo>
                  <a:pt x="553949" y="1265612"/>
                </a:lnTo>
                <a:lnTo>
                  <a:pt x="553759" y="1267603"/>
                </a:lnTo>
                <a:lnTo>
                  <a:pt x="553383" y="1270883"/>
                </a:lnTo>
                <a:lnTo>
                  <a:pt x="553056" y="1273232"/>
                </a:lnTo>
                <a:lnTo>
                  <a:pt x="552786" y="1274127"/>
                </a:lnTo>
                <a:lnTo>
                  <a:pt x="553587" y="1276428"/>
                </a:lnTo>
                <a:lnTo>
                  <a:pt x="554523" y="1278980"/>
                </a:lnTo>
                <a:lnTo>
                  <a:pt x="554853" y="1281635"/>
                </a:lnTo>
                <a:lnTo>
                  <a:pt x="554757" y="1283047"/>
                </a:lnTo>
                <a:lnTo>
                  <a:pt x="554114" y="1284702"/>
                </a:lnTo>
                <a:lnTo>
                  <a:pt x="554970" y="1286652"/>
                </a:lnTo>
                <a:lnTo>
                  <a:pt x="556818" y="1288757"/>
                </a:lnTo>
                <a:lnTo>
                  <a:pt x="558551" y="1288495"/>
                </a:lnTo>
                <a:lnTo>
                  <a:pt x="560273" y="1288050"/>
                </a:lnTo>
                <a:lnTo>
                  <a:pt x="561005" y="1287780"/>
                </a:lnTo>
                <a:lnTo>
                  <a:pt x="563458" y="1288844"/>
                </a:lnTo>
                <a:lnTo>
                  <a:pt x="565568" y="1290191"/>
                </a:lnTo>
                <a:lnTo>
                  <a:pt x="567517" y="1292012"/>
                </a:lnTo>
                <a:lnTo>
                  <a:pt x="568203" y="1292512"/>
                </a:lnTo>
                <a:lnTo>
                  <a:pt x="570496" y="1292518"/>
                </a:lnTo>
                <a:lnTo>
                  <a:pt x="572083" y="1292142"/>
                </a:lnTo>
                <a:lnTo>
                  <a:pt x="573809" y="1291437"/>
                </a:lnTo>
                <a:lnTo>
                  <a:pt x="575530" y="1290991"/>
                </a:lnTo>
                <a:lnTo>
                  <a:pt x="578932" y="1291351"/>
                </a:lnTo>
                <a:lnTo>
                  <a:pt x="581000" y="1292104"/>
                </a:lnTo>
                <a:lnTo>
                  <a:pt x="580892" y="1292234"/>
                </a:lnTo>
                <a:lnTo>
                  <a:pt x="586126" y="1294993"/>
                </a:lnTo>
                <a:lnTo>
                  <a:pt x="589381" y="1297111"/>
                </a:lnTo>
                <a:lnTo>
                  <a:pt x="589355" y="1296339"/>
                </a:lnTo>
                <a:lnTo>
                  <a:pt x="590664" y="1299926"/>
                </a:lnTo>
                <a:lnTo>
                  <a:pt x="591715" y="1301454"/>
                </a:lnTo>
                <a:lnTo>
                  <a:pt x="595597" y="1303921"/>
                </a:lnTo>
                <a:lnTo>
                  <a:pt x="597669" y="1305696"/>
                </a:lnTo>
                <a:lnTo>
                  <a:pt x="599583" y="1308338"/>
                </a:lnTo>
                <a:lnTo>
                  <a:pt x="599526" y="1310049"/>
                </a:lnTo>
                <a:lnTo>
                  <a:pt x="600741" y="1312932"/>
                </a:lnTo>
                <a:lnTo>
                  <a:pt x="602009" y="1314772"/>
                </a:lnTo>
                <a:lnTo>
                  <a:pt x="604600" y="1317039"/>
                </a:lnTo>
                <a:lnTo>
                  <a:pt x="607064" y="1316529"/>
                </a:lnTo>
                <a:lnTo>
                  <a:pt x="607552" y="1315956"/>
                </a:lnTo>
                <a:lnTo>
                  <a:pt x="608562" y="1312859"/>
                </a:lnTo>
                <a:lnTo>
                  <a:pt x="608767" y="1310075"/>
                </a:lnTo>
                <a:lnTo>
                  <a:pt x="608364" y="1307900"/>
                </a:lnTo>
                <a:lnTo>
                  <a:pt x="608130" y="1305887"/>
                </a:lnTo>
                <a:lnTo>
                  <a:pt x="608401" y="1302550"/>
                </a:lnTo>
                <a:lnTo>
                  <a:pt x="608910" y="1300764"/>
                </a:lnTo>
                <a:lnTo>
                  <a:pt x="609711" y="1298957"/>
                </a:lnTo>
                <a:lnTo>
                  <a:pt x="609597" y="1297259"/>
                </a:lnTo>
                <a:lnTo>
                  <a:pt x="609548" y="1295706"/>
                </a:lnTo>
                <a:lnTo>
                  <a:pt x="610341" y="1293979"/>
                </a:lnTo>
                <a:lnTo>
                  <a:pt x="612618" y="1292390"/>
                </a:lnTo>
                <a:lnTo>
                  <a:pt x="615350" y="1291852"/>
                </a:lnTo>
                <a:lnTo>
                  <a:pt x="617063" y="1291449"/>
                </a:lnTo>
                <a:lnTo>
                  <a:pt x="619570" y="1289841"/>
                </a:lnTo>
                <a:lnTo>
                  <a:pt x="621650" y="1288748"/>
                </a:lnTo>
                <a:lnTo>
                  <a:pt x="623294" y="1289481"/>
                </a:lnTo>
                <a:lnTo>
                  <a:pt x="625371" y="1291036"/>
                </a:lnTo>
                <a:lnTo>
                  <a:pt x="626956" y="1292390"/>
                </a:lnTo>
                <a:lnTo>
                  <a:pt x="628392" y="1293781"/>
                </a:lnTo>
                <a:lnTo>
                  <a:pt x="629849" y="1295013"/>
                </a:lnTo>
                <a:lnTo>
                  <a:pt x="631079" y="1295822"/>
                </a:lnTo>
                <a:lnTo>
                  <a:pt x="633186" y="1296940"/>
                </a:lnTo>
                <a:lnTo>
                  <a:pt x="635945" y="1297910"/>
                </a:lnTo>
                <a:lnTo>
                  <a:pt x="638017" y="1298744"/>
                </a:lnTo>
                <a:lnTo>
                  <a:pt x="640730" y="1299414"/>
                </a:lnTo>
                <a:lnTo>
                  <a:pt x="643466" y="1300245"/>
                </a:lnTo>
                <a:lnTo>
                  <a:pt x="644799" y="1300533"/>
                </a:lnTo>
                <a:lnTo>
                  <a:pt x="648484" y="1302566"/>
                </a:lnTo>
                <a:lnTo>
                  <a:pt x="649874" y="1303413"/>
                </a:lnTo>
                <a:lnTo>
                  <a:pt x="651143" y="1304754"/>
                </a:lnTo>
                <a:lnTo>
                  <a:pt x="652644" y="1306013"/>
                </a:lnTo>
                <a:lnTo>
                  <a:pt x="653889" y="1310596"/>
                </a:lnTo>
                <a:lnTo>
                  <a:pt x="653973" y="1312682"/>
                </a:lnTo>
                <a:lnTo>
                  <a:pt x="654083" y="1315032"/>
                </a:lnTo>
                <a:lnTo>
                  <a:pt x="649839" y="1316136"/>
                </a:lnTo>
                <a:lnTo>
                  <a:pt x="647014" y="1316521"/>
                </a:lnTo>
                <a:lnTo>
                  <a:pt x="645638" y="1319626"/>
                </a:lnTo>
                <a:lnTo>
                  <a:pt x="643551" y="1322983"/>
                </a:lnTo>
                <a:lnTo>
                  <a:pt x="639419" y="1325429"/>
                </a:lnTo>
                <a:lnTo>
                  <a:pt x="636146" y="1328529"/>
                </a:lnTo>
                <a:lnTo>
                  <a:pt x="636561" y="1331236"/>
                </a:lnTo>
                <a:lnTo>
                  <a:pt x="638123" y="1332734"/>
                </a:lnTo>
                <a:lnTo>
                  <a:pt x="640788" y="1333862"/>
                </a:lnTo>
                <a:lnTo>
                  <a:pt x="644150" y="1334105"/>
                </a:lnTo>
                <a:lnTo>
                  <a:pt x="646969" y="1334181"/>
                </a:lnTo>
                <a:lnTo>
                  <a:pt x="650457" y="1335997"/>
                </a:lnTo>
                <a:lnTo>
                  <a:pt x="652019" y="1336352"/>
                </a:lnTo>
                <a:lnTo>
                  <a:pt x="653408" y="1336338"/>
                </a:lnTo>
                <a:lnTo>
                  <a:pt x="655155" y="1336456"/>
                </a:lnTo>
                <a:lnTo>
                  <a:pt x="657112" y="1336273"/>
                </a:lnTo>
                <a:lnTo>
                  <a:pt x="659589" y="1336546"/>
                </a:lnTo>
                <a:lnTo>
                  <a:pt x="661664" y="1337511"/>
                </a:lnTo>
                <a:lnTo>
                  <a:pt x="663423" y="1338247"/>
                </a:lnTo>
                <a:lnTo>
                  <a:pt x="665182" y="1339508"/>
                </a:lnTo>
                <a:lnTo>
                  <a:pt x="664073" y="1341449"/>
                </a:lnTo>
                <a:lnTo>
                  <a:pt x="662649" y="1343155"/>
                </a:lnTo>
                <a:lnTo>
                  <a:pt x="661903" y="1344911"/>
                </a:lnTo>
                <a:lnTo>
                  <a:pt x="661837" y="1350742"/>
                </a:lnTo>
                <a:lnTo>
                  <a:pt x="661406" y="1357866"/>
                </a:lnTo>
                <a:lnTo>
                  <a:pt x="662538" y="1362576"/>
                </a:lnTo>
                <a:lnTo>
                  <a:pt x="663680" y="1366953"/>
                </a:lnTo>
                <a:lnTo>
                  <a:pt x="664361" y="1370066"/>
                </a:lnTo>
                <a:lnTo>
                  <a:pt x="663380" y="1373652"/>
                </a:lnTo>
                <a:lnTo>
                  <a:pt x="662326" y="1375389"/>
                </a:lnTo>
                <a:lnTo>
                  <a:pt x="662080" y="1377596"/>
                </a:lnTo>
                <a:lnTo>
                  <a:pt x="668391" y="1382555"/>
                </a:lnTo>
                <a:lnTo>
                  <a:pt x="669913" y="1384205"/>
                </a:lnTo>
                <a:lnTo>
                  <a:pt x="672342" y="1386876"/>
                </a:lnTo>
                <a:lnTo>
                  <a:pt x="682015" y="1391766"/>
                </a:lnTo>
                <a:lnTo>
                  <a:pt x="683997" y="1392576"/>
                </a:lnTo>
                <a:lnTo>
                  <a:pt x="686786" y="1394243"/>
                </a:lnTo>
                <a:lnTo>
                  <a:pt x="689418" y="1396055"/>
                </a:lnTo>
                <a:lnTo>
                  <a:pt x="692074" y="1399781"/>
                </a:lnTo>
                <a:lnTo>
                  <a:pt x="693876" y="1402481"/>
                </a:lnTo>
                <a:lnTo>
                  <a:pt x="698221" y="1403188"/>
                </a:lnTo>
                <a:lnTo>
                  <a:pt x="700762" y="1404038"/>
                </a:lnTo>
                <a:lnTo>
                  <a:pt x="702462" y="1404345"/>
                </a:lnTo>
                <a:lnTo>
                  <a:pt x="715784" y="1416553"/>
                </a:lnTo>
                <a:lnTo>
                  <a:pt x="718536" y="1416345"/>
                </a:lnTo>
                <a:lnTo>
                  <a:pt x="722790" y="1417218"/>
                </a:lnTo>
                <a:lnTo>
                  <a:pt x="727265" y="1421440"/>
                </a:lnTo>
                <a:lnTo>
                  <a:pt x="732498" y="1423988"/>
                </a:lnTo>
                <a:lnTo>
                  <a:pt x="740366" y="1425922"/>
                </a:lnTo>
                <a:lnTo>
                  <a:pt x="743642" y="1426369"/>
                </a:lnTo>
                <a:lnTo>
                  <a:pt x="748362" y="1427752"/>
                </a:lnTo>
                <a:lnTo>
                  <a:pt x="752439" y="1429480"/>
                </a:lnTo>
                <a:lnTo>
                  <a:pt x="759611" y="1432708"/>
                </a:lnTo>
                <a:lnTo>
                  <a:pt x="763823" y="1432206"/>
                </a:lnTo>
                <a:lnTo>
                  <a:pt x="766401" y="1432837"/>
                </a:lnTo>
                <a:lnTo>
                  <a:pt x="772579" y="1437618"/>
                </a:lnTo>
                <a:lnTo>
                  <a:pt x="774782" y="1440252"/>
                </a:lnTo>
                <a:lnTo>
                  <a:pt x="777630" y="1442795"/>
                </a:lnTo>
                <a:lnTo>
                  <a:pt x="782767" y="1445995"/>
                </a:lnTo>
                <a:lnTo>
                  <a:pt x="786583" y="1447235"/>
                </a:lnTo>
                <a:lnTo>
                  <a:pt x="789719" y="1446906"/>
                </a:lnTo>
                <a:lnTo>
                  <a:pt x="791581" y="1445990"/>
                </a:lnTo>
                <a:lnTo>
                  <a:pt x="794555" y="1446282"/>
                </a:lnTo>
                <a:lnTo>
                  <a:pt x="801326" y="1447456"/>
                </a:lnTo>
                <a:lnTo>
                  <a:pt x="803329" y="1446715"/>
                </a:lnTo>
                <a:lnTo>
                  <a:pt x="807053" y="1449102"/>
                </a:lnTo>
                <a:lnTo>
                  <a:pt x="810249" y="1449456"/>
                </a:lnTo>
                <a:lnTo>
                  <a:pt x="814534" y="1448248"/>
                </a:lnTo>
                <a:lnTo>
                  <a:pt x="816330" y="1447233"/>
                </a:lnTo>
                <a:lnTo>
                  <a:pt x="819431" y="1445086"/>
                </a:lnTo>
                <a:lnTo>
                  <a:pt x="821197" y="1444358"/>
                </a:lnTo>
                <a:lnTo>
                  <a:pt x="823584" y="1440657"/>
                </a:lnTo>
                <a:lnTo>
                  <a:pt x="824892" y="1438681"/>
                </a:lnTo>
                <a:lnTo>
                  <a:pt x="826160" y="1437313"/>
                </a:lnTo>
                <a:lnTo>
                  <a:pt x="832391" y="1436708"/>
                </a:lnTo>
                <a:lnTo>
                  <a:pt x="836956" y="1436320"/>
                </a:lnTo>
                <a:lnTo>
                  <a:pt x="838357" y="1437054"/>
                </a:lnTo>
                <a:lnTo>
                  <a:pt x="841489" y="1434570"/>
                </a:lnTo>
                <a:lnTo>
                  <a:pt x="843414" y="1433027"/>
                </a:lnTo>
                <a:lnTo>
                  <a:pt x="846983" y="1429831"/>
                </a:lnTo>
                <a:lnTo>
                  <a:pt x="853613" y="1430517"/>
                </a:lnTo>
                <a:lnTo>
                  <a:pt x="856379" y="1430967"/>
                </a:lnTo>
                <a:lnTo>
                  <a:pt x="857356" y="1431846"/>
                </a:lnTo>
                <a:lnTo>
                  <a:pt x="859599" y="1430168"/>
                </a:lnTo>
                <a:lnTo>
                  <a:pt x="861271" y="1428780"/>
                </a:lnTo>
                <a:lnTo>
                  <a:pt x="863259" y="1426751"/>
                </a:lnTo>
                <a:lnTo>
                  <a:pt x="865288" y="1425848"/>
                </a:lnTo>
                <a:lnTo>
                  <a:pt x="867111" y="1425202"/>
                </a:lnTo>
                <a:lnTo>
                  <a:pt x="869158" y="1425390"/>
                </a:lnTo>
                <a:lnTo>
                  <a:pt x="872852" y="1426334"/>
                </a:lnTo>
                <a:lnTo>
                  <a:pt x="875214" y="1427575"/>
                </a:lnTo>
                <a:lnTo>
                  <a:pt x="880537" y="1428517"/>
                </a:lnTo>
                <a:lnTo>
                  <a:pt x="883536" y="1427324"/>
                </a:lnTo>
                <a:lnTo>
                  <a:pt x="886415" y="1425190"/>
                </a:lnTo>
                <a:lnTo>
                  <a:pt x="888940" y="1424120"/>
                </a:lnTo>
                <a:lnTo>
                  <a:pt x="889240" y="1421984"/>
                </a:lnTo>
                <a:lnTo>
                  <a:pt x="888886" y="1420159"/>
                </a:lnTo>
                <a:lnTo>
                  <a:pt x="888575" y="1419086"/>
                </a:lnTo>
                <a:lnTo>
                  <a:pt x="890237" y="1417184"/>
                </a:lnTo>
                <a:lnTo>
                  <a:pt x="894187" y="1416849"/>
                </a:lnTo>
                <a:lnTo>
                  <a:pt x="900402" y="1417494"/>
                </a:lnTo>
                <a:lnTo>
                  <a:pt x="902910" y="1417524"/>
                </a:lnTo>
                <a:lnTo>
                  <a:pt x="906359" y="1417311"/>
                </a:lnTo>
                <a:lnTo>
                  <a:pt x="911083" y="1416032"/>
                </a:lnTo>
                <a:lnTo>
                  <a:pt x="913397" y="1415569"/>
                </a:lnTo>
                <a:lnTo>
                  <a:pt x="916343" y="1416602"/>
                </a:lnTo>
                <a:lnTo>
                  <a:pt x="919535" y="1419430"/>
                </a:lnTo>
                <a:lnTo>
                  <a:pt x="923181" y="1421368"/>
                </a:lnTo>
                <a:lnTo>
                  <a:pt x="927308" y="1422966"/>
                </a:lnTo>
                <a:lnTo>
                  <a:pt x="931120" y="1424719"/>
                </a:lnTo>
                <a:lnTo>
                  <a:pt x="934853" y="1426201"/>
                </a:lnTo>
                <a:lnTo>
                  <a:pt x="938949" y="1427923"/>
                </a:lnTo>
                <a:lnTo>
                  <a:pt x="939718" y="1427616"/>
                </a:lnTo>
                <a:lnTo>
                  <a:pt x="944249" y="1431454"/>
                </a:lnTo>
                <a:lnTo>
                  <a:pt x="946414" y="1433937"/>
                </a:lnTo>
                <a:lnTo>
                  <a:pt x="947314" y="1435496"/>
                </a:lnTo>
                <a:lnTo>
                  <a:pt x="949819" y="1438150"/>
                </a:lnTo>
                <a:lnTo>
                  <a:pt x="951498" y="1437395"/>
                </a:lnTo>
                <a:lnTo>
                  <a:pt x="953041" y="1435670"/>
                </a:lnTo>
                <a:lnTo>
                  <a:pt x="955196" y="1433539"/>
                </a:lnTo>
                <a:lnTo>
                  <a:pt x="959465" y="1430461"/>
                </a:lnTo>
                <a:lnTo>
                  <a:pt x="963675" y="1425409"/>
                </a:lnTo>
                <a:lnTo>
                  <a:pt x="962884" y="1424444"/>
                </a:lnTo>
                <a:lnTo>
                  <a:pt x="961685" y="1421488"/>
                </a:lnTo>
                <a:lnTo>
                  <a:pt x="960958" y="1418860"/>
                </a:lnTo>
                <a:lnTo>
                  <a:pt x="963832" y="1416479"/>
                </a:lnTo>
                <a:lnTo>
                  <a:pt x="968508" y="1414539"/>
                </a:lnTo>
                <a:lnTo>
                  <a:pt x="966048" y="1409986"/>
                </a:lnTo>
                <a:lnTo>
                  <a:pt x="963155" y="1405892"/>
                </a:lnTo>
                <a:lnTo>
                  <a:pt x="962151" y="1404027"/>
                </a:lnTo>
                <a:lnTo>
                  <a:pt x="959010" y="1398036"/>
                </a:lnTo>
                <a:lnTo>
                  <a:pt x="958218" y="1392480"/>
                </a:lnTo>
                <a:lnTo>
                  <a:pt x="958508" y="1388199"/>
                </a:lnTo>
                <a:lnTo>
                  <a:pt x="960979" y="1383197"/>
                </a:lnTo>
                <a:lnTo>
                  <a:pt x="964401" y="1380026"/>
                </a:lnTo>
                <a:lnTo>
                  <a:pt x="968702" y="1376507"/>
                </a:lnTo>
                <a:lnTo>
                  <a:pt x="970724" y="1367980"/>
                </a:lnTo>
                <a:lnTo>
                  <a:pt x="971236" y="1364623"/>
                </a:lnTo>
                <a:lnTo>
                  <a:pt x="971835" y="1361628"/>
                </a:lnTo>
                <a:lnTo>
                  <a:pt x="973666" y="1358523"/>
                </a:lnTo>
                <a:lnTo>
                  <a:pt x="976139" y="1355065"/>
                </a:lnTo>
                <a:lnTo>
                  <a:pt x="977293" y="1353255"/>
                </a:lnTo>
                <a:lnTo>
                  <a:pt x="976977" y="1349178"/>
                </a:lnTo>
                <a:lnTo>
                  <a:pt x="970904" y="1345600"/>
                </a:lnTo>
                <a:lnTo>
                  <a:pt x="969214" y="1342718"/>
                </a:lnTo>
                <a:lnTo>
                  <a:pt x="969115" y="1338987"/>
                </a:lnTo>
                <a:lnTo>
                  <a:pt x="969887" y="1336732"/>
                </a:lnTo>
                <a:lnTo>
                  <a:pt x="971600" y="1334504"/>
                </a:lnTo>
                <a:lnTo>
                  <a:pt x="974449" y="1332792"/>
                </a:lnTo>
                <a:lnTo>
                  <a:pt x="975434" y="1329903"/>
                </a:lnTo>
                <a:lnTo>
                  <a:pt x="974150" y="1325524"/>
                </a:lnTo>
                <a:lnTo>
                  <a:pt x="972247" y="1322697"/>
                </a:lnTo>
                <a:lnTo>
                  <a:pt x="970432" y="1319229"/>
                </a:lnTo>
                <a:lnTo>
                  <a:pt x="968930" y="1316301"/>
                </a:lnTo>
                <a:lnTo>
                  <a:pt x="968939" y="1314236"/>
                </a:lnTo>
                <a:lnTo>
                  <a:pt x="969378" y="1312534"/>
                </a:lnTo>
                <a:lnTo>
                  <a:pt x="970079" y="1311035"/>
                </a:lnTo>
                <a:lnTo>
                  <a:pt x="972077" y="1308691"/>
                </a:lnTo>
                <a:lnTo>
                  <a:pt x="972615" y="1303704"/>
                </a:lnTo>
                <a:lnTo>
                  <a:pt x="974081" y="1296228"/>
                </a:lnTo>
                <a:lnTo>
                  <a:pt x="976410" y="1292956"/>
                </a:lnTo>
                <a:lnTo>
                  <a:pt x="978078" y="1290247"/>
                </a:lnTo>
                <a:lnTo>
                  <a:pt x="979010" y="1288195"/>
                </a:lnTo>
                <a:lnTo>
                  <a:pt x="979988" y="1286214"/>
                </a:lnTo>
                <a:lnTo>
                  <a:pt x="981145" y="1284409"/>
                </a:lnTo>
                <a:lnTo>
                  <a:pt x="984002" y="1282564"/>
                </a:lnTo>
                <a:lnTo>
                  <a:pt x="987178" y="1280821"/>
                </a:lnTo>
                <a:lnTo>
                  <a:pt x="991540" y="1281325"/>
                </a:lnTo>
                <a:lnTo>
                  <a:pt x="994860" y="1282936"/>
                </a:lnTo>
                <a:lnTo>
                  <a:pt x="998225" y="1285983"/>
                </a:lnTo>
                <a:lnTo>
                  <a:pt x="1001170" y="1288080"/>
                </a:lnTo>
                <a:lnTo>
                  <a:pt x="1004431" y="1289616"/>
                </a:lnTo>
                <a:lnTo>
                  <a:pt x="1018222" y="1291204"/>
                </a:lnTo>
                <a:lnTo>
                  <a:pt x="1024384" y="1291866"/>
                </a:lnTo>
                <a:lnTo>
                  <a:pt x="1032499" y="1292058"/>
                </a:lnTo>
                <a:lnTo>
                  <a:pt x="1040828" y="1288142"/>
                </a:lnTo>
                <a:lnTo>
                  <a:pt x="1041405" y="1287074"/>
                </a:lnTo>
                <a:lnTo>
                  <a:pt x="1045691" y="1287468"/>
                </a:lnTo>
                <a:lnTo>
                  <a:pt x="1052567" y="1289383"/>
                </a:lnTo>
                <a:lnTo>
                  <a:pt x="1057772" y="1290953"/>
                </a:lnTo>
                <a:lnTo>
                  <a:pt x="1062445" y="1291922"/>
                </a:lnTo>
                <a:lnTo>
                  <a:pt x="1068790" y="1292334"/>
                </a:lnTo>
                <a:lnTo>
                  <a:pt x="1073611" y="1293888"/>
                </a:lnTo>
                <a:lnTo>
                  <a:pt x="1080849" y="1297829"/>
                </a:lnTo>
                <a:lnTo>
                  <a:pt x="1083728" y="1299335"/>
                </a:lnTo>
                <a:lnTo>
                  <a:pt x="1085274" y="1299572"/>
                </a:lnTo>
                <a:lnTo>
                  <a:pt x="1087176" y="1299888"/>
                </a:lnTo>
                <a:lnTo>
                  <a:pt x="1096901" y="1301574"/>
                </a:lnTo>
                <a:lnTo>
                  <a:pt x="1102463" y="1302502"/>
                </a:lnTo>
                <a:lnTo>
                  <a:pt x="1106872" y="1302703"/>
                </a:lnTo>
                <a:lnTo>
                  <a:pt x="1111516" y="1302537"/>
                </a:lnTo>
                <a:lnTo>
                  <a:pt x="1112671" y="1302687"/>
                </a:lnTo>
                <a:lnTo>
                  <a:pt x="1116643" y="1304536"/>
                </a:lnTo>
                <a:lnTo>
                  <a:pt x="1120790" y="1306971"/>
                </a:lnTo>
                <a:lnTo>
                  <a:pt x="1123523" y="1308571"/>
                </a:lnTo>
                <a:lnTo>
                  <a:pt x="1126332" y="1310029"/>
                </a:lnTo>
                <a:lnTo>
                  <a:pt x="1129893" y="1312298"/>
                </a:lnTo>
                <a:lnTo>
                  <a:pt x="1132891" y="1314470"/>
                </a:lnTo>
                <a:lnTo>
                  <a:pt x="1137825" y="1318081"/>
                </a:lnTo>
                <a:lnTo>
                  <a:pt x="1142076" y="1320994"/>
                </a:lnTo>
                <a:lnTo>
                  <a:pt x="1147294" y="1322849"/>
                </a:lnTo>
                <a:lnTo>
                  <a:pt x="1151306" y="1323905"/>
                </a:lnTo>
                <a:lnTo>
                  <a:pt x="1154261" y="1324741"/>
                </a:lnTo>
                <a:lnTo>
                  <a:pt x="1157387" y="1325858"/>
                </a:lnTo>
                <a:lnTo>
                  <a:pt x="1161017" y="1327430"/>
                </a:lnTo>
                <a:lnTo>
                  <a:pt x="1163416" y="1328651"/>
                </a:lnTo>
                <a:lnTo>
                  <a:pt x="1166615" y="1330630"/>
                </a:lnTo>
                <a:lnTo>
                  <a:pt x="1168943" y="1332610"/>
                </a:lnTo>
                <a:lnTo>
                  <a:pt x="1171271" y="1334785"/>
                </a:lnTo>
                <a:lnTo>
                  <a:pt x="1175704" y="1337521"/>
                </a:lnTo>
                <a:lnTo>
                  <a:pt x="1178466" y="1338941"/>
                </a:lnTo>
                <a:lnTo>
                  <a:pt x="1182406" y="1341378"/>
                </a:lnTo>
                <a:lnTo>
                  <a:pt x="1185028" y="1342429"/>
                </a:lnTo>
                <a:lnTo>
                  <a:pt x="1188077" y="1343869"/>
                </a:lnTo>
                <a:lnTo>
                  <a:pt x="1191071" y="1345858"/>
                </a:lnTo>
                <a:lnTo>
                  <a:pt x="1193447" y="1347764"/>
                </a:lnTo>
                <a:lnTo>
                  <a:pt x="1195788" y="1349622"/>
                </a:lnTo>
                <a:lnTo>
                  <a:pt x="1199039" y="1349348"/>
                </a:lnTo>
                <a:lnTo>
                  <a:pt x="1200930" y="1348954"/>
                </a:lnTo>
                <a:lnTo>
                  <a:pt x="1202138" y="1349713"/>
                </a:lnTo>
                <a:lnTo>
                  <a:pt x="1206396" y="1354060"/>
                </a:lnTo>
                <a:lnTo>
                  <a:pt x="1208712" y="1355339"/>
                </a:lnTo>
                <a:lnTo>
                  <a:pt x="1210878" y="1356597"/>
                </a:lnTo>
                <a:lnTo>
                  <a:pt x="1215028" y="1358472"/>
                </a:lnTo>
                <a:lnTo>
                  <a:pt x="1217985" y="1359400"/>
                </a:lnTo>
                <a:lnTo>
                  <a:pt x="1219714" y="1360097"/>
                </a:lnTo>
                <a:lnTo>
                  <a:pt x="1225659" y="1365256"/>
                </a:lnTo>
                <a:lnTo>
                  <a:pt x="1258663" y="1376994"/>
                </a:lnTo>
                <a:lnTo>
                  <a:pt x="1259903" y="1377552"/>
                </a:lnTo>
                <a:lnTo>
                  <a:pt x="1264194" y="1379302"/>
                </a:lnTo>
                <a:lnTo>
                  <a:pt x="1266021" y="1380197"/>
                </a:lnTo>
                <a:lnTo>
                  <a:pt x="1271372" y="1384071"/>
                </a:lnTo>
                <a:lnTo>
                  <a:pt x="1276608" y="1387875"/>
                </a:lnTo>
                <a:lnTo>
                  <a:pt x="1280990" y="1390557"/>
                </a:lnTo>
                <a:lnTo>
                  <a:pt x="1288705" y="1394798"/>
                </a:lnTo>
                <a:lnTo>
                  <a:pt x="1290702" y="1395872"/>
                </a:lnTo>
                <a:lnTo>
                  <a:pt x="1293523" y="1397783"/>
                </a:lnTo>
                <a:lnTo>
                  <a:pt x="1294334" y="1399347"/>
                </a:lnTo>
                <a:lnTo>
                  <a:pt x="1297521" y="1401685"/>
                </a:lnTo>
                <a:lnTo>
                  <a:pt x="1300371" y="1403512"/>
                </a:lnTo>
                <a:lnTo>
                  <a:pt x="1300152" y="1403192"/>
                </a:lnTo>
                <a:lnTo>
                  <a:pt x="1303657" y="1406160"/>
                </a:lnTo>
                <a:lnTo>
                  <a:pt x="1306785" y="1410363"/>
                </a:lnTo>
                <a:lnTo>
                  <a:pt x="1307784" y="1412737"/>
                </a:lnTo>
                <a:lnTo>
                  <a:pt x="1312020" y="1417349"/>
                </a:lnTo>
                <a:lnTo>
                  <a:pt x="1316731" y="1421779"/>
                </a:lnTo>
                <a:lnTo>
                  <a:pt x="1317848" y="1422930"/>
                </a:lnTo>
                <a:lnTo>
                  <a:pt x="1320009" y="1427694"/>
                </a:lnTo>
                <a:lnTo>
                  <a:pt x="1319991" y="1432811"/>
                </a:lnTo>
                <a:lnTo>
                  <a:pt x="1323866" y="1440136"/>
                </a:lnTo>
                <a:lnTo>
                  <a:pt x="1327601" y="1442167"/>
                </a:lnTo>
                <a:lnTo>
                  <a:pt x="1334332" y="1444842"/>
                </a:lnTo>
                <a:lnTo>
                  <a:pt x="1336424" y="1450834"/>
                </a:lnTo>
                <a:lnTo>
                  <a:pt x="1337762" y="1453951"/>
                </a:lnTo>
                <a:lnTo>
                  <a:pt x="1342639" y="1459056"/>
                </a:lnTo>
                <a:lnTo>
                  <a:pt x="1345162" y="1459050"/>
                </a:lnTo>
                <a:lnTo>
                  <a:pt x="1347076" y="1465225"/>
                </a:lnTo>
                <a:lnTo>
                  <a:pt x="1347594" y="1469824"/>
                </a:lnTo>
                <a:lnTo>
                  <a:pt x="1359633" y="1478598"/>
                </a:lnTo>
                <a:lnTo>
                  <a:pt x="1370058" y="1485846"/>
                </a:lnTo>
                <a:lnTo>
                  <a:pt x="1378251" y="1491393"/>
                </a:lnTo>
                <a:lnTo>
                  <a:pt x="1389260" y="1493637"/>
                </a:lnTo>
                <a:lnTo>
                  <a:pt x="1399329" y="1498014"/>
                </a:lnTo>
                <a:lnTo>
                  <a:pt x="1404656" y="1501064"/>
                </a:lnTo>
                <a:lnTo>
                  <a:pt x="1406326" y="1502074"/>
                </a:lnTo>
                <a:lnTo>
                  <a:pt x="1408908" y="1504158"/>
                </a:lnTo>
                <a:lnTo>
                  <a:pt x="1416815" y="1507721"/>
                </a:lnTo>
                <a:lnTo>
                  <a:pt x="1419229" y="1508372"/>
                </a:lnTo>
                <a:lnTo>
                  <a:pt x="1422595" y="1508519"/>
                </a:lnTo>
                <a:lnTo>
                  <a:pt x="1433346" y="1513048"/>
                </a:lnTo>
                <a:lnTo>
                  <a:pt x="1442679" y="1514873"/>
                </a:lnTo>
                <a:lnTo>
                  <a:pt x="1449351" y="1515260"/>
                </a:lnTo>
                <a:lnTo>
                  <a:pt x="1455286" y="1513362"/>
                </a:lnTo>
                <a:lnTo>
                  <a:pt x="1457251" y="1512389"/>
                </a:lnTo>
                <a:lnTo>
                  <a:pt x="1460484" y="1511861"/>
                </a:lnTo>
                <a:lnTo>
                  <a:pt x="1464035" y="1512070"/>
                </a:lnTo>
                <a:lnTo>
                  <a:pt x="1468154" y="1510263"/>
                </a:lnTo>
                <a:lnTo>
                  <a:pt x="1472486" y="1508651"/>
                </a:lnTo>
                <a:lnTo>
                  <a:pt x="1476620" y="1507184"/>
                </a:lnTo>
                <a:lnTo>
                  <a:pt x="1480381" y="1506216"/>
                </a:lnTo>
                <a:lnTo>
                  <a:pt x="1485193" y="1504862"/>
                </a:lnTo>
                <a:lnTo>
                  <a:pt x="1493672" y="1505459"/>
                </a:lnTo>
                <a:lnTo>
                  <a:pt x="1498574" y="1507977"/>
                </a:lnTo>
                <a:lnTo>
                  <a:pt x="1505689" y="1510400"/>
                </a:lnTo>
                <a:lnTo>
                  <a:pt x="1514148" y="1509738"/>
                </a:lnTo>
                <a:lnTo>
                  <a:pt x="1516768" y="1507895"/>
                </a:lnTo>
                <a:lnTo>
                  <a:pt x="1518573" y="1505260"/>
                </a:lnTo>
                <a:lnTo>
                  <a:pt x="1519849" y="1503024"/>
                </a:lnTo>
                <a:lnTo>
                  <a:pt x="1522191" y="1499875"/>
                </a:lnTo>
                <a:lnTo>
                  <a:pt x="1530880" y="1499508"/>
                </a:lnTo>
                <a:lnTo>
                  <a:pt x="1536136" y="1499112"/>
                </a:lnTo>
                <a:lnTo>
                  <a:pt x="1544387" y="1500748"/>
                </a:lnTo>
                <a:lnTo>
                  <a:pt x="1551656" y="1501787"/>
                </a:lnTo>
                <a:lnTo>
                  <a:pt x="1556609" y="1499835"/>
                </a:lnTo>
                <a:lnTo>
                  <a:pt x="1562449" y="1499441"/>
                </a:lnTo>
                <a:lnTo>
                  <a:pt x="1568342" y="1499552"/>
                </a:lnTo>
                <a:lnTo>
                  <a:pt x="1572128" y="1498760"/>
                </a:lnTo>
                <a:lnTo>
                  <a:pt x="1577583" y="1501340"/>
                </a:lnTo>
                <a:lnTo>
                  <a:pt x="1579288" y="1501618"/>
                </a:lnTo>
                <a:lnTo>
                  <a:pt x="1586118" y="1496484"/>
                </a:lnTo>
                <a:lnTo>
                  <a:pt x="1589012" y="1495435"/>
                </a:lnTo>
                <a:lnTo>
                  <a:pt x="1594030" y="1495633"/>
                </a:lnTo>
                <a:lnTo>
                  <a:pt x="1604711" y="1497564"/>
                </a:lnTo>
                <a:lnTo>
                  <a:pt x="1608725" y="1500083"/>
                </a:lnTo>
                <a:lnTo>
                  <a:pt x="1611138" y="1502638"/>
                </a:lnTo>
                <a:lnTo>
                  <a:pt x="1612464" y="1496432"/>
                </a:lnTo>
                <a:lnTo>
                  <a:pt x="1616140" y="1496313"/>
                </a:lnTo>
                <a:lnTo>
                  <a:pt x="1619398" y="1495781"/>
                </a:lnTo>
                <a:lnTo>
                  <a:pt x="1624231" y="1494073"/>
                </a:lnTo>
                <a:lnTo>
                  <a:pt x="1625067" y="1491413"/>
                </a:lnTo>
                <a:lnTo>
                  <a:pt x="1627268" y="1490190"/>
                </a:lnTo>
                <a:lnTo>
                  <a:pt x="1630166" y="1489715"/>
                </a:lnTo>
                <a:lnTo>
                  <a:pt x="1632381" y="1491308"/>
                </a:lnTo>
                <a:lnTo>
                  <a:pt x="1634679" y="1493681"/>
                </a:lnTo>
                <a:lnTo>
                  <a:pt x="1637910" y="1497444"/>
                </a:lnTo>
                <a:lnTo>
                  <a:pt x="1640782" y="1498906"/>
                </a:lnTo>
                <a:lnTo>
                  <a:pt x="1642348" y="1499134"/>
                </a:lnTo>
                <a:lnTo>
                  <a:pt x="1643138" y="1495225"/>
                </a:lnTo>
                <a:lnTo>
                  <a:pt x="1644339" y="1493244"/>
                </a:lnTo>
                <a:lnTo>
                  <a:pt x="1646847" y="1492163"/>
                </a:lnTo>
                <a:lnTo>
                  <a:pt x="1649417" y="1489096"/>
                </a:lnTo>
                <a:lnTo>
                  <a:pt x="1652330" y="1486514"/>
                </a:lnTo>
                <a:lnTo>
                  <a:pt x="1657143" y="1484783"/>
                </a:lnTo>
                <a:lnTo>
                  <a:pt x="1663037" y="1481582"/>
                </a:lnTo>
                <a:lnTo>
                  <a:pt x="1665129" y="1477357"/>
                </a:lnTo>
                <a:lnTo>
                  <a:pt x="1665402" y="1472568"/>
                </a:lnTo>
                <a:lnTo>
                  <a:pt x="1667009" y="1469457"/>
                </a:lnTo>
                <a:lnTo>
                  <a:pt x="1669657" y="1465440"/>
                </a:lnTo>
                <a:lnTo>
                  <a:pt x="1673329" y="1461623"/>
                </a:lnTo>
                <a:lnTo>
                  <a:pt x="1673902" y="1460050"/>
                </a:lnTo>
                <a:lnTo>
                  <a:pt x="1673893" y="1456485"/>
                </a:lnTo>
                <a:lnTo>
                  <a:pt x="1678733" y="1456983"/>
                </a:lnTo>
                <a:lnTo>
                  <a:pt x="1683779" y="1460462"/>
                </a:lnTo>
                <a:lnTo>
                  <a:pt x="1688727" y="1463744"/>
                </a:lnTo>
                <a:lnTo>
                  <a:pt x="1691971" y="1465033"/>
                </a:lnTo>
                <a:lnTo>
                  <a:pt x="1693656" y="1466823"/>
                </a:lnTo>
                <a:lnTo>
                  <a:pt x="1694676" y="1469184"/>
                </a:lnTo>
                <a:lnTo>
                  <a:pt x="1695290" y="1471504"/>
                </a:lnTo>
                <a:lnTo>
                  <a:pt x="1696103" y="1473598"/>
                </a:lnTo>
                <a:lnTo>
                  <a:pt x="1696309" y="1476807"/>
                </a:lnTo>
                <a:lnTo>
                  <a:pt x="1699632" y="1474203"/>
                </a:lnTo>
                <a:lnTo>
                  <a:pt x="1701888" y="1471043"/>
                </a:lnTo>
                <a:lnTo>
                  <a:pt x="1704003" y="1467901"/>
                </a:lnTo>
                <a:lnTo>
                  <a:pt x="1704581" y="1466373"/>
                </a:lnTo>
                <a:lnTo>
                  <a:pt x="1707337" y="1465163"/>
                </a:lnTo>
                <a:lnTo>
                  <a:pt x="1710422" y="1464331"/>
                </a:lnTo>
                <a:lnTo>
                  <a:pt x="1714486" y="1463356"/>
                </a:lnTo>
                <a:lnTo>
                  <a:pt x="1715876" y="1462502"/>
                </a:lnTo>
                <a:lnTo>
                  <a:pt x="1717724" y="1458805"/>
                </a:lnTo>
                <a:lnTo>
                  <a:pt x="1718850" y="1457201"/>
                </a:lnTo>
                <a:lnTo>
                  <a:pt x="1719565" y="1453979"/>
                </a:lnTo>
                <a:lnTo>
                  <a:pt x="1718826" y="1450092"/>
                </a:lnTo>
                <a:lnTo>
                  <a:pt x="1719590" y="1447220"/>
                </a:lnTo>
                <a:lnTo>
                  <a:pt x="1719422" y="1443714"/>
                </a:lnTo>
                <a:lnTo>
                  <a:pt x="1718817" y="1439659"/>
                </a:lnTo>
                <a:lnTo>
                  <a:pt x="1718007" y="1437709"/>
                </a:lnTo>
                <a:lnTo>
                  <a:pt x="1719362" y="1435690"/>
                </a:lnTo>
                <a:lnTo>
                  <a:pt x="1721426" y="1433501"/>
                </a:lnTo>
                <a:lnTo>
                  <a:pt x="1725356" y="1430014"/>
                </a:lnTo>
                <a:lnTo>
                  <a:pt x="1729060" y="1426360"/>
                </a:lnTo>
                <a:lnTo>
                  <a:pt x="1732678" y="1423241"/>
                </a:lnTo>
                <a:lnTo>
                  <a:pt x="1736011" y="1420894"/>
                </a:lnTo>
                <a:lnTo>
                  <a:pt x="1739401" y="1418210"/>
                </a:lnTo>
                <a:lnTo>
                  <a:pt x="1741864" y="1414644"/>
                </a:lnTo>
                <a:lnTo>
                  <a:pt x="1742795" y="1407397"/>
                </a:lnTo>
                <a:lnTo>
                  <a:pt x="1744745" y="1403789"/>
                </a:lnTo>
                <a:lnTo>
                  <a:pt x="1748835" y="1404599"/>
                </a:lnTo>
                <a:lnTo>
                  <a:pt x="1754700" y="1395670"/>
                </a:lnTo>
                <a:lnTo>
                  <a:pt x="1757098" y="1391154"/>
                </a:lnTo>
                <a:lnTo>
                  <a:pt x="1761870" y="1386476"/>
                </a:lnTo>
                <a:lnTo>
                  <a:pt x="1765195" y="1383614"/>
                </a:lnTo>
                <a:lnTo>
                  <a:pt x="1767386" y="1381132"/>
                </a:lnTo>
                <a:lnTo>
                  <a:pt x="1769271" y="1379535"/>
                </a:lnTo>
                <a:lnTo>
                  <a:pt x="1771856" y="1379919"/>
                </a:lnTo>
                <a:lnTo>
                  <a:pt x="1774104" y="1379054"/>
                </a:lnTo>
                <a:lnTo>
                  <a:pt x="1776466" y="1377393"/>
                </a:lnTo>
                <a:lnTo>
                  <a:pt x="1779943" y="1374220"/>
                </a:lnTo>
                <a:lnTo>
                  <a:pt x="1782217" y="1371506"/>
                </a:lnTo>
                <a:lnTo>
                  <a:pt x="1785610" y="1368495"/>
                </a:lnTo>
                <a:lnTo>
                  <a:pt x="1788611" y="1366661"/>
                </a:lnTo>
                <a:lnTo>
                  <a:pt x="1789666" y="1365726"/>
                </a:lnTo>
                <a:lnTo>
                  <a:pt x="1791382" y="1362383"/>
                </a:lnTo>
                <a:lnTo>
                  <a:pt x="1793338" y="1359447"/>
                </a:lnTo>
                <a:lnTo>
                  <a:pt x="1794801" y="1358048"/>
                </a:lnTo>
                <a:lnTo>
                  <a:pt x="1797923" y="1355441"/>
                </a:lnTo>
                <a:lnTo>
                  <a:pt x="1800907" y="1352768"/>
                </a:lnTo>
                <a:lnTo>
                  <a:pt x="1804368" y="1351381"/>
                </a:lnTo>
                <a:lnTo>
                  <a:pt x="1808143" y="1350233"/>
                </a:lnTo>
                <a:lnTo>
                  <a:pt x="1812169" y="1347985"/>
                </a:lnTo>
                <a:lnTo>
                  <a:pt x="1814886" y="1345997"/>
                </a:lnTo>
                <a:lnTo>
                  <a:pt x="1817424" y="1344447"/>
                </a:lnTo>
                <a:lnTo>
                  <a:pt x="1818826" y="1343370"/>
                </a:lnTo>
                <a:lnTo>
                  <a:pt x="1825292" y="1341326"/>
                </a:lnTo>
                <a:lnTo>
                  <a:pt x="1831848" y="1340426"/>
                </a:lnTo>
                <a:lnTo>
                  <a:pt x="1835691" y="1340409"/>
                </a:lnTo>
                <a:lnTo>
                  <a:pt x="1839061" y="1340413"/>
                </a:lnTo>
                <a:lnTo>
                  <a:pt x="1844248" y="1340484"/>
                </a:lnTo>
                <a:lnTo>
                  <a:pt x="1849387" y="1341028"/>
                </a:lnTo>
                <a:lnTo>
                  <a:pt x="1854565" y="1341906"/>
                </a:lnTo>
                <a:lnTo>
                  <a:pt x="1859345" y="1343353"/>
                </a:lnTo>
                <a:lnTo>
                  <a:pt x="1862707" y="1345626"/>
                </a:lnTo>
                <a:lnTo>
                  <a:pt x="1867300" y="1347373"/>
                </a:lnTo>
                <a:lnTo>
                  <a:pt x="1874641" y="1349779"/>
                </a:lnTo>
                <a:lnTo>
                  <a:pt x="1875229" y="1351267"/>
                </a:lnTo>
                <a:lnTo>
                  <a:pt x="1877358" y="1354324"/>
                </a:lnTo>
                <a:lnTo>
                  <a:pt x="1879606" y="1358579"/>
                </a:lnTo>
                <a:lnTo>
                  <a:pt x="1882003" y="1360605"/>
                </a:lnTo>
                <a:lnTo>
                  <a:pt x="1887994" y="1362925"/>
                </a:lnTo>
                <a:lnTo>
                  <a:pt x="1894847" y="1365869"/>
                </a:lnTo>
                <a:lnTo>
                  <a:pt x="1900029" y="1366530"/>
                </a:lnTo>
                <a:lnTo>
                  <a:pt x="1906523" y="1367692"/>
                </a:lnTo>
                <a:lnTo>
                  <a:pt x="1910651" y="1372073"/>
                </a:lnTo>
                <a:lnTo>
                  <a:pt x="1916017" y="1374286"/>
                </a:lnTo>
                <a:lnTo>
                  <a:pt x="1920600" y="1375782"/>
                </a:lnTo>
                <a:lnTo>
                  <a:pt x="1927457" y="1377825"/>
                </a:lnTo>
                <a:lnTo>
                  <a:pt x="1929657" y="1379448"/>
                </a:lnTo>
                <a:lnTo>
                  <a:pt x="1934534" y="1382752"/>
                </a:lnTo>
                <a:lnTo>
                  <a:pt x="1938586" y="1385613"/>
                </a:lnTo>
                <a:lnTo>
                  <a:pt x="1940909" y="1387747"/>
                </a:lnTo>
                <a:lnTo>
                  <a:pt x="1943969" y="1390487"/>
                </a:lnTo>
                <a:lnTo>
                  <a:pt x="1951117" y="1393638"/>
                </a:lnTo>
                <a:lnTo>
                  <a:pt x="1955821" y="1395561"/>
                </a:lnTo>
                <a:lnTo>
                  <a:pt x="1959960" y="1397763"/>
                </a:lnTo>
                <a:lnTo>
                  <a:pt x="1965073" y="1398706"/>
                </a:lnTo>
                <a:lnTo>
                  <a:pt x="1969280" y="1399580"/>
                </a:lnTo>
                <a:lnTo>
                  <a:pt x="1969544" y="1396207"/>
                </a:lnTo>
                <a:lnTo>
                  <a:pt x="1968208" y="1393570"/>
                </a:lnTo>
                <a:lnTo>
                  <a:pt x="1967035" y="1391458"/>
                </a:lnTo>
                <a:lnTo>
                  <a:pt x="1966861" y="1391379"/>
                </a:lnTo>
                <a:lnTo>
                  <a:pt x="1962226" y="1389254"/>
                </a:lnTo>
                <a:lnTo>
                  <a:pt x="1958337" y="1388237"/>
                </a:lnTo>
                <a:lnTo>
                  <a:pt x="1957119" y="1387013"/>
                </a:lnTo>
                <a:lnTo>
                  <a:pt x="1953996" y="1384551"/>
                </a:lnTo>
                <a:lnTo>
                  <a:pt x="1951401" y="1381915"/>
                </a:lnTo>
                <a:lnTo>
                  <a:pt x="1952163" y="1381024"/>
                </a:lnTo>
                <a:lnTo>
                  <a:pt x="1954198" y="1379633"/>
                </a:lnTo>
                <a:lnTo>
                  <a:pt x="1957255" y="1379977"/>
                </a:lnTo>
                <a:lnTo>
                  <a:pt x="1960621" y="1381709"/>
                </a:lnTo>
                <a:lnTo>
                  <a:pt x="1963700" y="1382906"/>
                </a:lnTo>
                <a:lnTo>
                  <a:pt x="1966007" y="1383590"/>
                </a:lnTo>
                <a:lnTo>
                  <a:pt x="1967862" y="1384069"/>
                </a:lnTo>
                <a:lnTo>
                  <a:pt x="1976476" y="1390880"/>
                </a:lnTo>
                <a:lnTo>
                  <a:pt x="1981090" y="1396200"/>
                </a:lnTo>
                <a:lnTo>
                  <a:pt x="1986180" y="1399983"/>
                </a:lnTo>
                <a:lnTo>
                  <a:pt x="1991643" y="1400007"/>
                </a:lnTo>
                <a:lnTo>
                  <a:pt x="1996923" y="1399568"/>
                </a:lnTo>
                <a:lnTo>
                  <a:pt x="2005460" y="1398350"/>
                </a:lnTo>
                <a:lnTo>
                  <a:pt x="2010618" y="1397847"/>
                </a:lnTo>
                <a:lnTo>
                  <a:pt x="2017780" y="1399325"/>
                </a:lnTo>
                <a:lnTo>
                  <a:pt x="2027980" y="1402402"/>
                </a:lnTo>
                <a:lnTo>
                  <a:pt x="2036946" y="1403334"/>
                </a:lnTo>
                <a:lnTo>
                  <a:pt x="2040747" y="1402381"/>
                </a:lnTo>
                <a:lnTo>
                  <a:pt x="2046587" y="1395900"/>
                </a:lnTo>
                <a:lnTo>
                  <a:pt x="2048694" y="1390860"/>
                </a:lnTo>
                <a:lnTo>
                  <a:pt x="2049859" y="1384732"/>
                </a:lnTo>
                <a:lnTo>
                  <a:pt x="2051746" y="1379966"/>
                </a:lnTo>
                <a:lnTo>
                  <a:pt x="2052936" y="1377819"/>
                </a:lnTo>
                <a:lnTo>
                  <a:pt x="2055941" y="1375742"/>
                </a:lnTo>
                <a:lnTo>
                  <a:pt x="2058087" y="1374013"/>
                </a:lnTo>
                <a:lnTo>
                  <a:pt x="2062382" y="1371422"/>
                </a:lnTo>
                <a:lnTo>
                  <a:pt x="2066607" y="1367251"/>
                </a:lnTo>
                <a:lnTo>
                  <a:pt x="2062920" y="1367603"/>
                </a:lnTo>
                <a:lnTo>
                  <a:pt x="2058380" y="1367728"/>
                </a:lnTo>
                <a:lnTo>
                  <a:pt x="2055034" y="1367493"/>
                </a:lnTo>
                <a:lnTo>
                  <a:pt x="2051300" y="1367508"/>
                </a:lnTo>
                <a:lnTo>
                  <a:pt x="2049217" y="1367099"/>
                </a:lnTo>
                <a:lnTo>
                  <a:pt x="2045787" y="1367001"/>
                </a:lnTo>
                <a:lnTo>
                  <a:pt x="2038519" y="1367107"/>
                </a:lnTo>
                <a:lnTo>
                  <a:pt x="2038123" y="1364509"/>
                </a:lnTo>
                <a:lnTo>
                  <a:pt x="2040099" y="1361871"/>
                </a:lnTo>
                <a:lnTo>
                  <a:pt x="2045337" y="1360424"/>
                </a:lnTo>
                <a:lnTo>
                  <a:pt x="2049574" y="1359055"/>
                </a:lnTo>
                <a:lnTo>
                  <a:pt x="2057655" y="1356695"/>
                </a:lnTo>
                <a:lnTo>
                  <a:pt x="2065808" y="1355677"/>
                </a:lnTo>
                <a:lnTo>
                  <a:pt x="2071763" y="1354341"/>
                </a:lnTo>
                <a:lnTo>
                  <a:pt x="2077075" y="1351514"/>
                </a:lnTo>
                <a:lnTo>
                  <a:pt x="2080994" y="1348725"/>
                </a:lnTo>
                <a:lnTo>
                  <a:pt x="2084469" y="1345416"/>
                </a:lnTo>
                <a:lnTo>
                  <a:pt x="2087328" y="1341736"/>
                </a:lnTo>
                <a:lnTo>
                  <a:pt x="2090427" y="1338025"/>
                </a:lnTo>
                <a:lnTo>
                  <a:pt x="2092631" y="1334827"/>
                </a:lnTo>
                <a:lnTo>
                  <a:pt x="2093835" y="1332466"/>
                </a:lnTo>
                <a:lnTo>
                  <a:pt x="2099889" y="1328267"/>
                </a:lnTo>
                <a:lnTo>
                  <a:pt x="2100590" y="1325930"/>
                </a:lnTo>
                <a:lnTo>
                  <a:pt x="2100611" y="1322992"/>
                </a:lnTo>
                <a:lnTo>
                  <a:pt x="2104144" y="1321452"/>
                </a:lnTo>
                <a:lnTo>
                  <a:pt x="2110840" y="1318435"/>
                </a:lnTo>
                <a:lnTo>
                  <a:pt x="2117927" y="1316609"/>
                </a:lnTo>
                <a:lnTo>
                  <a:pt x="2124239" y="1321079"/>
                </a:lnTo>
                <a:lnTo>
                  <a:pt x="2131584" y="1326080"/>
                </a:lnTo>
                <a:lnTo>
                  <a:pt x="2139739" y="1329748"/>
                </a:lnTo>
                <a:lnTo>
                  <a:pt x="2147651" y="1334834"/>
                </a:lnTo>
                <a:lnTo>
                  <a:pt x="2155676" y="1344267"/>
                </a:lnTo>
                <a:lnTo>
                  <a:pt x="2157964" y="1350566"/>
                </a:lnTo>
                <a:lnTo>
                  <a:pt x="2160044" y="1369603"/>
                </a:lnTo>
                <a:lnTo>
                  <a:pt x="2162884" y="1384349"/>
                </a:lnTo>
                <a:lnTo>
                  <a:pt x="2161026" y="1396126"/>
                </a:lnTo>
                <a:lnTo>
                  <a:pt x="2153693" y="1398196"/>
                </a:lnTo>
                <a:lnTo>
                  <a:pt x="2148631" y="1399332"/>
                </a:lnTo>
                <a:lnTo>
                  <a:pt x="2146836" y="1399953"/>
                </a:lnTo>
                <a:lnTo>
                  <a:pt x="2143046" y="1405631"/>
                </a:lnTo>
                <a:lnTo>
                  <a:pt x="2139587" y="1410681"/>
                </a:lnTo>
                <a:lnTo>
                  <a:pt x="2134950" y="1415615"/>
                </a:lnTo>
                <a:lnTo>
                  <a:pt x="2129644" y="1417640"/>
                </a:lnTo>
                <a:lnTo>
                  <a:pt x="2126077" y="1423211"/>
                </a:lnTo>
                <a:lnTo>
                  <a:pt x="2123513" y="1426336"/>
                </a:lnTo>
                <a:lnTo>
                  <a:pt x="2117078" y="1428728"/>
                </a:lnTo>
                <a:lnTo>
                  <a:pt x="2113963" y="1430926"/>
                </a:lnTo>
                <a:lnTo>
                  <a:pt x="2112447" y="1434572"/>
                </a:lnTo>
                <a:lnTo>
                  <a:pt x="2110907" y="1438340"/>
                </a:lnTo>
                <a:lnTo>
                  <a:pt x="2107460" y="1442712"/>
                </a:lnTo>
                <a:lnTo>
                  <a:pt x="2101172" y="1446547"/>
                </a:lnTo>
                <a:lnTo>
                  <a:pt x="2096059" y="1452291"/>
                </a:lnTo>
                <a:lnTo>
                  <a:pt x="2092737" y="1455718"/>
                </a:lnTo>
                <a:lnTo>
                  <a:pt x="2091555" y="1457610"/>
                </a:lnTo>
                <a:lnTo>
                  <a:pt x="2091118" y="1463742"/>
                </a:lnTo>
                <a:lnTo>
                  <a:pt x="2091419" y="1469034"/>
                </a:lnTo>
                <a:lnTo>
                  <a:pt x="2092616" y="1475871"/>
                </a:lnTo>
                <a:lnTo>
                  <a:pt x="2094332" y="1481398"/>
                </a:lnTo>
                <a:lnTo>
                  <a:pt x="2096618" y="1484230"/>
                </a:lnTo>
                <a:lnTo>
                  <a:pt x="2099947" y="1487897"/>
                </a:lnTo>
                <a:lnTo>
                  <a:pt x="2105054" y="1493373"/>
                </a:lnTo>
                <a:lnTo>
                  <a:pt x="2109686" y="1498809"/>
                </a:lnTo>
                <a:lnTo>
                  <a:pt x="2114336" y="1504441"/>
                </a:lnTo>
                <a:lnTo>
                  <a:pt x="2119287" y="1509656"/>
                </a:lnTo>
                <a:lnTo>
                  <a:pt x="2122957" y="1514865"/>
                </a:lnTo>
                <a:lnTo>
                  <a:pt x="2127737" y="1522680"/>
                </a:lnTo>
                <a:lnTo>
                  <a:pt x="2131134" y="1528516"/>
                </a:lnTo>
                <a:lnTo>
                  <a:pt x="2133886" y="1533453"/>
                </a:lnTo>
                <a:lnTo>
                  <a:pt x="2136743" y="1539541"/>
                </a:lnTo>
                <a:lnTo>
                  <a:pt x="2137344" y="1543881"/>
                </a:lnTo>
                <a:lnTo>
                  <a:pt x="2136680" y="1546518"/>
                </a:lnTo>
                <a:lnTo>
                  <a:pt x="2135348" y="1549333"/>
                </a:lnTo>
                <a:lnTo>
                  <a:pt x="2132829" y="1552406"/>
                </a:lnTo>
                <a:lnTo>
                  <a:pt x="2130742" y="1555045"/>
                </a:lnTo>
                <a:lnTo>
                  <a:pt x="2128891" y="1558484"/>
                </a:lnTo>
                <a:lnTo>
                  <a:pt x="2128655" y="1560248"/>
                </a:lnTo>
                <a:lnTo>
                  <a:pt x="2131429" y="1565532"/>
                </a:lnTo>
                <a:lnTo>
                  <a:pt x="2135593" y="1566198"/>
                </a:lnTo>
                <a:lnTo>
                  <a:pt x="2148849" y="1568344"/>
                </a:lnTo>
                <a:lnTo>
                  <a:pt x="2152116" y="1570539"/>
                </a:lnTo>
                <a:lnTo>
                  <a:pt x="2162900" y="1580251"/>
                </a:lnTo>
                <a:lnTo>
                  <a:pt x="2176325" y="1585235"/>
                </a:lnTo>
                <a:lnTo>
                  <a:pt x="2189458" y="1594961"/>
                </a:lnTo>
                <a:lnTo>
                  <a:pt x="2195659" y="1579591"/>
                </a:lnTo>
                <a:lnTo>
                  <a:pt x="2202683" y="1566908"/>
                </a:lnTo>
                <a:lnTo>
                  <a:pt x="2213607" y="1560135"/>
                </a:lnTo>
                <a:lnTo>
                  <a:pt x="2215373" y="1550999"/>
                </a:lnTo>
                <a:lnTo>
                  <a:pt x="2226458" y="1552075"/>
                </a:lnTo>
                <a:lnTo>
                  <a:pt x="2227823" y="1541594"/>
                </a:lnTo>
                <a:lnTo>
                  <a:pt x="2222465" y="1499644"/>
                </a:lnTo>
                <a:lnTo>
                  <a:pt x="2240677" y="1498568"/>
                </a:lnTo>
                <a:lnTo>
                  <a:pt x="2253115" y="1492267"/>
                </a:lnTo>
                <a:lnTo>
                  <a:pt x="2266402" y="1493693"/>
                </a:lnTo>
                <a:lnTo>
                  <a:pt x="2276358" y="1493766"/>
                </a:lnTo>
                <a:lnTo>
                  <a:pt x="2283756" y="1491772"/>
                </a:lnTo>
                <a:lnTo>
                  <a:pt x="2284254" y="1482495"/>
                </a:lnTo>
                <a:lnTo>
                  <a:pt x="2263195" y="1453574"/>
                </a:lnTo>
                <a:lnTo>
                  <a:pt x="2251850" y="1434742"/>
                </a:lnTo>
                <a:lnTo>
                  <a:pt x="2248980" y="1416450"/>
                </a:lnTo>
                <a:lnTo>
                  <a:pt x="2253779" y="1412701"/>
                </a:lnTo>
                <a:lnTo>
                  <a:pt x="2253409" y="1405876"/>
                </a:lnTo>
                <a:lnTo>
                  <a:pt x="2244748" y="1381837"/>
                </a:lnTo>
                <a:lnTo>
                  <a:pt x="2251892" y="1353845"/>
                </a:lnTo>
                <a:lnTo>
                  <a:pt x="2265163" y="1339868"/>
                </a:lnTo>
                <a:lnTo>
                  <a:pt x="2278372" y="1345456"/>
                </a:lnTo>
                <a:lnTo>
                  <a:pt x="2287391" y="1348934"/>
                </a:lnTo>
                <a:lnTo>
                  <a:pt x="2303492" y="1354500"/>
                </a:lnTo>
                <a:lnTo>
                  <a:pt x="2325918" y="1358089"/>
                </a:lnTo>
                <a:lnTo>
                  <a:pt x="2335843" y="1361613"/>
                </a:lnTo>
                <a:lnTo>
                  <a:pt x="2339825" y="1367133"/>
                </a:lnTo>
                <a:lnTo>
                  <a:pt x="2343023" y="1377383"/>
                </a:lnTo>
                <a:lnTo>
                  <a:pt x="2347652" y="1383408"/>
                </a:lnTo>
                <a:lnTo>
                  <a:pt x="2359771" y="1388153"/>
                </a:lnTo>
                <a:lnTo>
                  <a:pt x="2372309" y="1383272"/>
                </a:lnTo>
                <a:lnTo>
                  <a:pt x="2381885" y="1380619"/>
                </a:lnTo>
                <a:lnTo>
                  <a:pt x="2398294" y="1381501"/>
                </a:lnTo>
                <a:lnTo>
                  <a:pt x="2423976" y="1381865"/>
                </a:lnTo>
                <a:lnTo>
                  <a:pt x="2449554" y="1373513"/>
                </a:lnTo>
                <a:lnTo>
                  <a:pt x="2461317" y="1366338"/>
                </a:lnTo>
                <a:lnTo>
                  <a:pt x="2469658" y="1363314"/>
                </a:lnTo>
                <a:lnTo>
                  <a:pt x="2476272" y="1361315"/>
                </a:lnTo>
                <a:lnTo>
                  <a:pt x="2505992" y="1355816"/>
                </a:lnTo>
                <a:lnTo>
                  <a:pt x="2526237" y="1347261"/>
                </a:lnTo>
                <a:lnTo>
                  <a:pt x="2538542" y="1339910"/>
                </a:lnTo>
                <a:lnTo>
                  <a:pt x="2552260" y="1332186"/>
                </a:lnTo>
                <a:lnTo>
                  <a:pt x="2567209" y="1324217"/>
                </a:lnTo>
                <a:lnTo>
                  <a:pt x="2577396" y="1319432"/>
                </a:lnTo>
                <a:lnTo>
                  <a:pt x="2602606" y="1320846"/>
                </a:lnTo>
                <a:lnTo>
                  <a:pt x="2640798" y="1331093"/>
                </a:lnTo>
                <a:lnTo>
                  <a:pt x="2675969" y="1353219"/>
                </a:lnTo>
                <a:lnTo>
                  <a:pt x="2706508" y="1369550"/>
                </a:lnTo>
                <a:lnTo>
                  <a:pt x="2732757" y="1368492"/>
                </a:lnTo>
                <a:lnTo>
                  <a:pt x="2756905" y="1368161"/>
                </a:lnTo>
                <a:lnTo>
                  <a:pt x="2793322" y="1374914"/>
                </a:lnTo>
                <a:lnTo>
                  <a:pt x="2814410" y="1372304"/>
                </a:lnTo>
                <a:lnTo>
                  <a:pt x="2834980" y="1367723"/>
                </a:lnTo>
                <a:lnTo>
                  <a:pt x="2865922" y="1360599"/>
                </a:lnTo>
                <a:lnTo>
                  <a:pt x="2887200" y="1355137"/>
                </a:lnTo>
                <a:lnTo>
                  <a:pt x="2905798" y="1349276"/>
                </a:lnTo>
                <a:lnTo>
                  <a:pt x="2930468" y="1343101"/>
                </a:lnTo>
                <a:lnTo>
                  <a:pt x="2949247" y="1332814"/>
                </a:lnTo>
                <a:lnTo>
                  <a:pt x="2967956" y="1320490"/>
                </a:lnTo>
                <a:lnTo>
                  <a:pt x="2986582" y="1309192"/>
                </a:lnTo>
                <a:lnTo>
                  <a:pt x="2989796" y="1307873"/>
                </a:lnTo>
                <a:lnTo>
                  <a:pt x="2993636" y="1306107"/>
                </a:lnTo>
                <a:lnTo>
                  <a:pt x="3007008" y="1299427"/>
                </a:lnTo>
                <a:lnTo>
                  <a:pt x="3012575" y="1296553"/>
                </a:lnTo>
                <a:lnTo>
                  <a:pt x="3015609" y="1294635"/>
                </a:lnTo>
                <a:lnTo>
                  <a:pt x="3024165" y="1281482"/>
                </a:lnTo>
                <a:lnTo>
                  <a:pt x="3037708" y="1276320"/>
                </a:lnTo>
                <a:lnTo>
                  <a:pt x="3054336" y="1273041"/>
                </a:lnTo>
                <a:lnTo>
                  <a:pt x="3091684" y="1251814"/>
                </a:lnTo>
                <a:lnTo>
                  <a:pt x="3100231" y="1248109"/>
                </a:lnTo>
                <a:lnTo>
                  <a:pt x="3111047" y="1246405"/>
                </a:lnTo>
                <a:lnTo>
                  <a:pt x="3174085" y="1249474"/>
                </a:lnTo>
                <a:lnTo>
                  <a:pt x="3193329" y="1252902"/>
                </a:lnTo>
                <a:lnTo>
                  <a:pt x="3207693" y="1255044"/>
                </a:lnTo>
                <a:lnTo>
                  <a:pt x="3221048" y="1249722"/>
                </a:lnTo>
                <a:lnTo>
                  <a:pt x="3242568" y="1248850"/>
                </a:lnTo>
                <a:lnTo>
                  <a:pt x="3260991" y="1248991"/>
                </a:lnTo>
                <a:lnTo>
                  <a:pt x="3282064" y="1244564"/>
                </a:lnTo>
                <a:lnTo>
                  <a:pt x="3286556" y="1243269"/>
                </a:lnTo>
                <a:lnTo>
                  <a:pt x="3293385" y="1241003"/>
                </a:lnTo>
                <a:lnTo>
                  <a:pt x="3302174" y="1238209"/>
                </a:lnTo>
                <a:lnTo>
                  <a:pt x="3322911" y="1235149"/>
                </a:lnTo>
                <a:lnTo>
                  <a:pt x="3354478" y="1223287"/>
                </a:lnTo>
                <a:lnTo>
                  <a:pt x="3371450" y="1211626"/>
                </a:lnTo>
                <a:lnTo>
                  <a:pt x="3383275" y="1195370"/>
                </a:lnTo>
                <a:lnTo>
                  <a:pt x="3391548" y="1191081"/>
                </a:lnTo>
                <a:lnTo>
                  <a:pt x="3408671" y="1195036"/>
                </a:lnTo>
                <a:lnTo>
                  <a:pt x="3413660" y="1207205"/>
                </a:lnTo>
                <a:lnTo>
                  <a:pt x="3425138" y="1218709"/>
                </a:lnTo>
                <a:lnTo>
                  <a:pt x="3429202" y="1220908"/>
                </a:lnTo>
                <a:lnTo>
                  <a:pt x="3433078" y="1220687"/>
                </a:lnTo>
                <a:lnTo>
                  <a:pt x="3438929" y="1219596"/>
                </a:lnTo>
                <a:lnTo>
                  <a:pt x="3443604" y="1218490"/>
                </a:lnTo>
                <a:lnTo>
                  <a:pt x="3450911" y="1216577"/>
                </a:lnTo>
                <a:lnTo>
                  <a:pt x="3457966" y="1212915"/>
                </a:lnTo>
                <a:lnTo>
                  <a:pt x="3460700" y="1208955"/>
                </a:lnTo>
                <a:lnTo>
                  <a:pt x="3465187" y="1204965"/>
                </a:lnTo>
                <a:lnTo>
                  <a:pt x="3467584" y="1202179"/>
                </a:lnTo>
                <a:lnTo>
                  <a:pt x="3469329" y="1199298"/>
                </a:lnTo>
                <a:lnTo>
                  <a:pt x="3471580" y="1195476"/>
                </a:lnTo>
                <a:lnTo>
                  <a:pt x="3473473" y="1192047"/>
                </a:lnTo>
                <a:lnTo>
                  <a:pt x="3474924" y="1188877"/>
                </a:lnTo>
                <a:lnTo>
                  <a:pt x="3475938" y="1185676"/>
                </a:lnTo>
                <a:lnTo>
                  <a:pt x="3478452" y="1181272"/>
                </a:lnTo>
                <a:lnTo>
                  <a:pt x="3481265" y="1177405"/>
                </a:lnTo>
                <a:lnTo>
                  <a:pt x="3487606" y="1171480"/>
                </a:lnTo>
                <a:lnTo>
                  <a:pt x="3494119" y="1165974"/>
                </a:lnTo>
                <a:lnTo>
                  <a:pt x="3499199" y="1164389"/>
                </a:lnTo>
                <a:lnTo>
                  <a:pt x="3503473" y="1163985"/>
                </a:lnTo>
                <a:lnTo>
                  <a:pt x="3508035" y="1164807"/>
                </a:lnTo>
                <a:lnTo>
                  <a:pt x="3517756" y="1169207"/>
                </a:lnTo>
                <a:lnTo>
                  <a:pt x="3524353" y="1171396"/>
                </a:lnTo>
                <a:lnTo>
                  <a:pt x="3527447" y="1172611"/>
                </a:lnTo>
                <a:lnTo>
                  <a:pt x="3537173" y="1173230"/>
                </a:lnTo>
                <a:lnTo>
                  <a:pt x="3538430" y="1172582"/>
                </a:lnTo>
                <a:lnTo>
                  <a:pt x="3541270" y="1170628"/>
                </a:lnTo>
                <a:lnTo>
                  <a:pt x="3545863" y="1167647"/>
                </a:lnTo>
                <a:lnTo>
                  <a:pt x="3548311" y="1166599"/>
                </a:lnTo>
                <a:lnTo>
                  <a:pt x="3551370" y="1165031"/>
                </a:lnTo>
                <a:lnTo>
                  <a:pt x="3554078" y="1163481"/>
                </a:lnTo>
                <a:lnTo>
                  <a:pt x="3557146" y="1162261"/>
                </a:lnTo>
                <a:lnTo>
                  <a:pt x="3561972" y="1160015"/>
                </a:lnTo>
                <a:lnTo>
                  <a:pt x="3566659" y="1157517"/>
                </a:lnTo>
                <a:lnTo>
                  <a:pt x="3570200" y="1157543"/>
                </a:lnTo>
                <a:lnTo>
                  <a:pt x="3573993" y="1157372"/>
                </a:lnTo>
                <a:lnTo>
                  <a:pt x="3577814" y="1157561"/>
                </a:lnTo>
                <a:lnTo>
                  <a:pt x="3582224" y="1158478"/>
                </a:lnTo>
                <a:lnTo>
                  <a:pt x="3586053" y="1159159"/>
                </a:lnTo>
                <a:lnTo>
                  <a:pt x="3590574" y="1159867"/>
                </a:lnTo>
                <a:lnTo>
                  <a:pt x="3594634" y="1162515"/>
                </a:lnTo>
                <a:lnTo>
                  <a:pt x="3600006" y="1164203"/>
                </a:lnTo>
                <a:lnTo>
                  <a:pt x="3605050" y="1165359"/>
                </a:lnTo>
                <a:lnTo>
                  <a:pt x="3610110" y="1166359"/>
                </a:lnTo>
                <a:lnTo>
                  <a:pt x="3615692" y="1166731"/>
                </a:lnTo>
                <a:lnTo>
                  <a:pt x="3620503" y="1166790"/>
                </a:lnTo>
                <a:lnTo>
                  <a:pt x="3627264" y="1167798"/>
                </a:lnTo>
                <a:lnTo>
                  <a:pt x="3631934" y="1169600"/>
                </a:lnTo>
                <a:lnTo>
                  <a:pt x="3636474" y="1171329"/>
                </a:lnTo>
                <a:lnTo>
                  <a:pt x="3639673" y="1173328"/>
                </a:lnTo>
                <a:lnTo>
                  <a:pt x="3645884" y="1176170"/>
                </a:lnTo>
                <a:lnTo>
                  <a:pt x="3652832" y="1178393"/>
                </a:lnTo>
                <a:lnTo>
                  <a:pt x="3656780" y="1180144"/>
                </a:lnTo>
                <a:lnTo>
                  <a:pt x="3663280" y="1182068"/>
                </a:lnTo>
                <a:lnTo>
                  <a:pt x="3672402" y="1183359"/>
                </a:lnTo>
                <a:lnTo>
                  <a:pt x="3678975" y="1183629"/>
                </a:lnTo>
                <a:lnTo>
                  <a:pt x="3682691" y="1183486"/>
                </a:lnTo>
                <a:lnTo>
                  <a:pt x="3691083" y="1183054"/>
                </a:lnTo>
                <a:lnTo>
                  <a:pt x="3698896" y="1182744"/>
                </a:lnTo>
                <a:lnTo>
                  <a:pt x="3706272" y="1182635"/>
                </a:lnTo>
                <a:lnTo>
                  <a:pt x="3710975" y="1182573"/>
                </a:lnTo>
                <a:lnTo>
                  <a:pt x="3714957" y="1182009"/>
                </a:lnTo>
                <a:lnTo>
                  <a:pt x="3720489" y="1181524"/>
                </a:lnTo>
                <a:lnTo>
                  <a:pt x="3726191" y="1183058"/>
                </a:lnTo>
                <a:lnTo>
                  <a:pt x="3731862" y="1183381"/>
                </a:lnTo>
                <a:lnTo>
                  <a:pt x="3737298" y="1182748"/>
                </a:lnTo>
                <a:lnTo>
                  <a:pt x="3744250" y="1179176"/>
                </a:lnTo>
                <a:lnTo>
                  <a:pt x="3748696" y="1174233"/>
                </a:lnTo>
                <a:lnTo>
                  <a:pt x="3751659" y="1170958"/>
                </a:lnTo>
                <a:lnTo>
                  <a:pt x="3753580" y="1168347"/>
                </a:lnTo>
                <a:lnTo>
                  <a:pt x="3758745" y="1163926"/>
                </a:lnTo>
                <a:lnTo>
                  <a:pt x="3764081" y="1160800"/>
                </a:lnTo>
                <a:lnTo>
                  <a:pt x="3770200" y="1157139"/>
                </a:lnTo>
                <a:lnTo>
                  <a:pt x="3773783" y="1156142"/>
                </a:lnTo>
                <a:lnTo>
                  <a:pt x="3777784" y="1155615"/>
                </a:lnTo>
                <a:lnTo>
                  <a:pt x="3783009" y="1155273"/>
                </a:lnTo>
                <a:lnTo>
                  <a:pt x="3787381" y="1157597"/>
                </a:lnTo>
                <a:lnTo>
                  <a:pt x="3790704" y="1159166"/>
                </a:lnTo>
                <a:lnTo>
                  <a:pt x="3793633" y="1160368"/>
                </a:lnTo>
                <a:lnTo>
                  <a:pt x="3797576" y="1161832"/>
                </a:lnTo>
                <a:lnTo>
                  <a:pt x="3800770" y="1162923"/>
                </a:lnTo>
                <a:lnTo>
                  <a:pt x="3805460" y="1164555"/>
                </a:lnTo>
                <a:lnTo>
                  <a:pt x="3807398" y="1165326"/>
                </a:lnTo>
                <a:lnTo>
                  <a:pt x="3809675" y="1167151"/>
                </a:lnTo>
                <a:lnTo>
                  <a:pt x="3813448" y="1171215"/>
                </a:lnTo>
                <a:lnTo>
                  <a:pt x="3815581" y="1175349"/>
                </a:lnTo>
                <a:lnTo>
                  <a:pt x="3816886" y="1180004"/>
                </a:lnTo>
                <a:lnTo>
                  <a:pt x="3817280" y="1184064"/>
                </a:lnTo>
                <a:lnTo>
                  <a:pt x="3816587" y="1189008"/>
                </a:lnTo>
                <a:lnTo>
                  <a:pt x="3815452" y="1192343"/>
                </a:lnTo>
                <a:lnTo>
                  <a:pt x="3814195" y="1195003"/>
                </a:lnTo>
                <a:lnTo>
                  <a:pt x="3811999" y="1197836"/>
                </a:lnTo>
                <a:lnTo>
                  <a:pt x="3811029" y="1202178"/>
                </a:lnTo>
                <a:lnTo>
                  <a:pt x="3811441" y="1207668"/>
                </a:lnTo>
                <a:lnTo>
                  <a:pt x="3813064" y="1212245"/>
                </a:lnTo>
                <a:lnTo>
                  <a:pt x="3815102" y="1216766"/>
                </a:lnTo>
                <a:lnTo>
                  <a:pt x="3816987" y="1219562"/>
                </a:lnTo>
                <a:lnTo>
                  <a:pt x="3818554" y="1220699"/>
                </a:lnTo>
                <a:lnTo>
                  <a:pt x="3822997" y="1221230"/>
                </a:lnTo>
                <a:lnTo>
                  <a:pt x="3828934" y="1220137"/>
                </a:lnTo>
                <a:lnTo>
                  <a:pt x="3834802" y="1217340"/>
                </a:lnTo>
                <a:lnTo>
                  <a:pt x="3840272" y="1214508"/>
                </a:lnTo>
                <a:lnTo>
                  <a:pt x="3845875" y="1210893"/>
                </a:lnTo>
                <a:lnTo>
                  <a:pt x="3850849" y="1207149"/>
                </a:lnTo>
                <a:lnTo>
                  <a:pt x="3856807" y="1203495"/>
                </a:lnTo>
                <a:lnTo>
                  <a:pt x="3862474" y="1200342"/>
                </a:lnTo>
                <a:lnTo>
                  <a:pt x="3866567" y="1196341"/>
                </a:lnTo>
                <a:lnTo>
                  <a:pt x="3871885" y="1191850"/>
                </a:lnTo>
                <a:lnTo>
                  <a:pt x="3878277" y="1186848"/>
                </a:lnTo>
                <a:lnTo>
                  <a:pt x="3883079" y="1183829"/>
                </a:lnTo>
                <a:lnTo>
                  <a:pt x="3888443" y="1182289"/>
                </a:lnTo>
                <a:lnTo>
                  <a:pt x="3894230" y="1181776"/>
                </a:lnTo>
                <a:lnTo>
                  <a:pt x="3900846" y="1181714"/>
                </a:lnTo>
                <a:lnTo>
                  <a:pt x="3907980" y="1182064"/>
                </a:lnTo>
                <a:lnTo>
                  <a:pt x="3914653" y="1182573"/>
                </a:lnTo>
                <a:lnTo>
                  <a:pt x="3921541" y="1183743"/>
                </a:lnTo>
                <a:lnTo>
                  <a:pt x="3927866" y="1184305"/>
                </a:lnTo>
                <a:lnTo>
                  <a:pt x="3925436" y="1175379"/>
                </a:lnTo>
                <a:lnTo>
                  <a:pt x="3925459" y="1169402"/>
                </a:lnTo>
                <a:lnTo>
                  <a:pt x="3927745" y="1164025"/>
                </a:lnTo>
                <a:lnTo>
                  <a:pt x="3926715" y="1153974"/>
                </a:lnTo>
                <a:lnTo>
                  <a:pt x="3924575" y="1146767"/>
                </a:lnTo>
                <a:lnTo>
                  <a:pt x="3916728" y="1139111"/>
                </a:lnTo>
                <a:lnTo>
                  <a:pt x="3906340" y="1131205"/>
                </a:lnTo>
                <a:lnTo>
                  <a:pt x="3898006" y="1125074"/>
                </a:lnTo>
                <a:lnTo>
                  <a:pt x="3886879" y="1119391"/>
                </a:lnTo>
                <a:lnTo>
                  <a:pt x="3874939" y="1107214"/>
                </a:lnTo>
                <a:lnTo>
                  <a:pt x="3871328" y="1091169"/>
                </a:lnTo>
                <a:lnTo>
                  <a:pt x="3864725" y="1075973"/>
                </a:lnTo>
                <a:lnTo>
                  <a:pt x="3862012" y="1067311"/>
                </a:lnTo>
                <a:lnTo>
                  <a:pt x="3860190" y="1059054"/>
                </a:lnTo>
                <a:lnTo>
                  <a:pt x="3861971" y="1047768"/>
                </a:lnTo>
                <a:lnTo>
                  <a:pt x="3856802" y="1038125"/>
                </a:lnTo>
                <a:lnTo>
                  <a:pt x="3843603" y="1031146"/>
                </a:lnTo>
                <a:lnTo>
                  <a:pt x="3812333" y="1023934"/>
                </a:lnTo>
                <a:lnTo>
                  <a:pt x="3812259" y="1023845"/>
                </a:lnTo>
                <a:lnTo>
                  <a:pt x="3810381" y="1020445"/>
                </a:lnTo>
                <a:lnTo>
                  <a:pt x="3802789" y="1010167"/>
                </a:lnTo>
                <a:lnTo>
                  <a:pt x="3788966" y="1009745"/>
                </a:lnTo>
                <a:lnTo>
                  <a:pt x="3772825" y="1005443"/>
                </a:lnTo>
                <a:lnTo>
                  <a:pt x="3772578" y="990532"/>
                </a:lnTo>
                <a:lnTo>
                  <a:pt x="3781666" y="967117"/>
                </a:lnTo>
                <a:lnTo>
                  <a:pt x="3785530" y="950064"/>
                </a:lnTo>
                <a:lnTo>
                  <a:pt x="3786602" y="942197"/>
                </a:lnTo>
                <a:lnTo>
                  <a:pt x="3788467" y="934717"/>
                </a:lnTo>
                <a:lnTo>
                  <a:pt x="3787344" y="916298"/>
                </a:lnTo>
                <a:lnTo>
                  <a:pt x="3794646" y="903524"/>
                </a:lnTo>
                <a:lnTo>
                  <a:pt x="3801716" y="892004"/>
                </a:lnTo>
                <a:lnTo>
                  <a:pt x="3788225" y="882112"/>
                </a:lnTo>
                <a:lnTo>
                  <a:pt x="3776731" y="883049"/>
                </a:lnTo>
                <a:lnTo>
                  <a:pt x="3763574" y="881351"/>
                </a:lnTo>
                <a:lnTo>
                  <a:pt x="3757768" y="867047"/>
                </a:lnTo>
                <a:lnTo>
                  <a:pt x="3751598" y="842739"/>
                </a:lnTo>
                <a:lnTo>
                  <a:pt x="3744971" y="820998"/>
                </a:lnTo>
                <a:lnTo>
                  <a:pt x="3734194" y="800863"/>
                </a:lnTo>
                <a:lnTo>
                  <a:pt x="3731682" y="781010"/>
                </a:lnTo>
                <a:lnTo>
                  <a:pt x="3715527" y="759044"/>
                </a:lnTo>
                <a:lnTo>
                  <a:pt x="3705567" y="746417"/>
                </a:lnTo>
                <a:lnTo>
                  <a:pt x="3702403" y="740581"/>
                </a:lnTo>
                <a:lnTo>
                  <a:pt x="3697246" y="731982"/>
                </a:lnTo>
                <a:lnTo>
                  <a:pt x="3693985" y="708781"/>
                </a:lnTo>
                <a:lnTo>
                  <a:pt x="3691518" y="694846"/>
                </a:lnTo>
                <a:lnTo>
                  <a:pt x="3673484" y="679728"/>
                </a:lnTo>
                <a:lnTo>
                  <a:pt x="3666472" y="665170"/>
                </a:lnTo>
                <a:lnTo>
                  <a:pt x="3656468" y="646711"/>
                </a:lnTo>
                <a:lnTo>
                  <a:pt x="3646399" y="630762"/>
                </a:lnTo>
                <a:lnTo>
                  <a:pt x="3648930" y="627628"/>
                </a:lnTo>
                <a:lnTo>
                  <a:pt x="3650754" y="626311"/>
                </a:lnTo>
                <a:lnTo>
                  <a:pt x="3658584" y="621914"/>
                </a:lnTo>
                <a:lnTo>
                  <a:pt x="3668548" y="623048"/>
                </a:lnTo>
                <a:lnTo>
                  <a:pt x="3676746" y="623800"/>
                </a:lnTo>
                <a:lnTo>
                  <a:pt x="3685218" y="620038"/>
                </a:lnTo>
                <a:lnTo>
                  <a:pt x="3699902" y="621625"/>
                </a:lnTo>
                <a:lnTo>
                  <a:pt x="3708945" y="622858"/>
                </a:lnTo>
                <a:lnTo>
                  <a:pt x="3715935" y="612974"/>
                </a:lnTo>
                <a:lnTo>
                  <a:pt x="3715363" y="584356"/>
                </a:lnTo>
                <a:lnTo>
                  <a:pt x="3717827" y="567324"/>
                </a:lnTo>
                <a:lnTo>
                  <a:pt x="3715584" y="550802"/>
                </a:lnTo>
                <a:lnTo>
                  <a:pt x="3718435" y="542793"/>
                </a:lnTo>
                <a:lnTo>
                  <a:pt x="3723508" y="537351"/>
                </a:lnTo>
                <a:lnTo>
                  <a:pt x="3743251" y="542554"/>
                </a:lnTo>
                <a:lnTo>
                  <a:pt x="3757098" y="548792"/>
                </a:lnTo>
                <a:lnTo>
                  <a:pt x="3765808" y="551525"/>
                </a:lnTo>
                <a:lnTo>
                  <a:pt x="3779653" y="557902"/>
                </a:lnTo>
                <a:lnTo>
                  <a:pt x="3776037" y="547610"/>
                </a:lnTo>
                <a:lnTo>
                  <a:pt x="3771825" y="541183"/>
                </a:lnTo>
                <a:lnTo>
                  <a:pt x="3761379" y="531492"/>
                </a:lnTo>
                <a:lnTo>
                  <a:pt x="3752721" y="526346"/>
                </a:lnTo>
                <a:lnTo>
                  <a:pt x="3748381" y="523647"/>
                </a:lnTo>
                <a:lnTo>
                  <a:pt x="3735804" y="513717"/>
                </a:lnTo>
                <a:lnTo>
                  <a:pt x="3714560" y="498397"/>
                </a:lnTo>
                <a:lnTo>
                  <a:pt x="3698100" y="485704"/>
                </a:lnTo>
                <a:lnTo>
                  <a:pt x="3662312" y="463081"/>
                </a:lnTo>
                <a:lnTo>
                  <a:pt x="3646565" y="458326"/>
                </a:lnTo>
                <a:lnTo>
                  <a:pt x="3633568" y="456080"/>
                </a:lnTo>
                <a:lnTo>
                  <a:pt x="3611152" y="458747"/>
                </a:lnTo>
                <a:lnTo>
                  <a:pt x="3596695" y="460279"/>
                </a:lnTo>
                <a:lnTo>
                  <a:pt x="3585793" y="462622"/>
                </a:lnTo>
                <a:lnTo>
                  <a:pt x="3577336" y="462237"/>
                </a:lnTo>
                <a:lnTo>
                  <a:pt x="3567851" y="461054"/>
                </a:lnTo>
                <a:lnTo>
                  <a:pt x="3557841" y="458029"/>
                </a:lnTo>
                <a:lnTo>
                  <a:pt x="3541477" y="450895"/>
                </a:lnTo>
                <a:lnTo>
                  <a:pt x="3528222" y="447910"/>
                </a:lnTo>
                <a:lnTo>
                  <a:pt x="3519529" y="445421"/>
                </a:lnTo>
                <a:lnTo>
                  <a:pt x="3515321" y="425116"/>
                </a:lnTo>
                <a:lnTo>
                  <a:pt x="3513504" y="417470"/>
                </a:lnTo>
                <a:lnTo>
                  <a:pt x="3509605" y="411128"/>
                </a:lnTo>
                <a:lnTo>
                  <a:pt x="3496752" y="398965"/>
                </a:lnTo>
                <a:lnTo>
                  <a:pt x="3494916" y="386220"/>
                </a:lnTo>
                <a:lnTo>
                  <a:pt x="3490077" y="375099"/>
                </a:lnTo>
                <a:lnTo>
                  <a:pt x="3481020" y="357932"/>
                </a:lnTo>
                <a:lnTo>
                  <a:pt x="3490723" y="344008"/>
                </a:lnTo>
                <a:lnTo>
                  <a:pt x="3500429" y="306203"/>
                </a:lnTo>
                <a:lnTo>
                  <a:pt x="3495682" y="286419"/>
                </a:lnTo>
                <a:lnTo>
                  <a:pt x="3490733" y="275054"/>
                </a:lnTo>
                <a:lnTo>
                  <a:pt x="3483606" y="263663"/>
                </a:lnTo>
                <a:lnTo>
                  <a:pt x="3472123" y="241192"/>
                </a:lnTo>
                <a:lnTo>
                  <a:pt x="3463350" y="237776"/>
                </a:lnTo>
                <a:lnTo>
                  <a:pt x="3440254" y="231612"/>
                </a:lnTo>
                <a:lnTo>
                  <a:pt x="3423068" y="199233"/>
                </a:lnTo>
                <a:lnTo>
                  <a:pt x="3413724" y="185237"/>
                </a:lnTo>
              </a:path>
            </a:pathLst>
          </a:custGeom>
          <a:noFill/>
          <a:ln w="44450">
            <a:solidFill>
              <a:srgbClr val="FFFFFF"/>
            </a:solidFill>
          </a:ln>
        </p:spPr>
        <p:txBody>
          <a:bodyPr rtlCol="0" anchor="ctr"/>
          <a:lstStyle/>
          <a:p>
            <a:pPr algn="ctr"/>
          </a:p>
        </p:txBody>
      </p:sp>
      <p:sp>
        <p:nvSpPr>
          <p:cNvPr id="8" name="Freeform 7"/>
          <p:cNvSpPr/>
          <p:nvPr/>
        </p:nvSpPr>
        <p:spPr>
          <a:xfrm>
            <a:off x="1270472" y="2348544"/>
            <a:ext cx="3927866" cy="1594961"/>
          </a:xfrm>
          <a:custGeom>
            <a:avLst/>
            <a:gdLst/>
            <a:ahLst/>
            <a:cxnLst/>
            <a:rect l="l" t="t" r="r" b="b"/>
            <a:pathLst>
              <a:path w="3927866" h="1594961">
                <a:moveTo>
                  <a:pt x="3413724" y="185237"/>
                </a:moveTo>
                <a:lnTo>
                  <a:pt x="3389479" y="183063"/>
                </a:lnTo>
                <a:lnTo>
                  <a:pt x="3372572" y="180112"/>
                </a:lnTo>
                <a:lnTo>
                  <a:pt x="3357158" y="155378"/>
                </a:lnTo>
                <a:lnTo>
                  <a:pt x="3340674" y="147005"/>
                </a:lnTo>
                <a:lnTo>
                  <a:pt x="3326468" y="138771"/>
                </a:lnTo>
                <a:lnTo>
                  <a:pt x="3317710" y="136423"/>
                </a:lnTo>
                <a:lnTo>
                  <a:pt x="3310797" y="129818"/>
                </a:lnTo>
                <a:lnTo>
                  <a:pt x="3302654" y="120728"/>
                </a:lnTo>
                <a:lnTo>
                  <a:pt x="3283199" y="114082"/>
                </a:lnTo>
                <a:lnTo>
                  <a:pt x="3279635" y="109197"/>
                </a:lnTo>
                <a:lnTo>
                  <a:pt x="3273188" y="98430"/>
                </a:lnTo>
                <a:lnTo>
                  <a:pt x="3245058" y="95590"/>
                </a:lnTo>
                <a:lnTo>
                  <a:pt x="3236375" y="96757"/>
                </a:lnTo>
                <a:lnTo>
                  <a:pt x="3228630" y="99532"/>
                </a:lnTo>
                <a:lnTo>
                  <a:pt x="3224326" y="113738"/>
                </a:lnTo>
                <a:lnTo>
                  <a:pt x="3220059" y="118736"/>
                </a:lnTo>
                <a:lnTo>
                  <a:pt x="3216087" y="123581"/>
                </a:lnTo>
                <a:lnTo>
                  <a:pt x="3210526" y="129839"/>
                </a:lnTo>
                <a:lnTo>
                  <a:pt x="3201378" y="130791"/>
                </a:lnTo>
                <a:lnTo>
                  <a:pt x="3190983" y="128002"/>
                </a:lnTo>
                <a:lnTo>
                  <a:pt x="3183122" y="123897"/>
                </a:lnTo>
                <a:lnTo>
                  <a:pt x="3174917" y="122564"/>
                </a:lnTo>
                <a:lnTo>
                  <a:pt x="3164571" y="121023"/>
                </a:lnTo>
                <a:lnTo>
                  <a:pt x="3152494" y="122874"/>
                </a:lnTo>
                <a:lnTo>
                  <a:pt x="3141576" y="122968"/>
                </a:lnTo>
                <a:lnTo>
                  <a:pt x="3132208" y="123338"/>
                </a:lnTo>
                <a:lnTo>
                  <a:pt x="3114254" y="122276"/>
                </a:lnTo>
                <a:lnTo>
                  <a:pt x="3106331" y="126051"/>
                </a:lnTo>
                <a:lnTo>
                  <a:pt x="3095851" y="133666"/>
                </a:lnTo>
                <a:lnTo>
                  <a:pt x="3070463" y="133071"/>
                </a:lnTo>
                <a:lnTo>
                  <a:pt x="3062863" y="127916"/>
                </a:lnTo>
                <a:lnTo>
                  <a:pt x="3055485" y="125973"/>
                </a:lnTo>
                <a:lnTo>
                  <a:pt x="3042351" y="127265"/>
                </a:lnTo>
                <a:lnTo>
                  <a:pt x="3035761" y="125084"/>
                </a:lnTo>
                <a:lnTo>
                  <a:pt x="3029965" y="120836"/>
                </a:lnTo>
                <a:lnTo>
                  <a:pt x="3023936" y="126247"/>
                </a:lnTo>
                <a:lnTo>
                  <a:pt x="3015809" y="135294"/>
                </a:lnTo>
                <a:lnTo>
                  <a:pt x="3010178" y="142406"/>
                </a:lnTo>
                <a:lnTo>
                  <a:pt x="3008573" y="144948"/>
                </a:lnTo>
                <a:lnTo>
                  <a:pt x="3006252" y="150238"/>
                </a:lnTo>
                <a:lnTo>
                  <a:pt x="3002694" y="155489"/>
                </a:lnTo>
                <a:lnTo>
                  <a:pt x="2999621" y="159789"/>
                </a:lnTo>
                <a:lnTo>
                  <a:pt x="2993681" y="162288"/>
                </a:lnTo>
                <a:lnTo>
                  <a:pt x="2989710" y="164184"/>
                </a:lnTo>
                <a:lnTo>
                  <a:pt x="2983942" y="170168"/>
                </a:lnTo>
                <a:lnTo>
                  <a:pt x="2982204" y="174484"/>
                </a:lnTo>
                <a:lnTo>
                  <a:pt x="2981155" y="175978"/>
                </a:lnTo>
                <a:lnTo>
                  <a:pt x="2976625" y="178227"/>
                </a:lnTo>
                <a:lnTo>
                  <a:pt x="2974832" y="179802"/>
                </a:lnTo>
                <a:lnTo>
                  <a:pt x="2972654" y="181931"/>
                </a:lnTo>
                <a:lnTo>
                  <a:pt x="2969937" y="184239"/>
                </a:lnTo>
                <a:lnTo>
                  <a:pt x="2964394" y="186359"/>
                </a:lnTo>
                <a:lnTo>
                  <a:pt x="2959247" y="189204"/>
                </a:lnTo>
                <a:lnTo>
                  <a:pt x="2956725" y="193682"/>
                </a:lnTo>
                <a:lnTo>
                  <a:pt x="2956201" y="197936"/>
                </a:lnTo>
                <a:lnTo>
                  <a:pt x="2954453" y="202310"/>
                </a:lnTo>
                <a:lnTo>
                  <a:pt x="2943771" y="205809"/>
                </a:lnTo>
                <a:lnTo>
                  <a:pt x="2938626" y="207982"/>
                </a:lnTo>
                <a:lnTo>
                  <a:pt x="2933095" y="211569"/>
                </a:lnTo>
                <a:lnTo>
                  <a:pt x="2917770" y="212438"/>
                </a:lnTo>
                <a:lnTo>
                  <a:pt x="2909767" y="213118"/>
                </a:lnTo>
                <a:lnTo>
                  <a:pt x="2903567" y="217149"/>
                </a:lnTo>
                <a:lnTo>
                  <a:pt x="2895098" y="225955"/>
                </a:lnTo>
                <a:lnTo>
                  <a:pt x="2891289" y="234117"/>
                </a:lnTo>
                <a:lnTo>
                  <a:pt x="2890887" y="235768"/>
                </a:lnTo>
                <a:lnTo>
                  <a:pt x="2885788" y="239347"/>
                </a:lnTo>
                <a:lnTo>
                  <a:pt x="2877506" y="243064"/>
                </a:lnTo>
                <a:lnTo>
                  <a:pt x="2871430" y="245653"/>
                </a:lnTo>
                <a:lnTo>
                  <a:pt x="2860859" y="250385"/>
                </a:lnTo>
                <a:lnTo>
                  <a:pt x="2856178" y="253551"/>
                </a:lnTo>
                <a:lnTo>
                  <a:pt x="2850166" y="254884"/>
                </a:lnTo>
                <a:lnTo>
                  <a:pt x="2838879" y="255380"/>
                </a:lnTo>
                <a:lnTo>
                  <a:pt x="2828131" y="261198"/>
                </a:lnTo>
                <a:lnTo>
                  <a:pt x="2824194" y="269809"/>
                </a:lnTo>
                <a:lnTo>
                  <a:pt x="2823088" y="271113"/>
                </a:lnTo>
                <a:lnTo>
                  <a:pt x="2820604" y="270715"/>
                </a:lnTo>
                <a:lnTo>
                  <a:pt x="2817238" y="273698"/>
                </a:lnTo>
                <a:lnTo>
                  <a:pt x="2814219" y="275634"/>
                </a:lnTo>
                <a:lnTo>
                  <a:pt x="2808460" y="277821"/>
                </a:lnTo>
                <a:lnTo>
                  <a:pt x="2799887" y="279560"/>
                </a:lnTo>
                <a:lnTo>
                  <a:pt x="2796390" y="280443"/>
                </a:lnTo>
                <a:lnTo>
                  <a:pt x="2792556" y="282058"/>
                </a:lnTo>
                <a:lnTo>
                  <a:pt x="2790127" y="283923"/>
                </a:lnTo>
                <a:lnTo>
                  <a:pt x="2786161" y="285977"/>
                </a:lnTo>
                <a:lnTo>
                  <a:pt x="2781857" y="287374"/>
                </a:lnTo>
                <a:lnTo>
                  <a:pt x="2776328" y="286259"/>
                </a:lnTo>
                <a:lnTo>
                  <a:pt x="2764144" y="279961"/>
                </a:lnTo>
                <a:lnTo>
                  <a:pt x="2759224" y="277338"/>
                </a:lnTo>
                <a:lnTo>
                  <a:pt x="2753336" y="277021"/>
                </a:lnTo>
                <a:lnTo>
                  <a:pt x="2735570" y="276631"/>
                </a:lnTo>
                <a:lnTo>
                  <a:pt x="2722773" y="275876"/>
                </a:lnTo>
                <a:lnTo>
                  <a:pt x="2713791" y="273730"/>
                </a:lnTo>
                <a:lnTo>
                  <a:pt x="2708220" y="270171"/>
                </a:lnTo>
                <a:lnTo>
                  <a:pt x="2703653" y="268427"/>
                </a:lnTo>
                <a:lnTo>
                  <a:pt x="2694800" y="269796"/>
                </a:lnTo>
                <a:lnTo>
                  <a:pt x="2685511" y="270510"/>
                </a:lnTo>
                <a:lnTo>
                  <a:pt x="2670940" y="269588"/>
                </a:lnTo>
                <a:lnTo>
                  <a:pt x="2665140" y="267115"/>
                </a:lnTo>
                <a:lnTo>
                  <a:pt x="2661953" y="264303"/>
                </a:lnTo>
                <a:lnTo>
                  <a:pt x="2659776" y="261807"/>
                </a:lnTo>
                <a:lnTo>
                  <a:pt x="2656638" y="257785"/>
                </a:lnTo>
                <a:lnTo>
                  <a:pt x="2654415" y="255469"/>
                </a:lnTo>
                <a:lnTo>
                  <a:pt x="2650958" y="252298"/>
                </a:lnTo>
                <a:lnTo>
                  <a:pt x="2646545" y="249380"/>
                </a:lnTo>
                <a:lnTo>
                  <a:pt x="2641795" y="247793"/>
                </a:lnTo>
                <a:lnTo>
                  <a:pt x="2638046" y="246757"/>
                </a:lnTo>
                <a:lnTo>
                  <a:pt x="2631503" y="246908"/>
                </a:lnTo>
                <a:lnTo>
                  <a:pt x="2625960" y="246963"/>
                </a:lnTo>
                <a:lnTo>
                  <a:pt x="2623112" y="247785"/>
                </a:lnTo>
                <a:lnTo>
                  <a:pt x="2620489" y="251264"/>
                </a:lnTo>
                <a:lnTo>
                  <a:pt x="2615859" y="255926"/>
                </a:lnTo>
                <a:lnTo>
                  <a:pt x="2611923" y="259102"/>
                </a:lnTo>
                <a:lnTo>
                  <a:pt x="2609562" y="260497"/>
                </a:lnTo>
                <a:lnTo>
                  <a:pt x="2604000" y="261102"/>
                </a:lnTo>
                <a:lnTo>
                  <a:pt x="2598451" y="261266"/>
                </a:lnTo>
                <a:lnTo>
                  <a:pt x="2592554" y="261298"/>
                </a:lnTo>
                <a:lnTo>
                  <a:pt x="2586965" y="259401"/>
                </a:lnTo>
                <a:lnTo>
                  <a:pt x="2579783" y="258378"/>
                </a:lnTo>
                <a:lnTo>
                  <a:pt x="2572947" y="260222"/>
                </a:lnTo>
                <a:lnTo>
                  <a:pt x="2562589" y="265091"/>
                </a:lnTo>
                <a:lnTo>
                  <a:pt x="2554009" y="267878"/>
                </a:lnTo>
                <a:lnTo>
                  <a:pt x="2549579" y="267456"/>
                </a:lnTo>
                <a:lnTo>
                  <a:pt x="2543406" y="266351"/>
                </a:lnTo>
                <a:lnTo>
                  <a:pt x="2537095" y="268476"/>
                </a:lnTo>
                <a:lnTo>
                  <a:pt x="2530607" y="270480"/>
                </a:lnTo>
                <a:lnTo>
                  <a:pt x="2527098" y="272245"/>
                </a:lnTo>
                <a:lnTo>
                  <a:pt x="2521905" y="275306"/>
                </a:lnTo>
                <a:lnTo>
                  <a:pt x="2513424" y="275220"/>
                </a:lnTo>
                <a:lnTo>
                  <a:pt x="2510450" y="276656"/>
                </a:lnTo>
                <a:lnTo>
                  <a:pt x="2508817" y="280462"/>
                </a:lnTo>
                <a:lnTo>
                  <a:pt x="2502737" y="288495"/>
                </a:lnTo>
                <a:lnTo>
                  <a:pt x="2496065" y="291497"/>
                </a:lnTo>
                <a:lnTo>
                  <a:pt x="2493580" y="289260"/>
                </a:lnTo>
                <a:lnTo>
                  <a:pt x="2487349" y="286952"/>
                </a:lnTo>
                <a:lnTo>
                  <a:pt x="2482702" y="287520"/>
                </a:lnTo>
                <a:lnTo>
                  <a:pt x="2475323" y="292661"/>
                </a:lnTo>
                <a:lnTo>
                  <a:pt x="2470134" y="296152"/>
                </a:lnTo>
                <a:lnTo>
                  <a:pt x="2464753" y="299571"/>
                </a:lnTo>
                <a:lnTo>
                  <a:pt x="2459290" y="301735"/>
                </a:lnTo>
                <a:lnTo>
                  <a:pt x="2454966" y="300318"/>
                </a:lnTo>
                <a:lnTo>
                  <a:pt x="2449483" y="298590"/>
                </a:lnTo>
                <a:lnTo>
                  <a:pt x="2446973" y="300143"/>
                </a:lnTo>
                <a:lnTo>
                  <a:pt x="2441971" y="301185"/>
                </a:lnTo>
                <a:lnTo>
                  <a:pt x="2437828" y="301356"/>
                </a:lnTo>
                <a:lnTo>
                  <a:pt x="2433196" y="300510"/>
                </a:lnTo>
                <a:lnTo>
                  <a:pt x="2425928" y="298108"/>
                </a:lnTo>
                <a:lnTo>
                  <a:pt x="2422618" y="295943"/>
                </a:lnTo>
                <a:lnTo>
                  <a:pt x="2418842" y="294674"/>
                </a:lnTo>
                <a:lnTo>
                  <a:pt x="2413808" y="293729"/>
                </a:lnTo>
                <a:lnTo>
                  <a:pt x="2406837" y="291716"/>
                </a:lnTo>
                <a:lnTo>
                  <a:pt x="2400933" y="290215"/>
                </a:lnTo>
                <a:lnTo>
                  <a:pt x="2396279" y="290843"/>
                </a:lnTo>
                <a:lnTo>
                  <a:pt x="2392000" y="293010"/>
                </a:lnTo>
                <a:lnTo>
                  <a:pt x="2390188" y="291730"/>
                </a:lnTo>
                <a:lnTo>
                  <a:pt x="2384206" y="290647"/>
                </a:lnTo>
                <a:lnTo>
                  <a:pt x="2378073" y="289898"/>
                </a:lnTo>
                <a:lnTo>
                  <a:pt x="2374697" y="290092"/>
                </a:lnTo>
                <a:lnTo>
                  <a:pt x="2368129" y="288964"/>
                </a:lnTo>
                <a:lnTo>
                  <a:pt x="2364313" y="287768"/>
                </a:lnTo>
                <a:lnTo>
                  <a:pt x="2354066" y="285645"/>
                </a:lnTo>
                <a:lnTo>
                  <a:pt x="2345088" y="283860"/>
                </a:lnTo>
                <a:lnTo>
                  <a:pt x="2337464" y="281776"/>
                </a:lnTo>
                <a:lnTo>
                  <a:pt x="2330496" y="278141"/>
                </a:lnTo>
                <a:lnTo>
                  <a:pt x="2325807" y="275223"/>
                </a:lnTo>
                <a:lnTo>
                  <a:pt x="2322470" y="273414"/>
                </a:lnTo>
                <a:lnTo>
                  <a:pt x="2315789" y="269772"/>
                </a:lnTo>
                <a:lnTo>
                  <a:pt x="2313488" y="265342"/>
                </a:lnTo>
                <a:lnTo>
                  <a:pt x="2312583" y="260791"/>
                </a:lnTo>
                <a:lnTo>
                  <a:pt x="2310272" y="253688"/>
                </a:lnTo>
                <a:lnTo>
                  <a:pt x="2307682" y="250983"/>
                </a:lnTo>
                <a:lnTo>
                  <a:pt x="2303324" y="249243"/>
                </a:lnTo>
                <a:lnTo>
                  <a:pt x="2299615" y="249328"/>
                </a:lnTo>
                <a:lnTo>
                  <a:pt x="2295297" y="249065"/>
                </a:lnTo>
                <a:lnTo>
                  <a:pt x="2288094" y="247284"/>
                </a:lnTo>
                <a:lnTo>
                  <a:pt x="2283140" y="248437"/>
                </a:lnTo>
                <a:lnTo>
                  <a:pt x="2280279" y="252863"/>
                </a:lnTo>
                <a:lnTo>
                  <a:pt x="2278306" y="258887"/>
                </a:lnTo>
                <a:lnTo>
                  <a:pt x="2276653" y="264669"/>
                </a:lnTo>
                <a:lnTo>
                  <a:pt x="2272899" y="268059"/>
                </a:lnTo>
                <a:lnTo>
                  <a:pt x="2265229" y="269805"/>
                </a:lnTo>
                <a:lnTo>
                  <a:pt x="2257622" y="267590"/>
                </a:lnTo>
                <a:lnTo>
                  <a:pt x="2255560" y="265519"/>
                </a:lnTo>
                <a:lnTo>
                  <a:pt x="2253957" y="264862"/>
                </a:lnTo>
                <a:lnTo>
                  <a:pt x="2248318" y="263155"/>
                </a:lnTo>
                <a:lnTo>
                  <a:pt x="2245131" y="262940"/>
                </a:lnTo>
                <a:lnTo>
                  <a:pt x="2238935" y="262535"/>
                </a:lnTo>
                <a:lnTo>
                  <a:pt x="2235978" y="260382"/>
                </a:lnTo>
                <a:lnTo>
                  <a:pt x="2233093" y="258312"/>
                </a:lnTo>
                <a:lnTo>
                  <a:pt x="2230412" y="255441"/>
                </a:lnTo>
                <a:lnTo>
                  <a:pt x="2229801" y="254943"/>
                </a:lnTo>
                <a:lnTo>
                  <a:pt x="2228246" y="253755"/>
                </a:lnTo>
                <a:lnTo>
                  <a:pt x="2225320" y="252335"/>
                </a:lnTo>
                <a:lnTo>
                  <a:pt x="2221739" y="251265"/>
                </a:lnTo>
                <a:lnTo>
                  <a:pt x="2218605" y="250094"/>
                </a:lnTo>
                <a:lnTo>
                  <a:pt x="2216333" y="249350"/>
                </a:lnTo>
                <a:lnTo>
                  <a:pt x="2214200" y="247549"/>
                </a:lnTo>
                <a:lnTo>
                  <a:pt x="2212194" y="245683"/>
                </a:lnTo>
                <a:lnTo>
                  <a:pt x="2209947" y="243457"/>
                </a:lnTo>
                <a:lnTo>
                  <a:pt x="2207406" y="242630"/>
                </a:lnTo>
                <a:lnTo>
                  <a:pt x="2205102" y="242841"/>
                </a:lnTo>
                <a:lnTo>
                  <a:pt x="2201915" y="243337"/>
                </a:lnTo>
                <a:lnTo>
                  <a:pt x="2195476" y="243177"/>
                </a:lnTo>
                <a:lnTo>
                  <a:pt x="2192029" y="243783"/>
                </a:lnTo>
                <a:lnTo>
                  <a:pt x="2188947" y="244700"/>
                </a:lnTo>
                <a:lnTo>
                  <a:pt x="2184141" y="244564"/>
                </a:lnTo>
                <a:lnTo>
                  <a:pt x="2178070" y="240766"/>
                </a:lnTo>
                <a:lnTo>
                  <a:pt x="2168130" y="237213"/>
                </a:lnTo>
                <a:lnTo>
                  <a:pt x="2159230" y="230916"/>
                </a:lnTo>
                <a:lnTo>
                  <a:pt x="2154264" y="225703"/>
                </a:lnTo>
                <a:lnTo>
                  <a:pt x="2154329" y="220901"/>
                </a:lnTo>
                <a:lnTo>
                  <a:pt x="2148155" y="214782"/>
                </a:lnTo>
                <a:lnTo>
                  <a:pt x="2141306" y="211208"/>
                </a:lnTo>
                <a:lnTo>
                  <a:pt x="2138157" y="207388"/>
                </a:lnTo>
                <a:lnTo>
                  <a:pt x="2132833" y="204700"/>
                </a:lnTo>
                <a:lnTo>
                  <a:pt x="2127850" y="203248"/>
                </a:lnTo>
                <a:lnTo>
                  <a:pt x="2122941" y="201006"/>
                </a:lnTo>
                <a:lnTo>
                  <a:pt x="2115112" y="195053"/>
                </a:lnTo>
                <a:lnTo>
                  <a:pt x="2108798" y="194451"/>
                </a:lnTo>
                <a:lnTo>
                  <a:pt x="2091755" y="190287"/>
                </a:lnTo>
                <a:lnTo>
                  <a:pt x="2086071" y="188204"/>
                </a:lnTo>
                <a:lnTo>
                  <a:pt x="2080501" y="188309"/>
                </a:lnTo>
                <a:lnTo>
                  <a:pt x="2073604" y="188787"/>
                </a:lnTo>
                <a:lnTo>
                  <a:pt x="2070854" y="190993"/>
                </a:lnTo>
                <a:lnTo>
                  <a:pt x="2068365" y="194578"/>
                </a:lnTo>
                <a:lnTo>
                  <a:pt x="2064451" y="200775"/>
                </a:lnTo>
                <a:lnTo>
                  <a:pt x="2056554" y="210225"/>
                </a:lnTo>
                <a:lnTo>
                  <a:pt x="2048370" y="216127"/>
                </a:lnTo>
                <a:lnTo>
                  <a:pt x="2039974" y="217951"/>
                </a:lnTo>
                <a:lnTo>
                  <a:pt x="2030393" y="213727"/>
                </a:lnTo>
                <a:lnTo>
                  <a:pt x="2025868" y="210982"/>
                </a:lnTo>
                <a:lnTo>
                  <a:pt x="2020319" y="207966"/>
                </a:lnTo>
                <a:lnTo>
                  <a:pt x="2015152" y="202646"/>
                </a:lnTo>
                <a:lnTo>
                  <a:pt x="2007640" y="194836"/>
                </a:lnTo>
                <a:lnTo>
                  <a:pt x="2001472" y="189377"/>
                </a:lnTo>
                <a:lnTo>
                  <a:pt x="1993192" y="183284"/>
                </a:lnTo>
                <a:lnTo>
                  <a:pt x="1985723" y="174732"/>
                </a:lnTo>
                <a:lnTo>
                  <a:pt x="1979823" y="166589"/>
                </a:lnTo>
                <a:lnTo>
                  <a:pt x="1971134" y="155400"/>
                </a:lnTo>
                <a:lnTo>
                  <a:pt x="1969218" y="148617"/>
                </a:lnTo>
                <a:lnTo>
                  <a:pt x="1969763" y="141592"/>
                </a:lnTo>
                <a:lnTo>
                  <a:pt x="1969810" y="130177"/>
                </a:lnTo>
                <a:lnTo>
                  <a:pt x="1968032" y="124759"/>
                </a:lnTo>
                <a:lnTo>
                  <a:pt x="1962981" y="120031"/>
                </a:lnTo>
                <a:lnTo>
                  <a:pt x="1955390" y="112324"/>
                </a:lnTo>
                <a:lnTo>
                  <a:pt x="1952969" y="108614"/>
                </a:lnTo>
                <a:lnTo>
                  <a:pt x="1950116" y="105038"/>
                </a:lnTo>
                <a:lnTo>
                  <a:pt x="1947698" y="103051"/>
                </a:lnTo>
                <a:lnTo>
                  <a:pt x="1944103" y="101531"/>
                </a:lnTo>
                <a:lnTo>
                  <a:pt x="1938766" y="99941"/>
                </a:lnTo>
                <a:lnTo>
                  <a:pt x="1932509" y="98179"/>
                </a:lnTo>
                <a:lnTo>
                  <a:pt x="1929675" y="98782"/>
                </a:lnTo>
                <a:lnTo>
                  <a:pt x="1924875" y="100772"/>
                </a:lnTo>
                <a:lnTo>
                  <a:pt x="1919345" y="104655"/>
                </a:lnTo>
                <a:lnTo>
                  <a:pt x="1915289" y="105976"/>
                </a:lnTo>
                <a:lnTo>
                  <a:pt x="1909317" y="106622"/>
                </a:lnTo>
                <a:lnTo>
                  <a:pt x="1904777" y="108610"/>
                </a:lnTo>
                <a:lnTo>
                  <a:pt x="1901883" y="111091"/>
                </a:lnTo>
                <a:lnTo>
                  <a:pt x="1897357" y="114851"/>
                </a:lnTo>
                <a:lnTo>
                  <a:pt x="1892437" y="114390"/>
                </a:lnTo>
                <a:lnTo>
                  <a:pt x="1888083" y="115225"/>
                </a:lnTo>
                <a:lnTo>
                  <a:pt x="1885904" y="116596"/>
                </a:lnTo>
                <a:lnTo>
                  <a:pt x="1881544" y="119098"/>
                </a:lnTo>
                <a:lnTo>
                  <a:pt x="1877271" y="120395"/>
                </a:lnTo>
                <a:lnTo>
                  <a:pt x="1871662" y="122446"/>
                </a:lnTo>
                <a:lnTo>
                  <a:pt x="1867419" y="122036"/>
                </a:lnTo>
                <a:lnTo>
                  <a:pt x="1860812" y="122344"/>
                </a:lnTo>
                <a:lnTo>
                  <a:pt x="1856373" y="123003"/>
                </a:lnTo>
                <a:lnTo>
                  <a:pt x="1853290" y="123391"/>
                </a:lnTo>
                <a:lnTo>
                  <a:pt x="1849037" y="122159"/>
                </a:lnTo>
                <a:lnTo>
                  <a:pt x="1842734" y="119368"/>
                </a:lnTo>
                <a:lnTo>
                  <a:pt x="1832081" y="115233"/>
                </a:lnTo>
                <a:lnTo>
                  <a:pt x="1823568" y="111668"/>
                </a:lnTo>
                <a:lnTo>
                  <a:pt x="1816298" y="107440"/>
                </a:lnTo>
                <a:lnTo>
                  <a:pt x="1811457" y="105174"/>
                </a:lnTo>
                <a:lnTo>
                  <a:pt x="1803885" y="101525"/>
                </a:lnTo>
                <a:lnTo>
                  <a:pt x="1793744" y="94451"/>
                </a:lnTo>
                <a:lnTo>
                  <a:pt x="1789635" y="90039"/>
                </a:lnTo>
                <a:lnTo>
                  <a:pt x="1786625" y="87821"/>
                </a:lnTo>
                <a:lnTo>
                  <a:pt x="1776000" y="80102"/>
                </a:lnTo>
                <a:lnTo>
                  <a:pt x="1766089" y="70141"/>
                </a:lnTo>
                <a:lnTo>
                  <a:pt x="1761592" y="65171"/>
                </a:lnTo>
                <a:lnTo>
                  <a:pt x="1759321" y="60150"/>
                </a:lnTo>
                <a:lnTo>
                  <a:pt x="1754693" y="52478"/>
                </a:lnTo>
                <a:lnTo>
                  <a:pt x="1752345" y="42274"/>
                </a:lnTo>
                <a:lnTo>
                  <a:pt x="1756339" y="28267"/>
                </a:lnTo>
                <a:lnTo>
                  <a:pt x="1764254" y="22464"/>
                </a:lnTo>
                <a:lnTo>
                  <a:pt x="1765326" y="19450"/>
                </a:lnTo>
                <a:lnTo>
                  <a:pt x="1761820" y="17925"/>
                </a:lnTo>
                <a:lnTo>
                  <a:pt x="1756517" y="19824"/>
                </a:lnTo>
                <a:lnTo>
                  <a:pt x="1751162" y="21137"/>
                </a:lnTo>
                <a:lnTo>
                  <a:pt x="1743230" y="21044"/>
                </a:lnTo>
                <a:lnTo>
                  <a:pt x="1738971" y="9169"/>
                </a:lnTo>
                <a:lnTo>
                  <a:pt x="1734549" y="2183"/>
                </a:lnTo>
                <a:lnTo>
                  <a:pt x="1728910" y="837"/>
                </a:lnTo>
                <a:lnTo>
                  <a:pt x="1719471" y="0"/>
                </a:lnTo>
                <a:lnTo>
                  <a:pt x="1714192" y="3988"/>
                </a:lnTo>
                <a:lnTo>
                  <a:pt x="1714864" y="13879"/>
                </a:lnTo>
                <a:lnTo>
                  <a:pt x="1709037" y="23201"/>
                </a:lnTo>
                <a:lnTo>
                  <a:pt x="1695779" y="31968"/>
                </a:lnTo>
                <a:lnTo>
                  <a:pt x="1679501" y="37313"/>
                </a:lnTo>
                <a:lnTo>
                  <a:pt x="1666579" y="39288"/>
                </a:lnTo>
                <a:lnTo>
                  <a:pt x="1656673" y="38406"/>
                </a:lnTo>
                <a:lnTo>
                  <a:pt x="1641286" y="33957"/>
                </a:lnTo>
                <a:lnTo>
                  <a:pt x="1628574" y="30492"/>
                </a:lnTo>
                <a:lnTo>
                  <a:pt x="1622769" y="31358"/>
                </a:lnTo>
                <a:lnTo>
                  <a:pt x="1610112" y="37725"/>
                </a:lnTo>
                <a:lnTo>
                  <a:pt x="1603055" y="39118"/>
                </a:lnTo>
                <a:lnTo>
                  <a:pt x="1597139" y="39265"/>
                </a:lnTo>
                <a:lnTo>
                  <a:pt x="1588423" y="37894"/>
                </a:lnTo>
                <a:lnTo>
                  <a:pt x="1578724" y="34370"/>
                </a:lnTo>
                <a:lnTo>
                  <a:pt x="1564807" y="30772"/>
                </a:lnTo>
                <a:lnTo>
                  <a:pt x="1558407" y="29193"/>
                </a:lnTo>
                <a:lnTo>
                  <a:pt x="1552345" y="26783"/>
                </a:lnTo>
                <a:lnTo>
                  <a:pt x="1546485" y="27916"/>
                </a:lnTo>
                <a:lnTo>
                  <a:pt x="1542517" y="28221"/>
                </a:lnTo>
                <a:lnTo>
                  <a:pt x="1536642" y="27126"/>
                </a:lnTo>
                <a:lnTo>
                  <a:pt x="1530118" y="24491"/>
                </a:lnTo>
                <a:lnTo>
                  <a:pt x="1525393" y="23846"/>
                </a:lnTo>
                <a:lnTo>
                  <a:pt x="1513468" y="25099"/>
                </a:lnTo>
                <a:lnTo>
                  <a:pt x="1500144" y="24861"/>
                </a:lnTo>
                <a:lnTo>
                  <a:pt x="1494536" y="22822"/>
                </a:lnTo>
                <a:lnTo>
                  <a:pt x="1486261" y="22861"/>
                </a:lnTo>
                <a:lnTo>
                  <a:pt x="1479719" y="22873"/>
                </a:lnTo>
                <a:lnTo>
                  <a:pt x="1475579" y="22437"/>
                </a:lnTo>
                <a:lnTo>
                  <a:pt x="1468989" y="22629"/>
                </a:lnTo>
                <a:lnTo>
                  <a:pt x="1462429" y="21629"/>
                </a:lnTo>
                <a:lnTo>
                  <a:pt x="1455136" y="20230"/>
                </a:lnTo>
                <a:lnTo>
                  <a:pt x="1449603" y="20695"/>
                </a:lnTo>
                <a:lnTo>
                  <a:pt x="1441697" y="19454"/>
                </a:lnTo>
                <a:lnTo>
                  <a:pt x="1432261" y="16439"/>
                </a:lnTo>
                <a:lnTo>
                  <a:pt x="1422887" y="14346"/>
                </a:lnTo>
                <a:lnTo>
                  <a:pt x="1415818" y="12833"/>
                </a:lnTo>
                <a:lnTo>
                  <a:pt x="1410528" y="13221"/>
                </a:lnTo>
                <a:lnTo>
                  <a:pt x="1401286" y="11638"/>
                </a:lnTo>
                <a:lnTo>
                  <a:pt x="1381822" y="20654"/>
                </a:lnTo>
                <a:lnTo>
                  <a:pt x="1344225" y="31469"/>
                </a:lnTo>
                <a:lnTo>
                  <a:pt x="1341365" y="32564"/>
                </a:lnTo>
                <a:lnTo>
                  <a:pt x="1336448" y="35861"/>
                </a:lnTo>
                <a:lnTo>
                  <a:pt x="1331351" y="40019"/>
                </a:lnTo>
                <a:lnTo>
                  <a:pt x="1324877" y="43185"/>
                </a:lnTo>
                <a:lnTo>
                  <a:pt x="1316431" y="45216"/>
                </a:lnTo>
                <a:lnTo>
                  <a:pt x="1300606" y="49529"/>
                </a:lnTo>
                <a:lnTo>
                  <a:pt x="1291842" y="50310"/>
                </a:lnTo>
                <a:lnTo>
                  <a:pt x="1281217" y="50549"/>
                </a:lnTo>
                <a:lnTo>
                  <a:pt x="1277219" y="52131"/>
                </a:lnTo>
                <a:lnTo>
                  <a:pt x="1275933" y="53536"/>
                </a:lnTo>
                <a:lnTo>
                  <a:pt x="1269573" y="55829"/>
                </a:lnTo>
                <a:lnTo>
                  <a:pt x="1258071" y="57484"/>
                </a:lnTo>
                <a:lnTo>
                  <a:pt x="1252770" y="59332"/>
                </a:lnTo>
                <a:lnTo>
                  <a:pt x="1248821" y="60849"/>
                </a:lnTo>
                <a:lnTo>
                  <a:pt x="1243597" y="63167"/>
                </a:lnTo>
                <a:lnTo>
                  <a:pt x="1241088" y="64096"/>
                </a:lnTo>
                <a:lnTo>
                  <a:pt x="1237079" y="65818"/>
                </a:lnTo>
                <a:lnTo>
                  <a:pt x="1231620" y="69007"/>
                </a:lnTo>
                <a:lnTo>
                  <a:pt x="1227144" y="72111"/>
                </a:lnTo>
                <a:lnTo>
                  <a:pt x="1222766" y="74847"/>
                </a:lnTo>
                <a:lnTo>
                  <a:pt x="1216567" y="78208"/>
                </a:lnTo>
                <a:lnTo>
                  <a:pt x="1209840" y="82404"/>
                </a:lnTo>
                <a:lnTo>
                  <a:pt x="1203686" y="86812"/>
                </a:lnTo>
                <a:lnTo>
                  <a:pt x="1189030" y="98692"/>
                </a:lnTo>
                <a:lnTo>
                  <a:pt x="1183407" y="104610"/>
                </a:lnTo>
                <a:lnTo>
                  <a:pt x="1178791" y="112220"/>
                </a:lnTo>
                <a:lnTo>
                  <a:pt x="1167612" y="112824"/>
                </a:lnTo>
                <a:lnTo>
                  <a:pt x="1164420" y="115208"/>
                </a:lnTo>
                <a:lnTo>
                  <a:pt x="1160084" y="119238"/>
                </a:lnTo>
                <a:lnTo>
                  <a:pt x="1156533" y="120778"/>
                </a:lnTo>
                <a:lnTo>
                  <a:pt x="1148323" y="122493"/>
                </a:lnTo>
                <a:lnTo>
                  <a:pt x="1139350" y="124764"/>
                </a:lnTo>
                <a:lnTo>
                  <a:pt x="1136211" y="126126"/>
                </a:lnTo>
                <a:lnTo>
                  <a:pt x="1131397" y="129203"/>
                </a:lnTo>
                <a:lnTo>
                  <a:pt x="1125708" y="132817"/>
                </a:lnTo>
                <a:lnTo>
                  <a:pt x="1121502" y="137256"/>
                </a:lnTo>
                <a:lnTo>
                  <a:pt x="1116277" y="142121"/>
                </a:lnTo>
                <a:lnTo>
                  <a:pt x="1109815" y="144223"/>
                </a:lnTo>
                <a:lnTo>
                  <a:pt x="1105287" y="146028"/>
                </a:lnTo>
                <a:lnTo>
                  <a:pt x="1100888" y="148852"/>
                </a:lnTo>
                <a:lnTo>
                  <a:pt x="1093010" y="156406"/>
                </a:lnTo>
                <a:lnTo>
                  <a:pt x="1088372" y="157360"/>
                </a:lnTo>
                <a:lnTo>
                  <a:pt x="1080164" y="157392"/>
                </a:lnTo>
                <a:lnTo>
                  <a:pt x="1072525" y="161002"/>
                </a:lnTo>
                <a:lnTo>
                  <a:pt x="1064307" y="163323"/>
                </a:lnTo>
                <a:lnTo>
                  <a:pt x="1061644" y="166515"/>
                </a:lnTo>
                <a:lnTo>
                  <a:pt x="1053678" y="171017"/>
                </a:lnTo>
                <a:lnTo>
                  <a:pt x="1049916" y="175319"/>
                </a:lnTo>
                <a:lnTo>
                  <a:pt x="1047812" y="180400"/>
                </a:lnTo>
                <a:lnTo>
                  <a:pt x="1047886" y="196695"/>
                </a:lnTo>
                <a:lnTo>
                  <a:pt x="1045981" y="205140"/>
                </a:lnTo>
                <a:lnTo>
                  <a:pt x="1042033" y="210740"/>
                </a:lnTo>
                <a:lnTo>
                  <a:pt x="1035277" y="217778"/>
                </a:lnTo>
                <a:lnTo>
                  <a:pt x="1031746" y="219464"/>
                </a:lnTo>
                <a:lnTo>
                  <a:pt x="1024682" y="221381"/>
                </a:lnTo>
                <a:lnTo>
                  <a:pt x="1018261" y="222058"/>
                </a:lnTo>
                <a:lnTo>
                  <a:pt x="1013501" y="222760"/>
                </a:lnTo>
                <a:lnTo>
                  <a:pt x="1005105" y="224295"/>
                </a:lnTo>
                <a:lnTo>
                  <a:pt x="984393" y="225138"/>
                </a:lnTo>
                <a:lnTo>
                  <a:pt x="976526" y="225137"/>
                </a:lnTo>
                <a:lnTo>
                  <a:pt x="974108" y="225172"/>
                </a:lnTo>
                <a:lnTo>
                  <a:pt x="971967" y="226487"/>
                </a:lnTo>
                <a:lnTo>
                  <a:pt x="970568" y="226504"/>
                </a:lnTo>
                <a:lnTo>
                  <a:pt x="966365" y="226190"/>
                </a:lnTo>
                <a:lnTo>
                  <a:pt x="962020" y="225808"/>
                </a:lnTo>
                <a:lnTo>
                  <a:pt x="956764" y="225050"/>
                </a:lnTo>
                <a:lnTo>
                  <a:pt x="952063" y="224100"/>
                </a:lnTo>
                <a:lnTo>
                  <a:pt x="946983" y="223158"/>
                </a:lnTo>
                <a:lnTo>
                  <a:pt x="941938" y="221994"/>
                </a:lnTo>
                <a:lnTo>
                  <a:pt x="938224" y="221273"/>
                </a:lnTo>
                <a:lnTo>
                  <a:pt x="932921" y="220668"/>
                </a:lnTo>
                <a:lnTo>
                  <a:pt x="929312" y="220299"/>
                </a:lnTo>
                <a:lnTo>
                  <a:pt x="925013" y="218898"/>
                </a:lnTo>
                <a:lnTo>
                  <a:pt x="919615" y="216348"/>
                </a:lnTo>
                <a:lnTo>
                  <a:pt x="914631" y="214336"/>
                </a:lnTo>
                <a:lnTo>
                  <a:pt x="909932" y="212608"/>
                </a:lnTo>
                <a:lnTo>
                  <a:pt x="901736" y="210426"/>
                </a:lnTo>
                <a:lnTo>
                  <a:pt x="897147" y="209039"/>
                </a:lnTo>
                <a:lnTo>
                  <a:pt x="890287" y="206696"/>
                </a:lnTo>
                <a:lnTo>
                  <a:pt x="876890" y="203253"/>
                </a:lnTo>
                <a:lnTo>
                  <a:pt x="866727" y="200112"/>
                </a:lnTo>
                <a:lnTo>
                  <a:pt x="859024" y="197412"/>
                </a:lnTo>
                <a:lnTo>
                  <a:pt x="853993" y="197897"/>
                </a:lnTo>
                <a:lnTo>
                  <a:pt x="848638" y="197497"/>
                </a:lnTo>
                <a:lnTo>
                  <a:pt x="847098" y="196077"/>
                </a:lnTo>
                <a:lnTo>
                  <a:pt x="846684" y="196263"/>
                </a:lnTo>
                <a:lnTo>
                  <a:pt x="842522" y="192528"/>
                </a:lnTo>
                <a:lnTo>
                  <a:pt x="837014" y="188622"/>
                </a:lnTo>
                <a:lnTo>
                  <a:pt x="831169" y="186716"/>
                </a:lnTo>
                <a:lnTo>
                  <a:pt x="827503" y="185907"/>
                </a:lnTo>
                <a:lnTo>
                  <a:pt x="823690" y="185944"/>
                </a:lnTo>
                <a:lnTo>
                  <a:pt x="820447" y="185503"/>
                </a:lnTo>
                <a:lnTo>
                  <a:pt x="816895" y="185930"/>
                </a:lnTo>
                <a:lnTo>
                  <a:pt x="812527" y="188362"/>
                </a:lnTo>
                <a:lnTo>
                  <a:pt x="811431" y="192181"/>
                </a:lnTo>
                <a:lnTo>
                  <a:pt x="807911" y="195561"/>
                </a:lnTo>
                <a:lnTo>
                  <a:pt x="800876" y="197385"/>
                </a:lnTo>
                <a:lnTo>
                  <a:pt x="784184" y="196389"/>
                </a:lnTo>
                <a:lnTo>
                  <a:pt x="770110" y="195720"/>
                </a:lnTo>
                <a:lnTo>
                  <a:pt x="761740" y="194817"/>
                </a:lnTo>
                <a:lnTo>
                  <a:pt x="755956" y="195073"/>
                </a:lnTo>
                <a:lnTo>
                  <a:pt x="751969" y="195205"/>
                </a:lnTo>
                <a:lnTo>
                  <a:pt x="746974" y="195451"/>
                </a:lnTo>
                <a:lnTo>
                  <a:pt x="744579" y="194391"/>
                </a:lnTo>
                <a:lnTo>
                  <a:pt x="739579" y="193023"/>
                </a:lnTo>
                <a:lnTo>
                  <a:pt x="719135" y="188330"/>
                </a:lnTo>
                <a:lnTo>
                  <a:pt x="711531" y="186224"/>
                </a:lnTo>
                <a:lnTo>
                  <a:pt x="702092" y="182863"/>
                </a:lnTo>
                <a:lnTo>
                  <a:pt x="688946" y="181382"/>
                </a:lnTo>
                <a:lnTo>
                  <a:pt x="683950" y="180402"/>
                </a:lnTo>
                <a:lnTo>
                  <a:pt x="676392" y="177358"/>
                </a:lnTo>
                <a:lnTo>
                  <a:pt x="672958" y="176024"/>
                </a:lnTo>
                <a:lnTo>
                  <a:pt x="668365" y="175225"/>
                </a:lnTo>
                <a:lnTo>
                  <a:pt x="658633" y="173311"/>
                </a:lnTo>
                <a:lnTo>
                  <a:pt x="653328" y="171082"/>
                </a:lnTo>
                <a:lnTo>
                  <a:pt x="648939" y="169312"/>
                </a:lnTo>
                <a:lnTo>
                  <a:pt x="644796" y="168049"/>
                </a:lnTo>
                <a:lnTo>
                  <a:pt x="641169" y="166646"/>
                </a:lnTo>
                <a:lnTo>
                  <a:pt x="636130" y="165937"/>
                </a:lnTo>
                <a:lnTo>
                  <a:pt x="628196" y="164952"/>
                </a:lnTo>
                <a:lnTo>
                  <a:pt x="620291" y="163185"/>
                </a:lnTo>
                <a:lnTo>
                  <a:pt x="616083" y="162156"/>
                </a:lnTo>
                <a:lnTo>
                  <a:pt x="612979" y="160814"/>
                </a:lnTo>
                <a:lnTo>
                  <a:pt x="606635" y="160909"/>
                </a:lnTo>
                <a:lnTo>
                  <a:pt x="602642" y="161331"/>
                </a:lnTo>
                <a:lnTo>
                  <a:pt x="597677" y="162611"/>
                </a:lnTo>
                <a:lnTo>
                  <a:pt x="590944" y="169344"/>
                </a:lnTo>
                <a:lnTo>
                  <a:pt x="589067" y="174473"/>
                </a:lnTo>
                <a:lnTo>
                  <a:pt x="587299" y="181419"/>
                </a:lnTo>
                <a:lnTo>
                  <a:pt x="585514" y="191543"/>
                </a:lnTo>
                <a:lnTo>
                  <a:pt x="582826" y="198370"/>
                </a:lnTo>
                <a:lnTo>
                  <a:pt x="579726" y="202826"/>
                </a:lnTo>
                <a:lnTo>
                  <a:pt x="574918" y="209234"/>
                </a:lnTo>
                <a:lnTo>
                  <a:pt x="573161" y="214569"/>
                </a:lnTo>
                <a:lnTo>
                  <a:pt x="573267" y="220180"/>
                </a:lnTo>
                <a:lnTo>
                  <a:pt x="578033" y="223061"/>
                </a:lnTo>
                <a:lnTo>
                  <a:pt x="583926" y="226573"/>
                </a:lnTo>
                <a:lnTo>
                  <a:pt x="590070" y="230566"/>
                </a:lnTo>
                <a:lnTo>
                  <a:pt x="592545" y="234513"/>
                </a:lnTo>
                <a:lnTo>
                  <a:pt x="597314" y="239529"/>
                </a:lnTo>
                <a:lnTo>
                  <a:pt x="611557" y="247021"/>
                </a:lnTo>
                <a:lnTo>
                  <a:pt x="619515" y="251727"/>
                </a:lnTo>
                <a:lnTo>
                  <a:pt x="625217" y="256552"/>
                </a:lnTo>
                <a:lnTo>
                  <a:pt x="626803" y="261334"/>
                </a:lnTo>
                <a:lnTo>
                  <a:pt x="629085" y="264327"/>
                </a:lnTo>
                <a:lnTo>
                  <a:pt x="632609" y="266670"/>
                </a:lnTo>
                <a:lnTo>
                  <a:pt x="637574" y="268428"/>
                </a:lnTo>
                <a:lnTo>
                  <a:pt x="641202" y="268530"/>
                </a:lnTo>
                <a:lnTo>
                  <a:pt x="642631" y="268791"/>
                </a:lnTo>
                <a:lnTo>
                  <a:pt x="644259" y="273602"/>
                </a:lnTo>
                <a:lnTo>
                  <a:pt x="645839" y="278880"/>
                </a:lnTo>
                <a:lnTo>
                  <a:pt x="653398" y="282483"/>
                </a:lnTo>
                <a:lnTo>
                  <a:pt x="660461" y="279657"/>
                </a:lnTo>
                <a:lnTo>
                  <a:pt x="668473" y="278122"/>
                </a:lnTo>
                <a:lnTo>
                  <a:pt x="675188" y="279824"/>
                </a:lnTo>
                <a:lnTo>
                  <a:pt x="680453" y="282572"/>
                </a:lnTo>
                <a:lnTo>
                  <a:pt x="684962" y="282814"/>
                </a:lnTo>
                <a:lnTo>
                  <a:pt x="694477" y="282621"/>
                </a:lnTo>
                <a:lnTo>
                  <a:pt x="711182" y="285256"/>
                </a:lnTo>
                <a:lnTo>
                  <a:pt x="716933" y="287546"/>
                </a:lnTo>
                <a:lnTo>
                  <a:pt x="726200" y="288154"/>
                </a:lnTo>
                <a:lnTo>
                  <a:pt x="731498" y="293255"/>
                </a:lnTo>
                <a:lnTo>
                  <a:pt x="729540" y="296146"/>
                </a:lnTo>
                <a:lnTo>
                  <a:pt x="723338" y="299060"/>
                </a:lnTo>
                <a:lnTo>
                  <a:pt x="702886" y="298849"/>
                </a:lnTo>
                <a:lnTo>
                  <a:pt x="700445" y="300866"/>
                </a:lnTo>
                <a:lnTo>
                  <a:pt x="702023" y="301838"/>
                </a:lnTo>
                <a:lnTo>
                  <a:pt x="685471" y="300654"/>
                </a:lnTo>
                <a:lnTo>
                  <a:pt x="671646" y="296480"/>
                </a:lnTo>
                <a:lnTo>
                  <a:pt x="660971" y="299282"/>
                </a:lnTo>
                <a:lnTo>
                  <a:pt x="647873" y="300975"/>
                </a:lnTo>
                <a:lnTo>
                  <a:pt x="643386" y="302423"/>
                </a:lnTo>
                <a:lnTo>
                  <a:pt x="634629" y="303983"/>
                </a:lnTo>
                <a:lnTo>
                  <a:pt x="619050" y="304999"/>
                </a:lnTo>
                <a:lnTo>
                  <a:pt x="613326" y="303422"/>
                </a:lnTo>
                <a:lnTo>
                  <a:pt x="604927" y="303834"/>
                </a:lnTo>
                <a:lnTo>
                  <a:pt x="594368" y="307021"/>
                </a:lnTo>
                <a:lnTo>
                  <a:pt x="584954" y="305530"/>
                </a:lnTo>
                <a:lnTo>
                  <a:pt x="575921" y="304547"/>
                </a:lnTo>
                <a:lnTo>
                  <a:pt x="569216" y="310500"/>
                </a:lnTo>
                <a:lnTo>
                  <a:pt x="562140" y="315675"/>
                </a:lnTo>
                <a:lnTo>
                  <a:pt x="552354" y="319518"/>
                </a:lnTo>
                <a:lnTo>
                  <a:pt x="535741" y="327782"/>
                </a:lnTo>
                <a:lnTo>
                  <a:pt x="535831" y="331751"/>
                </a:lnTo>
                <a:lnTo>
                  <a:pt x="545039" y="336029"/>
                </a:lnTo>
                <a:lnTo>
                  <a:pt x="556948" y="342040"/>
                </a:lnTo>
                <a:lnTo>
                  <a:pt x="565452" y="346984"/>
                </a:lnTo>
                <a:lnTo>
                  <a:pt x="570552" y="349637"/>
                </a:lnTo>
                <a:lnTo>
                  <a:pt x="579575" y="348750"/>
                </a:lnTo>
                <a:lnTo>
                  <a:pt x="593842" y="348878"/>
                </a:lnTo>
                <a:lnTo>
                  <a:pt x="602345" y="355447"/>
                </a:lnTo>
                <a:lnTo>
                  <a:pt x="604750" y="356609"/>
                </a:lnTo>
                <a:lnTo>
                  <a:pt x="606625" y="358140"/>
                </a:lnTo>
                <a:lnTo>
                  <a:pt x="603490" y="360652"/>
                </a:lnTo>
                <a:lnTo>
                  <a:pt x="599341" y="361887"/>
                </a:lnTo>
                <a:lnTo>
                  <a:pt x="595867" y="365410"/>
                </a:lnTo>
                <a:lnTo>
                  <a:pt x="591683" y="371372"/>
                </a:lnTo>
                <a:lnTo>
                  <a:pt x="546440" y="364132"/>
                </a:lnTo>
                <a:lnTo>
                  <a:pt x="526025" y="363213"/>
                </a:lnTo>
                <a:lnTo>
                  <a:pt x="520510" y="365007"/>
                </a:lnTo>
                <a:lnTo>
                  <a:pt x="517943" y="367097"/>
                </a:lnTo>
                <a:lnTo>
                  <a:pt x="508736" y="366229"/>
                </a:lnTo>
                <a:lnTo>
                  <a:pt x="497072" y="362605"/>
                </a:lnTo>
                <a:lnTo>
                  <a:pt x="489996" y="361630"/>
                </a:lnTo>
                <a:lnTo>
                  <a:pt x="479164" y="358345"/>
                </a:lnTo>
                <a:lnTo>
                  <a:pt x="466086" y="357300"/>
                </a:lnTo>
                <a:lnTo>
                  <a:pt x="455299" y="356632"/>
                </a:lnTo>
                <a:lnTo>
                  <a:pt x="446418" y="352076"/>
                </a:lnTo>
                <a:lnTo>
                  <a:pt x="432633" y="350885"/>
                </a:lnTo>
                <a:lnTo>
                  <a:pt x="419963" y="350484"/>
                </a:lnTo>
                <a:lnTo>
                  <a:pt x="416414" y="349830"/>
                </a:lnTo>
                <a:lnTo>
                  <a:pt x="414336" y="349528"/>
                </a:lnTo>
                <a:lnTo>
                  <a:pt x="408676" y="349895"/>
                </a:lnTo>
                <a:lnTo>
                  <a:pt x="403673" y="350558"/>
                </a:lnTo>
                <a:lnTo>
                  <a:pt x="396205" y="351177"/>
                </a:lnTo>
                <a:lnTo>
                  <a:pt x="388047" y="351025"/>
                </a:lnTo>
                <a:lnTo>
                  <a:pt x="379454" y="350320"/>
                </a:lnTo>
                <a:lnTo>
                  <a:pt x="371562" y="349333"/>
                </a:lnTo>
                <a:lnTo>
                  <a:pt x="364241" y="348413"/>
                </a:lnTo>
                <a:lnTo>
                  <a:pt x="361735" y="346980"/>
                </a:lnTo>
                <a:lnTo>
                  <a:pt x="361627" y="344831"/>
                </a:lnTo>
                <a:lnTo>
                  <a:pt x="361793" y="343586"/>
                </a:lnTo>
                <a:lnTo>
                  <a:pt x="362488" y="342540"/>
                </a:lnTo>
                <a:lnTo>
                  <a:pt x="363849" y="341609"/>
                </a:lnTo>
                <a:lnTo>
                  <a:pt x="368295" y="337020"/>
                </a:lnTo>
                <a:lnTo>
                  <a:pt x="370472" y="335403"/>
                </a:lnTo>
                <a:lnTo>
                  <a:pt x="374312" y="334198"/>
                </a:lnTo>
                <a:lnTo>
                  <a:pt x="384271" y="331527"/>
                </a:lnTo>
                <a:lnTo>
                  <a:pt x="384828" y="328031"/>
                </a:lnTo>
                <a:lnTo>
                  <a:pt x="383402" y="323985"/>
                </a:lnTo>
                <a:lnTo>
                  <a:pt x="380268" y="322610"/>
                </a:lnTo>
                <a:lnTo>
                  <a:pt x="376322" y="322047"/>
                </a:lnTo>
                <a:lnTo>
                  <a:pt x="371196" y="321274"/>
                </a:lnTo>
                <a:lnTo>
                  <a:pt x="365192" y="319091"/>
                </a:lnTo>
                <a:lnTo>
                  <a:pt x="361060" y="317024"/>
                </a:lnTo>
                <a:lnTo>
                  <a:pt x="358193" y="315432"/>
                </a:lnTo>
                <a:lnTo>
                  <a:pt x="352917" y="315392"/>
                </a:lnTo>
                <a:lnTo>
                  <a:pt x="348440" y="314844"/>
                </a:lnTo>
                <a:lnTo>
                  <a:pt x="343088" y="313153"/>
                </a:lnTo>
                <a:lnTo>
                  <a:pt x="334887" y="313251"/>
                </a:lnTo>
                <a:lnTo>
                  <a:pt x="331652" y="312731"/>
                </a:lnTo>
                <a:lnTo>
                  <a:pt x="328608" y="312001"/>
                </a:lnTo>
                <a:lnTo>
                  <a:pt x="325145" y="310400"/>
                </a:lnTo>
                <a:lnTo>
                  <a:pt x="322086" y="310010"/>
                </a:lnTo>
                <a:lnTo>
                  <a:pt x="318875" y="310144"/>
                </a:lnTo>
                <a:lnTo>
                  <a:pt x="317441" y="310874"/>
                </a:lnTo>
                <a:lnTo>
                  <a:pt x="314500" y="312043"/>
                </a:lnTo>
                <a:lnTo>
                  <a:pt x="311103" y="313402"/>
                </a:lnTo>
                <a:lnTo>
                  <a:pt x="310295" y="315656"/>
                </a:lnTo>
                <a:lnTo>
                  <a:pt x="312885" y="319106"/>
                </a:lnTo>
                <a:lnTo>
                  <a:pt x="319793" y="323489"/>
                </a:lnTo>
                <a:lnTo>
                  <a:pt x="325600" y="325223"/>
                </a:lnTo>
                <a:lnTo>
                  <a:pt x="327629" y="329542"/>
                </a:lnTo>
                <a:lnTo>
                  <a:pt x="331755" y="335737"/>
                </a:lnTo>
                <a:lnTo>
                  <a:pt x="345295" y="343873"/>
                </a:lnTo>
                <a:lnTo>
                  <a:pt x="350081" y="350199"/>
                </a:lnTo>
                <a:lnTo>
                  <a:pt x="341397" y="355364"/>
                </a:lnTo>
                <a:lnTo>
                  <a:pt x="333991" y="361192"/>
                </a:lnTo>
                <a:lnTo>
                  <a:pt x="326485" y="362001"/>
                </a:lnTo>
                <a:lnTo>
                  <a:pt x="315748" y="361192"/>
                </a:lnTo>
                <a:lnTo>
                  <a:pt x="308233" y="359505"/>
                </a:lnTo>
                <a:lnTo>
                  <a:pt x="301315" y="356576"/>
                </a:lnTo>
                <a:lnTo>
                  <a:pt x="290160" y="359539"/>
                </a:lnTo>
                <a:lnTo>
                  <a:pt x="289605" y="359964"/>
                </a:lnTo>
                <a:lnTo>
                  <a:pt x="282120" y="359388"/>
                </a:lnTo>
                <a:lnTo>
                  <a:pt x="259109" y="348129"/>
                </a:lnTo>
                <a:lnTo>
                  <a:pt x="246889" y="341916"/>
                </a:lnTo>
                <a:lnTo>
                  <a:pt x="238030" y="334733"/>
                </a:lnTo>
                <a:lnTo>
                  <a:pt x="241372" y="325715"/>
                </a:lnTo>
                <a:lnTo>
                  <a:pt x="237099" y="320824"/>
                </a:lnTo>
                <a:lnTo>
                  <a:pt x="229648" y="313772"/>
                </a:lnTo>
                <a:lnTo>
                  <a:pt x="225636" y="316859"/>
                </a:lnTo>
                <a:lnTo>
                  <a:pt x="216019" y="318891"/>
                </a:lnTo>
                <a:lnTo>
                  <a:pt x="211184" y="318862"/>
                </a:lnTo>
                <a:lnTo>
                  <a:pt x="200952" y="315286"/>
                </a:lnTo>
                <a:lnTo>
                  <a:pt x="196862" y="315216"/>
                </a:lnTo>
                <a:lnTo>
                  <a:pt x="195248" y="316149"/>
                </a:lnTo>
                <a:lnTo>
                  <a:pt x="183687" y="325672"/>
                </a:lnTo>
                <a:lnTo>
                  <a:pt x="165436" y="325838"/>
                </a:lnTo>
                <a:lnTo>
                  <a:pt x="161002" y="322646"/>
                </a:lnTo>
                <a:lnTo>
                  <a:pt x="156586" y="322424"/>
                </a:lnTo>
                <a:lnTo>
                  <a:pt x="152220" y="323090"/>
                </a:lnTo>
                <a:lnTo>
                  <a:pt x="146988" y="323430"/>
                </a:lnTo>
                <a:lnTo>
                  <a:pt x="135741" y="319624"/>
                </a:lnTo>
                <a:lnTo>
                  <a:pt x="126619" y="318564"/>
                </a:lnTo>
                <a:lnTo>
                  <a:pt x="122903" y="320132"/>
                </a:lnTo>
                <a:lnTo>
                  <a:pt x="120177" y="324447"/>
                </a:lnTo>
                <a:lnTo>
                  <a:pt x="115629" y="328156"/>
                </a:lnTo>
                <a:lnTo>
                  <a:pt x="109445" y="332197"/>
                </a:lnTo>
                <a:lnTo>
                  <a:pt x="102639" y="341724"/>
                </a:lnTo>
                <a:lnTo>
                  <a:pt x="95140" y="345384"/>
                </a:lnTo>
                <a:lnTo>
                  <a:pt x="89832" y="347693"/>
                </a:lnTo>
                <a:lnTo>
                  <a:pt x="80540" y="359001"/>
                </a:lnTo>
                <a:lnTo>
                  <a:pt x="70403" y="371003"/>
                </a:lnTo>
                <a:lnTo>
                  <a:pt x="61541" y="382633"/>
                </a:lnTo>
                <a:lnTo>
                  <a:pt x="52497" y="388588"/>
                </a:lnTo>
                <a:lnTo>
                  <a:pt x="46953" y="393666"/>
                </a:lnTo>
                <a:lnTo>
                  <a:pt x="40615" y="400090"/>
                </a:lnTo>
                <a:lnTo>
                  <a:pt x="38385" y="402412"/>
                </a:lnTo>
                <a:lnTo>
                  <a:pt x="30925" y="404054"/>
                </a:lnTo>
                <a:lnTo>
                  <a:pt x="23428" y="404911"/>
                </a:lnTo>
                <a:lnTo>
                  <a:pt x="17260" y="407399"/>
                </a:lnTo>
                <a:lnTo>
                  <a:pt x="16486" y="409875"/>
                </a:lnTo>
                <a:lnTo>
                  <a:pt x="15310" y="417052"/>
                </a:lnTo>
                <a:lnTo>
                  <a:pt x="12958" y="433139"/>
                </a:lnTo>
                <a:lnTo>
                  <a:pt x="12979" y="436712"/>
                </a:lnTo>
                <a:lnTo>
                  <a:pt x="13528" y="441675"/>
                </a:lnTo>
                <a:lnTo>
                  <a:pt x="13524" y="448923"/>
                </a:lnTo>
                <a:lnTo>
                  <a:pt x="14670" y="456274"/>
                </a:lnTo>
                <a:lnTo>
                  <a:pt x="12023" y="464045"/>
                </a:lnTo>
                <a:lnTo>
                  <a:pt x="10326" y="471074"/>
                </a:lnTo>
                <a:lnTo>
                  <a:pt x="14920" y="481603"/>
                </a:lnTo>
                <a:lnTo>
                  <a:pt x="16885" y="491860"/>
                </a:lnTo>
                <a:lnTo>
                  <a:pt x="12902" y="502225"/>
                </a:lnTo>
                <a:lnTo>
                  <a:pt x="5388" y="506760"/>
                </a:lnTo>
                <a:lnTo>
                  <a:pt x="5181" y="510289"/>
                </a:lnTo>
                <a:lnTo>
                  <a:pt x="4718" y="518703"/>
                </a:lnTo>
                <a:lnTo>
                  <a:pt x="3357" y="522790"/>
                </a:lnTo>
                <a:lnTo>
                  <a:pt x="2305" y="524896"/>
                </a:lnTo>
                <a:lnTo>
                  <a:pt x="0" y="527005"/>
                </a:lnTo>
                <a:lnTo>
                  <a:pt x="3363" y="532258"/>
                </a:lnTo>
                <a:lnTo>
                  <a:pt x="9337" y="538238"/>
                </a:lnTo>
                <a:lnTo>
                  <a:pt x="14498" y="539228"/>
                </a:lnTo>
                <a:lnTo>
                  <a:pt x="18649" y="540360"/>
                </a:lnTo>
                <a:lnTo>
                  <a:pt x="24535" y="540857"/>
                </a:lnTo>
                <a:lnTo>
                  <a:pt x="31943" y="540006"/>
                </a:lnTo>
                <a:lnTo>
                  <a:pt x="35245" y="539855"/>
                </a:lnTo>
                <a:lnTo>
                  <a:pt x="39205" y="538522"/>
                </a:lnTo>
                <a:lnTo>
                  <a:pt x="42429" y="536235"/>
                </a:lnTo>
                <a:lnTo>
                  <a:pt x="45204" y="536862"/>
                </a:lnTo>
                <a:lnTo>
                  <a:pt x="49032" y="538806"/>
                </a:lnTo>
                <a:lnTo>
                  <a:pt x="53121" y="540469"/>
                </a:lnTo>
                <a:lnTo>
                  <a:pt x="59977" y="539090"/>
                </a:lnTo>
                <a:lnTo>
                  <a:pt x="65909" y="536791"/>
                </a:lnTo>
                <a:lnTo>
                  <a:pt x="71157" y="534808"/>
                </a:lnTo>
                <a:lnTo>
                  <a:pt x="76786" y="534229"/>
                </a:lnTo>
                <a:lnTo>
                  <a:pt x="82440" y="534494"/>
                </a:lnTo>
                <a:lnTo>
                  <a:pt x="85896" y="534422"/>
                </a:lnTo>
                <a:lnTo>
                  <a:pt x="91868" y="534360"/>
                </a:lnTo>
                <a:lnTo>
                  <a:pt x="95277" y="533550"/>
                </a:lnTo>
                <a:lnTo>
                  <a:pt x="95831" y="532451"/>
                </a:lnTo>
                <a:lnTo>
                  <a:pt x="99048" y="531672"/>
                </a:lnTo>
                <a:lnTo>
                  <a:pt x="103776" y="531426"/>
                </a:lnTo>
                <a:lnTo>
                  <a:pt x="110819" y="531981"/>
                </a:lnTo>
                <a:lnTo>
                  <a:pt x="114332" y="531668"/>
                </a:lnTo>
                <a:lnTo>
                  <a:pt x="117425" y="531201"/>
                </a:lnTo>
                <a:lnTo>
                  <a:pt x="122876" y="530560"/>
                </a:lnTo>
                <a:lnTo>
                  <a:pt x="125483" y="529883"/>
                </a:lnTo>
                <a:lnTo>
                  <a:pt x="131731" y="528717"/>
                </a:lnTo>
                <a:lnTo>
                  <a:pt x="141945" y="529977"/>
                </a:lnTo>
                <a:lnTo>
                  <a:pt x="151470" y="532117"/>
                </a:lnTo>
                <a:lnTo>
                  <a:pt x="160782" y="530453"/>
                </a:lnTo>
                <a:lnTo>
                  <a:pt x="169837" y="529497"/>
                </a:lnTo>
                <a:lnTo>
                  <a:pt x="177324" y="533711"/>
                </a:lnTo>
                <a:lnTo>
                  <a:pt x="178380" y="540285"/>
                </a:lnTo>
                <a:lnTo>
                  <a:pt x="176093" y="546020"/>
                </a:lnTo>
                <a:lnTo>
                  <a:pt x="173507" y="552734"/>
                </a:lnTo>
                <a:lnTo>
                  <a:pt x="169719" y="554713"/>
                </a:lnTo>
                <a:lnTo>
                  <a:pt x="164118" y="555026"/>
                </a:lnTo>
                <a:lnTo>
                  <a:pt x="161146" y="556522"/>
                </a:lnTo>
                <a:lnTo>
                  <a:pt x="158888" y="560380"/>
                </a:lnTo>
                <a:lnTo>
                  <a:pt x="156850" y="564695"/>
                </a:lnTo>
                <a:lnTo>
                  <a:pt x="154649" y="567038"/>
                </a:lnTo>
                <a:lnTo>
                  <a:pt x="150419" y="569275"/>
                </a:lnTo>
                <a:lnTo>
                  <a:pt x="146013" y="573951"/>
                </a:lnTo>
                <a:lnTo>
                  <a:pt x="143225" y="576945"/>
                </a:lnTo>
                <a:lnTo>
                  <a:pt x="136545" y="580819"/>
                </a:lnTo>
                <a:lnTo>
                  <a:pt x="124399" y="581324"/>
                </a:lnTo>
                <a:lnTo>
                  <a:pt x="118387" y="578963"/>
                </a:lnTo>
                <a:lnTo>
                  <a:pt x="117425" y="574530"/>
                </a:lnTo>
                <a:lnTo>
                  <a:pt x="114868" y="575245"/>
                </a:lnTo>
                <a:lnTo>
                  <a:pt x="114228" y="582191"/>
                </a:lnTo>
                <a:lnTo>
                  <a:pt x="116826" y="592362"/>
                </a:lnTo>
                <a:lnTo>
                  <a:pt x="125118" y="598767"/>
                </a:lnTo>
                <a:lnTo>
                  <a:pt x="128064" y="604184"/>
                </a:lnTo>
                <a:lnTo>
                  <a:pt x="134347" y="610682"/>
                </a:lnTo>
                <a:lnTo>
                  <a:pt x="140199" y="618464"/>
                </a:lnTo>
                <a:lnTo>
                  <a:pt x="142330" y="624739"/>
                </a:lnTo>
                <a:lnTo>
                  <a:pt x="143590" y="627490"/>
                </a:lnTo>
                <a:lnTo>
                  <a:pt x="148386" y="628749"/>
                </a:lnTo>
                <a:lnTo>
                  <a:pt x="150300" y="629070"/>
                </a:lnTo>
                <a:lnTo>
                  <a:pt x="152183" y="631275"/>
                </a:lnTo>
                <a:lnTo>
                  <a:pt x="162084" y="642231"/>
                </a:lnTo>
                <a:lnTo>
                  <a:pt x="166761" y="647106"/>
                </a:lnTo>
                <a:lnTo>
                  <a:pt x="168173" y="649621"/>
                </a:lnTo>
                <a:lnTo>
                  <a:pt x="168766" y="655620"/>
                </a:lnTo>
                <a:lnTo>
                  <a:pt x="167999" y="661496"/>
                </a:lnTo>
                <a:lnTo>
                  <a:pt x="164622" y="662813"/>
                </a:lnTo>
                <a:lnTo>
                  <a:pt x="158108" y="664982"/>
                </a:lnTo>
                <a:lnTo>
                  <a:pt x="156984" y="672942"/>
                </a:lnTo>
                <a:lnTo>
                  <a:pt x="156519" y="679133"/>
                </a:lnTo>
                <a:lnTo>
                  <a:pt x="157008" y="684742"/>
                </a:lnTo>
                <a:lnTo>
                  <a:pt x="162235" y="688534"/>
                </a:lnTo>
                <a:lnTo>
                  <a:pt x="163544" y="693136"/>
                </a:lnTo>
                <a:lnTo>
                  <a:pt x="172126" y="696455"/>
                </a:lnTo>
                <a:lnTo>
                  <a:pt x="189538" y="695056"/>
                </a:lnTo>
                <a:lnTo>
                  <a:pt x="194192" y="699397"/>
                </a:lnTo>
                <a:lnTo>
                  <a:pt x="197818" y="698388"/>
                </a:lnTo>
                <a:lnTo>
                  <a:pt x="205110" y="696990"/>
                </a:lnTo>
                <a:lnTo>
                  <a:pt x="207238" y="698636"/>
                </a:lnTo>
                <a:lnTo>
                  <a:pt x="208398" y="704046"/>
                </a:lnTo>
                <a:lnTo>
                  <a:pt x="209790" y="711118"/>
                </a:lnTo>
                <a:lnTo>
                  <a:pt x="207859" y="714901"/>
                </a:lnTo>
                <a:lnTo>
                  <a:pt x="201598" y="713931"/>
                </a:lnTo>
                <a:lnTo>
                  <a:pt x="196286" y="712864"/>
                </a:lnTo>
                <a:lnTo>
                  <a:pt x="192047" y="711661"/>
                </a:lnTo>
                <a:lnTo>
                  <a:pt x="189170" y="713131"/>
                </a:lnTo>
                <a:lnTo>
                  <a:pt x="188758" y="714848"/>
                </a:lnTo>
                <a:lnTo>
                  <a:pt x="187737" y="719367"/>
                </a:lnTo>
                <a:lnTo>
                  <a:pt x="182664" y="720936"/>
                </a:lnTo>
                <a:lnTo>
                  <a:pt x="180557" y="721232"/>
                </a:lnTo>
                <a:lnTo>
                  <a:pt x="179821" y="724632"/>
                </a:lnTo>
                <a:lnTo>
                  <a:pt x="182426" y="732093"/>
                </a:lnTo>
                <a:lnTo>
                  <a:pt x="178090" y="738753"/>
                </a:lnTo>
                <a:lnTo>
                  <a:pt x="170405" y="739901"/>
                </a:lnTo>
                <a:lnTo>
                  <a:pt x="167964" y="739024"/>
                </a:lnTo>
                <a:lnTo>
                  <a:pt x="161478" y="737397"/>
                </a:lnTo>
                <a:lnTo>
                  <a:pt x="157206" y="740276"/>
                </a:lnTo>
                <a:lnTo>
                  <a:pt x="151364" y="742568"/>
                </a:lnTo>
                <a:lnTo>
                  <a:pt x="147339" y="745851"/>
                </a:lnTo>
                <a:lnTo>
                  <a:pt x="146495" y="750268"/>
                </a:lnTo>
                <a:lnTo>
                  <a:pt x="145010" y="753784"/>
                </a:lnTo>
                <a:lnTo>
                  <a:pt x="145637" y="755593"/>
                </a:lnTo>
                <a:lnTo>
                  <a:pt x="148294" y="763248"/>
                </a:lnTo>
                <a:lnTo>
                  <a:pt x="151936" y="768755"/>
                </a:lnTo>
                <a:lnTo>
                  <a:pt x="152687" y="769344"/>
                </a:lnTo>
                <a:lnTo>
                  <a:pt x="159239" y="770536"/>
                </a:lnTo>
                <a:lnTo>
                  <a:pt x="167136" y="772951"/>
                </a:lnTo>
                <a:lnTo>
                  <a:pt x="167570" y="776353"/>
                </a:lnTo>
                <a:lnTo>
                  <a:pt x="167891" y="780949"/>
                </a:lnTo>
                <a:lnTo>
                  <a:pt x="171321" y="785712"/>
                </a:lnTo>
                <a:lnTo>
                  <a:pt x="172836" y="789997"/>
                </a:lnTo>
                <a:lnTo>
                  <a:pt x="173628" y="796387"/>
                </a:lnTo>
                <a:lnTo>
                  <a:pt x="175361" y="799658"/>
                </a:lnTo>
                <a:lnTo>
                  <a:pt x="177210" y="801326"/>
                </a:lnTo>
                <a:lnTo>
                  <a:pt x="179673" y="802524"/>
                </a:lnTo>
                <a:lnTo>
                  <a:pt x="181269" y="805737"/>
                </a:lnTo>
                <a:lnTo>
                  <a:pt x="184101" y="810987"/>
                </a:lnTo>
                <a:lnTo>
                  <a:pt x="189007" y="816885"/>
                </a:lnTo>
                <a:lnTo>
                  <a:pt x="193737" y="817391"/>
                </a:lnTo>
                <a:lnTo>
                  <a:pt x="198052" y="816565"/>
                </a:lnTo>
                <a:lnTo>
                  <a:pt x="199690" y="814925"/>
                </a:lnTo>
                <a:lnTo>
                  <a:pt x="202305" y="813992"/>
                </a:lnTo>
                <a:lnTo>
                  <a:pt x="204815" y="813289"/>
                </a:lnTo>
                <a:lnTo>
                  <a:pt x="207733" y="813767"/>
                </a:lnTo>
                <a:lnTo>
                  <a:pt x="211188" y="814850"/>
                </a:lnTo>
                <a:lnTo>
                  <a:pt x="214429" y="815822"/>
                </a:lnTo>
                <a:lnTo>
                  <a:pt x="216240" y="815870"/>
                </a:lnTo>
                <a:lnTo>
                  <a:pt x="217455" y="815426"/>
                </a:lnTo>
                <a:lnTo>
                  <a:pt x="218737" y="814539"/>
                </a:lnTo>
                <a:lnTo>
                  <a:pt x="219758" y="814227"/>
                </a:lnTo>
                <a:lnTo>
                  <a:pt x="221788" y="813958"/>
                </a:lnTo>
                <a:lnTo>
                  <a:pt x="224222" y="813815"/>
                </a:lnTo>
                <a:lnTo>
                  <a:pt x="226363" y="814034"/>
                </a:lnTo>
                <a:lnTo>
                  <a:pt x="230286" y="815478"/>
                </a:lnTo>
                <a:lnTo>
                  <a:pt x="231915" y="816405"/>
                </a:lnTo>
                <a:lnTo>
                  <a:pt x="232604" y="817509"/>
                </a:lnTo>
                <a:lnTo>
                  <a:pt x="231921" y="819165"/>
                </a:lnTo>
                <a:lnTo>
                  <a:pt x="230553" y="821273"/>
                </a:lnTo>
                <a:lnTo>
                  <a:pt x="228644" y="823227"/>
                </a:lnTo>
                <a:lnTo>
                  <a:pt x="227216" y="825190"/>
                </a:lnTo>
                <a:lnTo>
                  <a:pt x="226413" y="826665"/>
                </a:lnTo>
                <a:lnTo>
                  <a:pt x="224946" y="828805"/>
                </a:lnTo>
                <a:lnTo>
                  <a:pt x="219566" y="828573"/>
                </a:lnTo>
                <a:lnTo>
                  <a:pt x="215170" y="827900"/>
                </a:lnTo>
                <a:lnTo>
                  <a:pt x="210002" y="827043"/>
                </a:lnTo>
                <a:lnTo>
                  <a:pt x="206317" y="826596"/>
                </a:lnTo>
                <a:lnTo>
                  <a:pt x="203555" y="826310"/>
                </a:lnTo>
                <a:lnTo>
                  <a:pt x="202303" y="826512"/>
                </a:lnTo>
                <a:lnTo>
                  <a:pt x="199878" y="826898"/>
                </a:lnTo>
                <a:lnTo>
                  <a:pt x="197260" y="827458"/>
                </a:lnTo>
                <a:lnTo>
                  <a:pt x="195893" y="828113"/>
                </a:lnTo>
                <a:lnTo>
                  <a:pt x="193294" y="829244"/>
                </a:lnTo>
                <a:lnTo>
                  <a:pt x="190427" y="830885"/>
                </a:lnTo>
                <a:lnTo>
                  <a:pt x="185230" y="833315"/>
                </a:lnTo>
                <a:lnTo>
                  <a:pt x="176805" y="834045"/>
                </a:lnTo>
                <a:lnTo>
                  <a:pt x="158667" y="833457"/>
                </a:lnTo>
                <a:lnTo>
                  <a:pt x="154384" y="830052"/>
                </a:lnTo>
                <a:lnTo>
                  <a:pt x="150994" y="824895"/>
                </a:lnTo>
                <a:lnTo>
                  <a:pt x="147484" y="820722"/>
                </a:lnTo>
                <a:lnTo>
                  <a:pt x="144174" y="817792"/>
                </a:lnTo>
                <a:lnTo>
                  <a:pt x="139683" y="815631"/>
                </a:lnTo>
                <a:lnTo>
                  <a:pt x="136546" y="815740"/>
                </a:lnTo>
                <a:lnTo>
                  <a:pt x="135954" y="817675"/>
                </a:lnTo>
                <a:lnTo>
                  <a:pt x="134537" y="821801"/>
                </a:lnTo>
                <a:lnTo>
                  <a:pt x="133090" y="825750"/>
                </a:lnTo>
                <a:lnTo>
                  <a:pt x="132836" y="829467"/>
                </a:lnTo>
                <a:lnTo>
                  <a:pt x="133614" y="835118"/>
                </a:lnTo>
                <a:lnTo>
                  <a:pt x="133567" y="838694"/>
                </a:lnTo>
                <a:lnTo>
                  <a:pt x="129843" y="840122"/>
                </a:lnTo>
                <a:lnTo>
                  <a:pt x="126729" y="837267"/>
                </a:lnTo>
                <a:lnTo>
                  <a:pt x="126112" y="833659"/>
                </a:lnTo>
                <a:lnTo>
                  <a:pt x="125957" y="827676"/>
                </a:lnTo>
                <a:lnTo>
                  <a:pt x="123344" y="823754"/>
                </a:lnTo>
                <a:lnTo>
                  <a:pt x="119497" y="821373"/>
                </a:lnTo>
                <a:lnTo>
                  <a:pt x="117903" y="817416"/>
                </a:lnTo>
                <a:lnTo>
                  <a:pt x="118014" y="807362"/>
                </a:lnTo>
                <a:lnTo>
                  <a:pt x="121049" y="803663"/>
                </a:lnTo>
                <a:lnTo>
                  <a:pt x="124916" y="802533"/>
                </a:lnTo>
                <a:lnTo>
                  <a:pt x="123755" y="793709"/>
                </a:lnTo>
                <a:lnTo>
                  <a:pt x="122662" y="790129"/>
                </a:lnTo>
                <a:lnTo>
                  <a:pt x="121174" y="788024"/>
                </a:lnTo>
                <a:lnTo>
                  <a:pt x="118308" y="786441"/>
                </a:lnTo>
                <a:lnTo>
                  <a:pt x="116562" y="784981"/>
                </a:lnTo>
                <a:lnTo>
                  <a:pt x="114867" y="783012"/>
                </a:lnTo>
                <a:lnTo>
                  <a:pt x="112635" y="778457"/>
                </a:lnTo>
                <a:lnTo>
                  <a:pt x="111392" y="775511"/>
                </a:lnTo>
                <a:lnTo>
                  <a:pt x="107609" y="769101"/>
                </a:lnTo>
                <a:lnTo>
                  <a:pt x="105576" y="766594"/>
                </a:lnTo>
                <a:lnTo>
                  <a:pt x="104988" y="765471"/>
                </a:lnTo>
                <a:lnTo>
                  <a:pt x="104073" y="762280"/>
                </a:lnTo>
                <a:lnTo>
                  <a:pt x="102424" y="757746"/>
                </a:lnTo>
                <a:lnTo>
                  <a:pt x="100721" y="754551"/>
                </a:lnTo>
                <a:lnTo>
                  <a:pt x="98912" y="752072"/>
                </a:lnTo>
                <a:lnTo>
                  <a:pt x="95542" y="748975"/>
                </a:lnTo>
                <a:lnTo>
                  <a:pt x="91366" y="746229"/>
                </a:lnTo>
                <a:lnTo>
                  <a:pt x="83479" y="743676"/>
                </a:lnTo>
                <a:lnTo>
                  <a:pt x="70204" y="745969"/>
                </a:lnTo>
                <a:lnTo>
                  <a:pt x="68734" y="749534"/>
                </a:lnTo>
                <a:lnTo>
                  <a:pt x="68523" y="755300"/>
                </a:lnTo>
                <a:lnTo>
                  <a:pt x="68677" y="771047"/>
                </a:lnTo>
                <a:lnTo>
                  <a:pt x="70647" y="777256"/>
                </a:lnTo>
                <a:lnTo>
                  <a:pt x="76039" y="786671"/>
                </a:lnTo>
                <a:lnTo>
                  <a:pt x="76150" y="793176"/>
                </a:lnTo>
                <a:lnTo>
                  <a:pt x="75448" y="796191"/>
                </a:lnTo>
                <a:lnTo>
                  <a:pt x="74517" y="799615"/>
                </a:lnTo>
                <a:lnTo>
                  <a:pt x="76111" y="802466"/>
                </a:lnTo>
                <a:lnTo>
                  <a:pt x="86677" y="803428"/>
                </a:lnTo>
                <a:lnTo>
                  <a:pt x="93035" y="808464"/>
                </a:lnTo>
                <a:lnTo>
                  <a:pt x="94423" y="814928"/>
                </a:lnTo>
                <a:lnTo>
                  <a:pt x="89463" y="816290"/>
                </a:lnTo>
                <a:lnTo>
                  <a:pt x="88440" y="820010"/>
                </a:lnTo>
                <a:lnTo>
                  <a:pt x="83415" y="830026"/>
                </a:lnTo>
                <a:lnTo>
                  <a:pt x="77136" y="830199"/>
                </a:lnTo>
                <a:lnTo>
                  <a:pt x="72079" y="828516"/>
                </a:lnTo>
                <a:lnTo>
                  <a:pt x="69987" y="828510"/>
                </a:lnTo>
                <a:lnTo>
                  <a:pt x="68527" y="829998"/>
                </a:lnTo>
                <a:lnTo>
                  <a:pt x="66187" y="832880"/>
                </a:lnTo>
                <a:lnTo>
                  <a:pt x="62546" y="835887"/>
                </a:lnTo>
                <a:lnTo>
                  <a:pt x="55075" y="839129"/>
                </a:lnTo>
                <a:lnTo>
                  <a:pt x="47097" y="841635"/>
                </a:lnTo>
                <a:lnTo>
                  <a:pt x="44437" y="843254"/>
                </a:lnTo>
                <a:lnTo>
                  <a:pt x="43940" y="844921"/>
                </a:lnTo>
                <a:lnTo>
                  <a:pt x="47028" y="850715"/>
                </a:lnTo>
                <a:lnTo>
                  <a:pt x="49579" y="853076"/>
                </a:lnTo>
                <a:lnTo>
                  <a:pt x="54033" y="852443"/>
                </a:lnTo>
                <a:lnTo>
                  <a:pt x="60388" y="853669"/>
                </a:lnTo>
                <a:lnTo>
                  <a:pt x="61822" y="856113"/>
                </a:lnTo>
                <a:lnTo>
                  <a:pt x="74181" y="858158"/>
                </a:lnTo>
                <a:lnTo>
                  <a:pt x="81355" y="863895"/>
                </a:lnTo>
                <a:lnTo>
                  <a:pt x="84252" y="866327"/>
                </a:lnTo>
                <a:lnTo>
                  <a:pt x="87604" y="867594"/>
                </a:lnTo>
                <a:lnTo>
                  <a:pt x="90888" y="870701"/>
                </a:lnTo>
                <a:lnTo>
                  <a:pt x="93553" y="871828"/>
                </a:lnTo>
                <a:lnTo>
                  <a:pt x="102590" y="874502"/>
                </a:lnTo>
                <a:lnTo>
                  <a:pt x="105129" y="877301"/>
                </a:lnTo>
                <a:lnTo>
                  <a:pt x="108044" y="882719"/>
                </a:lnTo>
                <a:lnTo>
                  <a:pt x="110246" y="887621"/>
                </a:lnTo>
                <a:lnTo>
                  <a:pt x="114910" y="888615"/>
                </a:lnTo>
                <a:lnTo>
                  <a:pt x="117223" y="892007"/>
                </a:lnTo>
                <a:lnTo>
                  <a:pt x="119349" y="894869"/>
                </a:lnTo>
                <a:lnTo>
                  <a:pt x="121520" y="894000"/>
                </a:lnTo>
                <a:lnTo>
                  <a:pt x="123435" y="887926"/>
                </a:lnTo>
                <a:lnTo>
                  <a:pt x="128320" y="885315"/>
                </a:lnTo>
                <a:lnTo>
                  <a:pt x="129218" y="881799"/>
                </a:lnTo>
                <a:lnTo>
                  <a:pt x="128693" y="876180"/>
                </a:lnTo>
                <a:lnTo>
                  <a:pt x="129951" y="872095"/>
                </a:lnTo>
                <a:lnTo>
                  <a:pt x="157793" y="873530"/>
                </a:lnTo>
                <a:lnTo>
                  <a:pt x="158441" y="880778"/>
                </a:lnTo>
                <a:lnTo>
                  <a:pt x="156994" y="883528"/>
                </a:lnTo>
                <a:lnTo>
                  <a:pt x="155291" y="886501"/>
                </a:lnTo>
                <a:lnTo>
                  <a:pt x="157097" y="889116"/>
                </a:lnTo>
                <a:lnTo>
                  <a:pt x="164715" y="891384"/>
                </a:lnTo>
                <a:lnTo>
                  <a:pt x="170649" y="901696"/>
                </a:lnTo>
                <a:lnTo>
                  <a:pt x="176558" y="914482"/>
                </a:lnTo>
                <a:lnTo>
                  <a:pt x="179861" y="914483"/>
                </a:lnTo>
                <a:lnTo>
                  <a:pt x="195776" y="911094"/>
                </a:lnTo>
                <a:lnTo>
                  <a:pt x="207471" y="915009"/>
                </a:lnTo>
                <a:lnTo>
                  <a:pt x="222594" y="925637"/>
                </a:lnTo>
                <a:lnTo>
                  <a:pt x="226192" y="929920"/>
                </a:lnTo>
                <a:lnTo>
                  <a:pt x="227867" y="932736"/>
                </a:lnTo>
                <a:lnTo>
                  <a:pt x="233517" y="934837"/>
                </a:lnTo>
                <a:lnTo>
                  <a:pt x="238010" y="937069"/>
                </a:lnTo>
                <a:lnTo>
                  <a:pt x="252306" y="939931"/>
                </a:lnTo>
                <a:lnTo>
                  <a:pt x="258323" y="946558"/>
                </a:lnTo>
                <a:lnTo>
                  <a:pt x="259436" y="953040"/>
                </a:lnTo>
                <a:lnTo>
                  <a:pt x="260492" y="959902"/>
                </a:lnTo>
                <a:lnTo>
                  <a:pt x="253990" y="964167"/>
                </a:lnTo>
                <a:lnTo>
                  <a:pt x="253348" y="972116"/>
                </a:lnTo>
                <a:lnTo>
                  <a:pt x="256509" y="984156"/>
                </a:lnTo>
                <a:lnTo>
                  <a:pt x="256589" y="993575"/>
                </a:lnTo>
                <a:lnTo>
                  <a:pt x="247923" y="1005046"/>
                </a:lnTo>
                <a:lnTo>
                  <a:pt x="242910" y="1007253"/>
                </a:lnTo>
                <a:lnTo>
                  <a:pt x="233428" y="1006395"/>
                </a:lnTo>
                <a:lnTo>
                  <a:pt x="229343" y="1005833"/>
                </a:lnTo>
                <a:lnTo>
                  <a:pt x="225034" y="1005869"/>
                </a:lnTo>
                <a:lnTo>
                  <a:pt x="222666" y="1007061"/>
                </a:lnTo>
                <a:lnTo>
                  <a:pt x="219554" y="1006614"/>
                </a:lnTo>
                <a:lnTo>
                  <a:pt x="213714" y="1005887"/>
                </a:lnTo>
                <a:lnTo>
                  <a:pt x="210336" y="1010814"/>
                </a:lnTo>
                <a:lnTo>
                  <a:pt x="219542" y="1015855"/>
                </a:lnTo>
                <a:lnTo>
                  <a:pt x="224508" y="1017219"/>
                </a:lnTo>
                <a:lnTo>
                  <a:pt x="227034" y="1018771"/>
                </a:lnTo>
                <a:lnTo>
                  <a:pt x="229562" y="1020713"/>
                </a:lnTo>
                <a:lnTo>
                  <a:pt x="232922" y="1023258"/>
                </a:lnTo>
                <a:lnTo>
                  <a:pt x="234513" y="1026851"/>
                </a:lnTo>
                <a:lnTo>
                  <a:pt x="235322" y="1029322"/>
                </a:lnTo>
                <a:lnTo>
                  <a:pt x="236684" y="1032328"/>
                </a:lnTo>
                <a:lnTo>
                  <a:pt x="239311" y="1035247"/>
                </a:lnTo>
                <a:lnTo>
                  <a:pt x="240915" y="1039048"/>
                </a:lnTo>
                <a:lnTo>
                  <a:pt x="242979" y="1050728"/>
                </a:lnTo>
                <a:lnTo>
                  <a:pt x="243938" y="1053646"/>
                </a:lnTo>
                <a:lnTo>
                  <a:pt x="245190" y="1056663"/>
                </a:lnTo>
                <a:lnTo>
                  <a:pt x="245803" y="1059316"/>
                </a:lnTo>
                <a:lnTo>
                  <a:pt x="244354" y="1062315"/>
                </a:lnTo>
                <a:lnTo>
                  <a:pt x="244005" y="1063661"/>
                </a:lnTo>
                <a:lnTo>
                  <a:pt x="245677" y="1065317"/>
                </a:lnTo>
                <a:lnTo>
                  <a:pt x="249805" y="1066755"/>
                </a:lnTo>
                <a:lnTo>
                  <a:pt x="251695" y="1067788"/>
                </a:lnTo>
                <a:lnTo>
                  <a:pt x="253817" y="1072482"/>
                </a:lnTo>
                <a:lnTo>
                  <a:pt x="253340" y="1081616"/>
                </a:lnTo>
                <a:lnTo>
                  <a:pt x="252997" y="1087178"/>
                </a:lnTo>
                <a:lnTo>
                  <a:pt x="252850" y="1093598"/>
                </a:lnTo>
                <a:lnTo>
                  <a:pt x="262958" y="1098532"/>
                </a:lnTo>
                <a:lnTo>
                  <a:pt x="268348" y="1098681"/>
                </a:lnTo>
                <a:lnTo>
                  <a:pt x="274013" y="1098641"/>
                </a:lnTo>
                <a:lnTo>
                  <a:pt x="283999" y="1098954"/>
                </a:lnTo>
                <a:lnTo>
                  <a:pt x="284697" y="1099390"/>
                </a:lnTo>
                <a:lnTo>
                  <a:pt x="288042" y="1103490"/>
                </a:lnTo>
                <a:lnTo>
                  <a:pt x="291396" y="1109217"/>
                </a:lnTo>
                <a:lnTo>
                  <a:pt x="297148" y="1109729"/>
                </a:lnTo>
                <a:lnTo>
                  <a:pt x="301417" y="1108556"/>
                </a:lnTo>
                <a:lnTo>
                  <a:pt x="304555" y="1109540"/>
                </a:lnTo>
                <a:lnTo>
                  <a:pt x="306059" y="1111654"/>
                </a:lnTo>
                <a:lnTo>
                  <a:pt x="306182" y="1115203"/>
                </a:lnTo>
                <a:lnTo>
                  <a:pt x="305788" y="1118604"/>
                </a:lnTo>
                <a:lnTo>
                  <a:pt x="306520" y="1120462"/>
                </a:lnTo>
                <a:lnTo>
                  <a:pt x="309437" y="1120700"/>
                </a:lnTo>
                <a:lnTo>
                  <a:pt x="313250" y="1120127"/>
                </a:lnTo>
                <a:lnTo>
                  <a:pt x="314641" y="1123434"/>
                </a:lnTo>
                <a:lnTo>
                  <a:pt x="315790" y="1127730"/>
                </a:lnTo>
                <a:lnTo>
                  <a:pt x="318687" y="1127959"/>
                </a:lnTo>
                <a:lnTo>
                  <a:pt x="320072" y="1127506"/>
                </a:lnTo>
                <a:lnTo>
                  <a:pt x="321471" y="1125747"/>
                </a:lnTo>
                <a:lnTo>
                  <a:pt x="324076" y="1121901"/>
                </a:lnTo>
                <a:lnTo>
                  <a:pt x="325302" y="1121324"/>
                </a:lnTo>
                <a:lnTo>
                  <a:pt x="328549" y="1121346"/>
                </a:lnTo>
                <a:lnTo>
                  <a:pt x="333069" y="1123367"/>
                </a:lnTo>
                <a:lnTo>
                  <a:pt x="337817" y="1124472"/>
                </a:lnTo>
                <a:lnTo>
                  <a:pt x="331158" y="1135063"/>
                </a:lnTo>
                <a:lnTo>
                  <a:pt x="331995" y="1141019"/>
                </a:lnTo>
                <a:lnTo>
                  <a:pt x="329424" y="1141684"/>
                </a:lnTo>
                <a:lnTo>
                  <a:pt x="323753" y="1141512"/>
                </a:lnTo>
                <a:lnTo>
                  <a:pt x="321179" y="1143022"/>
                </a:lnTo>
                <a:lnTo>
                  <a:pt x="322559" y="1147972"/>
                </a:lnTo>
                <a:lnTo>
                  <a:pt x="324627" y="1152714"/>
                </a:lnTo>
                <a:lnTo>
                  <a:pt x="324425" y="1154341"/>
                </a:lnTo>
                <a:lnTo>
                  <a:pt x="322276" y="1157491"/>
                </a:lnTo>
                <a:lnTo>
                  <a:pt x="318496" y="1159895"/>
                </a:lnTo>
                <a:lnTo>
                  <a:pt x="314668" y="1160841"/>
                </a:lnTo>
                <a:lnTo>
                  <a:pt x="311991" y="1161605"/>
                </a:lnTo>
                <a:lnTo>
                  <a:pt x="307965" y="1162872"/>
                </a:lnTo>
                <a:lnTo>
                  <a:pt x="306153" y="1162997"/>
                </a:lnTo>
                <a:lnTo>
                  <a:pt x="303098" y="1161289"/>
                </a:lnTo>
                <a:lnTo>
                  <a:pt x="298852" y="1157058"/>
                </a:lnTo>
                <a:lnTo>
                  <a:pt x="296460" y="1156124"/>
                </a:lnTo>
                <a:lnTo>
                  <a:pt x="293994" y="1155539"/>
                </a:lnTo>
                <a:lnTo>
                  <a:pt x="292011" y="1154555"/>
                </a:lnTo>
                <a:lnTo>
                  <a:pt x="290382" y="1150896"/>
                </a:lnTo>
                <a:lnTo>
                  <a:pt x="288994" y="1148411"/>
                </a:lnTo>
                <a:lnTo>
                  <a:pt x="286964" y="1147397"/>
                </a:lnTo>
                <a:lnTo>
                  <a:pt x="285083" y="1147508"/>
                </a:lnTo>
                <a:lnTo>
                  <a:pt x="281241" y="1147776"/>
                </a:lnTo>
                <a:lnTo>
                  <a:pt x="276111" y="1146752"/>
                </a:lnTo>
                <a:lnTo>
                  <a:pt x="275430" y="1147345"/>
                </a:lnTo>
                <a:lnTo>
                  <a:pt x="274587" y="1148863"/>
                </a:lnTo>
                <a:lnTo>
                  <a:pt x="273903" y="1151055"/>
                </a:lnTo>
                <a:lnTo>
                  <a:pt x="272176" y="1152112"/>
                </a:lnTo>
                <a:lnTo>
                  <a:pt x="269178" y="1151645"/>
                </a:lnTo>
                <a:lnTo>
                  <a:pt x="266215" y="1150839"/>
                </a:lnTo>
                <a:lnTo>
                  <a:pt x="263475" y="1151192"/>
                </a:lnTo>
                <a:lnTo>
                  <a:pt x="262299" y="1153451"/>
                </a:lnTo>
                <a:lnTo>
                  <a:pt x="262961" y="1155224"/>
                </a:lnTo>
                <a:lnTo>
                  <a:pt x="265431" y="1157339"/>
                </a:lnTo>
                <a:lnTo>
                  <a:pt x="266419" y="1161025"/>
                </a:lnTo>
                <a:lnTo>
                  <a:pt x="261939" y="1161840"/>
                </a:lnTo>
                <a:lnTo>
                  <a:pt x="260189" y="1163736"/>
                </a:lnTo>
                <a:lnTo>
                  <a:pt x="259859" y="1171820"/>
                </a:lnTo>
                <a:lnTo>
                  <a:pt x="262128" y="1175801"/>
                </a:lnTo>
                <a:lnTo>
                  <a:pt x="265946" y="1180350"/>
                </a:lnTo>
                <a:lnTo>
                  <a:pt x="268034" y="1185084"/>
                </a:lnTo>
                <a:lnTo>
                  <a:pt x="269085" y="1191023"/>
                </a:lnTo>
                <a:lnTo>
                  <a:pt x="273062" y="1194401"/>
                </a:lnTo>
                <a:lnTo>
                  <a:pt x="276911" y="1193663"/>
                </a:lnTo>
                <a:lnTo>
                  <a:pt x="277354" y="1190518"/>
                </a:lnTo>
                <a:lnTo>
                  <a:pt x="279885" y="1187249"/>
                </a:lnTo>
                <a:lnTo>
                  <a:pt x="282943" y="1184553"/>
                </a:lnTo>
                <a:lnTo>
                  <a:pt x="285631" y="1182783"/>
                </a:lnTo>
                <a:lnTo>
                  <a:pt x="287280" y="1181680"/>
                </a:lnTo>
                <a:lnTo>
                  <a:pt x="288270" y="1181436"/>
                </a:lnTo>
                <a:lnTo>
                  <a:pt x="292608" y="1181661"/>
                </a:lnTo>
                <a:lnTo>
                  <a:pt x="296009" y="1182479"/>
                </a:lnTo>
                <a:lnTo>
                  <a:pt x="300571" y="1184241"/>
                </a:lnTo>
                <a:lnTo>
                  <a:pt x="302975" y="1185130"/>
                </a:lnTo>
                <a:lnTo>
                  <a:pt x="304639" y="1186686"/>
                </a:lnTo>
                <a:lnTo>
                  <a:pt x="306008" y="1188821"/>
                </a:lnTo>
                <a:lnTo>
                  <a:pt x="305971" y="1191295"/>
                </a:lnTo>
                <a:lnTo>
                  <a:pt x="306925" y="1194216"/>
                </a:lnTo>
                <a:lnTo>
                  <a:pt x="309246" y="1196947"/>
                </a:lnTo>
                <a:lnTo>
                  <a:pt x="311368" y="1197374"/>
                </a:lnTo>
                <a:lnTo>
                  <a:pt x="313622" y="1196668"/>
                </a:lnTo>
                <a:lnTo>
                  <a:pt x="314622" y="1195511"/>
                </a:lnTo>
                <a:lnTo>
                  <a:pt x="314413" y="1194869"/>
                </a:lnTo>
                <a:lnTo>
                  <a:pt x="316515" y="1194223"/>
                </a:lnTo>
                <a:lnTo>
                  <a:pt x="319225" y="1194076"/>
                </a:lnTo>
                <a:lnTo>
                  <a:pt x="318435" y="1194012"/>
                </a:lnTo>
                <a:lnTo>
                  <a:pt x="323623" y="1195065"/>
                </a:lnTo>
                <a:lnTo>
                  <a:pt x="331147" y="1195568"/>
                </a:lnTo>
                <a:lnTo>
                  <a:pt x="333215" y="1197063"/>
                </a:lnTo>
                <a:lnTo>
                  <a:pt x="337178" y="1197593"/>
                </a:lnTo>
                <a:lnTo>
                  <a:pt x="346316" y="1196913"/>
                </a:lnTo>
                <a:lnTo>
                  <a:pt x="348138" y="1195560"/>
                </a:lnTo>
                <a:lnTo>
                  <a:pt x="354792" y="1194433"/>
                </a:lnTo>
                <a:lnTo>
                  <a:pt x="358490" y="1194638"/>
                </a:lnTo>
                <a:lnTo>
                  <a:pt x="363778" y="1196554"/>
                </a:lnTo>
                <a:lnTo>
                  <a:pt x="365696" y="1197001"/>
                </a:lnTo>
                <a:lnTo>
                  <a:pt x="368453" y="1197230"/>
                </a:lnTo>
                <a:lnTo>
                  <a:pt x="371725" y="1197532"/>
                </a:lnTo>
                <a:lnTo>
                  <a:pt x="374275" y="1197439"/>
                </a:lnTo>
                <a:lnTo>
                  <a:pt x="376129" y="1197148"/>
                </a:lnTo>
                <a:lnTo>
                  <a:pt x="378009" y="1195869"/>
                </a:lnTo>
                <a:lnTo>
                  <a:pt x="378480" y="1195486"/>
                </a:lnTo>
                <a:lnTo>
                  <a:pt x="380483" y="1195337"/>
                </a:lnTo>
                <a:lnTo>
                  <a:pt x="384411" y="1195296"/>
                </a:lnTo>
                <a:lnTo>
                  <a:pt x="386408" y="1195091"/>
                </a:lnTo>
                <a:lnTo>
                  <a:pt x="389646" y="1194904"/>
                </a:lnTo>
                <a:lnTo>
                  <a:pt x="393979" y="1194697"/>
                </a:lnTo>
                <a:lnTo>
                  <a:pt x="396530" y="1193765"/>
                </a:lnTo>
                <a:lnTo>
                  <a:pt x="399073" y="1192218"/>
                </a:lnTo>
                <a:lnTo>
                  <a:pt x="400288" y="1191145"/>
                </a:lnTo>
                <a:lnTo>
                  <a:pt x="401361" y="1190592"/>
                </a:lnTo>
                <a:lnTo>
                  <a:pt x="404084" y="1190981"/>
                </a:lnTo>
                <a:lnTo>
                  <a:pt x="405708" y="1192101"/>
                </a:lnTo>
                <a:lnTo>
                  <a:pt x="407655" y="1192880"/>
                </a:lnTo>
                <a:lnTo>
                  <a:pt x="408629" y="1193291"/>
                </a:lnTo>
                <a:lnTo>
                  <a:pt x="411810" y="1195013"/>
                </a:lnTo>
                <a:lnTo>
                  <a:pt x="414381" y="1195960"/>
                </a:lnTo>
                <a:lnTo>
                  <a:pt x="417735" y="1196615"/>
                </a:lnTo>
                <a:lnTo>
                  <a:pt x="420673" y="1196097"/>
                </a:lnTo>
                <a:lnTo>
                  <a:pt x="421424" y="1195860"/>
                </a:lnTo>
                <a:lnTo>
                  <a:pt x="422943" y="1195380"/>
                </a:lnTo>
                <a:lnTo>
                  <a:pt x="425685" y="1195413"/>
                </a:lnTo>
                <a:lnTo>
                  <a:pt x="428553" y="1195722"/>
                </a:lnTo>
                <a:lnTo>
                  <a:pt x="431065" y="1195677"/>
                </a:lnTo>
                <a:lnTo>
                  <a:pt x="437459" y="1195829"/>
                </a:lnTo>
                <a:lnTo>
                  <a:pt x="441095" y="1196012"/>
                </a:lnTo>
                <a:lnTo>
                  <a:pt x="445524" y="1196124"/>
                </a:lnTo>
                <a:lnTo>
                  <a:pt x="448749" y="1195807"/>
                </a:lnTo>
                <a:lnTo>
                  <a:pt x="452873" y="1195617"/>
                </a:lnTo>
                <a:lnTo>
                  <a:pt x="454936" y="1195574"/>
                </a:lnTo>
                <a:lnTo>
                  <a:pt x="456794" y="1195737"/>
                </a:lnTo>
                <a:lnTo>
                  <a:pt x="460324" y="1196036"/>
                </a:lnTo>
                <a:lnTo>
                  <a:pt x="463259" y="1196585"/>
                </a:lnTo>
                <a:lnTo>
                  <a:pt x="464435" y="1196049"/>
                </a:lnTo>
                <a:lnTo>
                  <a:pt x="467110" y="1194561"/>
                </a:lnTo>
                <a:lnTo>
                  <a:pt x="469184" y="1194421"/>
                </a:lnTo>
                <a:lnTo>
                  <a:pt x="472785" y="1194157"/>
                </a:lnTo>
                <a:lnTo>
                  <a:pt x="477736" y="1194272"/>
                </a:lnTo>
                <a:lnTo>
                  <a:pt x="481823" y="1193774"/>
                </a:lnTo>
                <a:lnTo>
                  <a:pt x="487081" y="1195809"/>
                </a:lnTo>
                <a:lnTo>
                  <a:pt x="485967" y="1199573"/>
                </a:lnTo>
                <a:lnTo>
                  <a:pt x="480690" y="1199963"/>
                </a:lnTo>
                <a:lnTo>
                  <a:pt x="476785" y="1201175"/>
                </a:lnTo>
                <a:lnTo>
                  <a:pt x="475331" y="1203297"/>
                </a:lnTo>
                <a:lnTo>
                  <a:pt x="472975" y="1204638"/>
                </a:lnTo>
                <a:lnTo>
                  <a:pt x="469937" y="1205271"/>
                </a:lnTo>
                <a:lnTo>
                  <a:pt x="465308" y="1210185"/>
                </a:lnTo>
                <a:lnTo>
                  <a:pt x="462598" y="1214118"/>
                </a:lnTo>
                <a:lnTo>
                  <a:pt x="456346" y="1215917"/>
                </a:lnTo>
                <a:lnTo>
                  <a:pt x="450861" y="1217773"/>
                </a:lnTo>
                <a:lnTo>
                  <a:pt x="441688" y="1216781"/>
                </a:lnTo>
                <a:lnTo>
                  <a:pt x="437757" y="1218125"/>
                </a:lnTo>
                <a:lnTo>
                  <a:pt x="431860" y="1223585"/>
                </a:lnTo>
                <a:lnTo>
                  <a:pt x="429313" y="1226388"/>
                </a:lnTo>
                <a:lnTo>
                  <a:pt x="430590" y="1228475"/>
                </a:lnTo>
                <a:lnTo>
                  <a:pt x="432514" y="1230130"/>
                </a:lnTo>
                <a:lnTo>
                  <a:pt x="429952" y="1231867"/>
                </a:lnTo>
                <a:lnTo>
                  <a:pt x="426691" y="1234007"/>
                </a:lnTo>
                <a:lnTo>
                  <a:pt x="424887" y="1236078"/>
                </a:lnTo>
                <a:lnTo>
                  <a:pt x="425249" y="1237970"/>
                </a:lnTo>
                <a:lnTo>
                  <a:pt x="426862" y="1239261"/>
                </a:lnTo>
                <a:lnTo>
                  <a:pt x="429536" y="1240220"/>
                </a:lnTo>
                <a:lnTo>
                  <a:pt x="432645" y="1240589"/>
                </a:lnTo>
                <a:lnTo>
                  <a:pt x="434811" y="1242753"/>
                </a:lnTo>
                <a:lnTo>
                  <a:pt x="432106" y="1248514"/>
                </a:lnTo>
                <a:lnTo>
                  <a:pt x="429462" y="1248808"/>
                </a:lnTo>
                <a:lnTo>
                  <a:pt x="422500" y="1248855"/>
                </a:lnTo>
                <a:lnTo>
                  <a:pt x="416419" y="1248984"/>
                </a:lnTo>
                <a:lnTo>
                  <a:pt x="415318" y="1248103"/>
                </a:lnTo>
                <a:lnTo>
                  <a:pt x="411381" y="1247682"/>
                </a:lnTo>
                <a:lnTo>
                  <a:pt x="405241" y="1247385"/>
                </a:lnTo>
                <a:lnTo>
                  <a:pt x="400744" y="1247060"/>
                </a:lnTo>
                <a:lnTo>
                  <a:pt x="398183" y="1246492"/>
                </a:lnTo>
                <a:lnTo>
                  <a:pt x="396548" y="1245016"/>
                </a:lnTo>
                <a:lnTo>
                  <a:pt x="393713" y="1245201"/>
                </a:lnTo>
                <a:lnTo>
                  <a:pt x="390982" y="1245505"/>
                </a:lnTo>
                <a:lnTo>
                  <a:pt x="390705" y="1245871"/>
                </a:lnTo>
                <a:lnTo>
                  <a:pt x="379836" y="1243659"/>
                </a:lnTo>
                <a:lnTo>
                  <a:pt x="373566" y="1243810"/>
                </a:lnTo>
                <a:lnTo>
                  <a:pt x="370712" y="1247091"/>
                </a:lnTo>
                <a:lnTo>
                  <a:pt x="369023" y="1248619"/>
                </a:lnTo>
                <a:lnTo>
                  <a:pt x="366984" y="1249442"/>
                </a:lnTo>
                <a:lnTo>
                  <a:pt x="364313" y="1249590"/>
                </a:lnTo>
                <a:lnTo>
                  <a:pt x="362160" y="1248996"/>
                </a:lnTo>
                <a:lnTo>
                  <a:pt x="357945" y="1246920"/>
                </a:lnTo>
                <a:lnTo>
                  <a:pt x="353607" y="1244515"/>
                </a:lnTo>
                <a:lnTo>
                  <a:pt x="349115" y="1241669"/>
                </a:lnTo>
                <a:lnTo>
                  <a:pt x="347689" y="1240701"/>
                </a:lnTo>
                <a:lnTo>
                  <a:pt x="346066" y="1242032"/>
                </a:lnTo>
                <a:lnTo>
                  <a:pt x="345287" y="1245443"/>
                </a:lnTo>
                <a:lnTo>
                  <a:pt x="341933" y="1247212"/>
                </a:lnTo>
                <a:lnTo>
                  <a:pt x="334917" y="1248052"/>
                </a:lnTo>
                <a:lnTo>
                  <a:pt x="331224" y="1248269"/>
                </a:lnTo>
                <a:lnTo>
                  <a:pt x="328333" y="1248668"/>
                </a:lnTo>
                <a:lnTo>
                  <a:pt x="324796" y="1249070"/>
                </a:lnTo>
                <a:lnTo>
                  <a:pt x="321626" y="1249170"/>
                </a:lnTo>
                <a:lnTo>
                  <a:pt x="317102" y="1249069"/>
                </a:lnTo>
                <a:lnTo>
                  <a:pt x="312534" y="1249186"/>
                </a:lnTo>
                <a:lnTo>
                  <a:pt x="309920" y="1248390"/>
                </a:lnTo>
                <a:lnTo>
                  <a:pt x="307173" y="1248241"/>
                </a:lnTo>
                <a:lnTo>
                  <a:pt x="303484" y="1249400"/>
                </a:lnTo>
                <a:lnTo>
                  <a:pt x="301876" y="1252240"/>
                </a:lnTo>
                <a:lnTo>
                  <a:pt x="301518" y="1254339"/>
                </a:lnTo>
                <a:lnTo>
                  <a:pt x="299928" y="1256431"/>
                </a:lnTo>
                <a:lnTo>
                  <a:pt x="296353" y="1256760"/>
                </a:lnTo>
                <a:lnTo>
                  <a:pt x="292402" y="1257844"/>
                </a:lnTo>
                <a:lnTo>
                  <a:pt x="289514" y="1260093"/>
                </a:lnTo>
                <a:lnTo>
                  <a:pt x="291407" y="1264017"/>
                </a:lnTo>
                <a:lnTo>
                  <a:pt x="293605" y="1267136"/>
                </a:lnTo>
                <a:lnTo>
                  <a:pt x="294687" y="1269112"/>
                </a:lnTo>
                <a:lnTo>
                  <a:pt x="298505" y="1271020"/>
                </a:lnTo>
                <a:lnTo>
                  <a:pt x="301652" y="1272474"/>
                </a:lnTo>
                <a:lnTo>
                  <a:pt x="303697" y="1273283"/>
                </a:lnTo>
                <a:lnTo>
                  <a:pt x="307199" y="1275019"/>
                </a:lnTo>
                <a:lnTo>
                  <a:pt x="309806" y="1275818"/>
                </a:lnTo>
                <a:lnTo>
                  <a:pt x="312547" y="1276182"/>
                </a:lnTo>
                <a:lnTo>
                  <a:pt x="315273" y="1273864"/>
                </a:lnTo>
                <a:lnTo>
                  <a:pt x="317048" y="1272478"/>
                </a:lnTo>
                <a:lnTo>
                  <a:pt x="318477" y="1271525"/>
                </a:lnTo>
                <a:lnTo>
                  <a:pt x="322072" y="1271452"/>
                </a:lnTo>
                <a:lnTo>
                  <a:pt x="324924" y="1271797"/>
                </a:lnTo>
                <a:lnTo>
                  <a:pt x="327395" y="1272376"/>
                </a:lnTo>
                <a:lnTo>
                  <a:pt x="331499" y="1273114"/>
                </a:lnTo>
                <a:lnTo>
                  <a:pt x="335241" y="1272801"/>
                </a:lnTo>
                <a:lnTo>
                  <a:pt x="337615" y="1272108"/>
                </a:lnTo>
                <a:lnTo>
                  <a:pt x="341647" y="1272502"/>
                </a:lnTo>
                <a:lnTo>
                  <a:pt x="346839" y="1272734"/>
                </a:lnTo>
                <a:lnTo>
                  <a:pt x="351892" y="1272851"/>
                </a:lnTo>
                <a:lnTo>
                  <a:pt x="352667" y="1273036"/>
                </a:lnTo>
                <a:lnTo>
                  <a:pt x="354917" y="1271375"/>
                </a:lnTo>
                <a:lnTo>
                  <a:pt x="356497" y="1268581"/>
                </a:lnTo>
                <a:lnTo>
                  <a:pt x="357547" y="1266136"/>
                </a:lnTo>
                <a:lnTo>
                  <a:pt x="358619" y="1264108"/>
                </a:lnTo>
                <a:lnTo>
                  <a:pt x="359290" y="1262222"/>
                </a:lnTo>
                <a:lnTo>
                  <a:pt x="360359" y="1260961"/>
                </a:lnTo>
                <a:lnTo>
                  <a:pt x="362152" y="1259708"/>
                </a:lnTo>
                <a:lnTo>
                  <a:pt x="365651" y="1258064"/>
                </a:lnTo>
                <a:lnTo>
                  <a:pt x="367162" y="1256881"/>
                </a:lnTo>
                <a:lnTo>
                  <a:pt x="369901" y="1256152"/>
                </a:lnTo>
                <a:lnTo>
                  <a:pt x="372863" y="1255890"/>
                </a:lnTo>
                <a:lnTo>
                  <a:pt x="376164" y="1256144"/>
                </a:lnTo>
                <a:lnTo>
                  <a:pt x="378871" y="1256581"/>
                </a:lnTo>
                <a:lnTo>
                  <a:pt x="381194" y="1256899"/>
                </a:lnTo>
                <a:lnTo>
                  <a:pt x="382984" y="1257698"/>
                </a:lnTo>
                <a:lnTo>
                  <a:pt x="387346" y="1259147"/>
                </a:lnTo>
                <a:lnTo>
                  <a:pt x="390798" y="1260151"/>
                </a:lnTo>
                <a:lnTo>
                  <a:pt x="392486" y="1261120"/>
                </a:lnTo>
                <a:lnTo>
                  <a:pt x="396709" y="1261955"/>
                </a:lnTo>
                <a:lnTo>
                  <a:pt x="401183" y="1262132"/>
                </a:lnTo>
                <a:lnTo>
                  <a:pt x="402208" y="1260224"/>
                </a:lnTo>
                <a:lnTo>
                  <a:pt x="404769" y="1259757"/>
                </a:lnTo>
                <a:lnTo>
                  <a:pt x="410729" y="1261028"/>
                </a:lnTo>
                <a:lnTo>
                  <a:pt x="412722" y="1261783"/>
                </a:lnTo>
                <a:lnTo>
                  <a:pt x="414846" y="1260703"/>
                </a:lnTo>
                <a:lnTo>
                  <a:pt x="415212" y="1260174"/>
                </a:lnTo>
                <a:lnTo>
                  <a:pt x="417934" y="1259888"/>
                </a:lnTo>
                <a:lnTo>
                  <a:pt x="420628" y="1260195"/>
                </a:lnTo>
                <a:lnTo>
                  <a:pt x="423534" y="1260313"/>
                </a:lnTo>
                <a:lnTo>
                  <a:pt x="426978" y="1260300"/>
                </a:lnTo>
                <a:lnTo>
                  <a:pt x="428171" y="1260025"/>
                </a:lnTo>
                <a:lnTo>
                  <a:pt x="430899" y="1258996"/>
                </a:lnTo>
                <a:lnTo>
                  <a:pt x="432945" y="1258340"/>
                </a:lnTo>
                <a:lnTo>
                  <a:pt x="434984" y="1256861"/>
                </a:lnTo>
                <a:lnTo>
                  <a:pt x="436796" y="1254523"/>
                </a:lnTo>
                <a:lnTo>
                  <a:pt x="442356" y="1250845"/>
                </a:lnTo>
                <a:lnTo>
                  <a:pt x="449939" y="1254339"/>
                </a:lnTo>
                <a:lnTo>
                  <a:pt x="449879" y="1256629"/>
                </a:lnTo>
                <a:lnTo>
                  <a:pt x="449556" y="1258956"/>
                </a:lnTo>
                <a:lnTo>
                  <a:pt x="448479" y="1260507"/>
                </a:lnTo>
                <a:lnTo>
                  <a:pt x="446661" y="1261974"/>
                </a:lnTo>
                <a:lnTo>
                  <a:pt x="443828" y="1261481"/>
                </a:lnTo>
                <a:lnTo>
                  <a:pt x="442011" y="1262384"/>
                </a:lnTo>
                <a:lnTo>
                  <a:pt x="441708" y="1264008"/>
                </a:lnTo>
                <a:lnTo>
                  <a:pt x="443045" y="1265366"/>
                </a:lnTo>
                <a:lnTo>
                  <a:pt x="444097" y="1267793"/>
                </a:lnTo>
                <a:lnTo>
                  <a:pt x="444975" y="1270685"/>
                </a:lnTo>
                <a:lnTo>
                  <a:pt x="438902" y="1270305"/>
                </a:lnTo>
                <a:lnTo>
                  <a:pt x="432580" y="1269499"/>
                </a:lnTo>
                <a:lnTo>
                  <a:pt x="428261" y="1271471"/>
                </a:lnTo>
                <a:lnTo>
                  <a:pt x="424628" y="1274375"/>
                </a:lnTo>
                <a:lnTo>
                  <a:pt x="422116" y="1276495"/>
                </a:lnTo>
                <a:lnTo>
                  <a:pt x="421964" y="1278996"/>
                </a:lnTo>
                <a:lnTo>
                  <a:pt x="424266" y="1280402"/>
                </a:lnTo>
                <a:lnTo>
                  <a:pt x="427457" y="1281186"/>
                </a:lnTo>
                <a:lnTo>
                  <a:pt x="432188" y="1283115"/>
                </a:lnTo>
                <a:lnTo>
                  <a:pt x="435671" y="1285426"/>
                </a:lnTo>
                <a:lnTo>
                  <a:pt x="437983" y="1287344"/>
                </a:lnTo>
                <a:lnTo>
                  <a:pt x="437549" y="1298268"/>
                </a:lnTo>
                <a:lnTo>
                  <a:pt x="422594" y="1298171"/>
                </a:lnTo>
                <a:lnTo>
                  <a:pt x="419231" y="1299272"/>
                </a:lnTo>
                <a:lnTo>
                  <a:pt x="420650" y="1303111"/>
                </a:lnTo>
                <a:lnTo>
                  <a:pt x="421335" y="1304491"/>
                </a:lnTo>
                <a:lnTo>
                  <a:pt x="422626" y="1306029"/>
                </a:lnTo>
                <a:lnTo>
                  <a:pt x="424556" y="1308420"/>
                </a:lnTo>
                <a:lnTo>
                  <a:pt x="425398" y="1310445"/>
                </a:lnTo>
                <a:lnTo>
                  <a:pt x="426558" y="1311585"/>
                </a:lnTo>
                <a:lnTo>
                  <a:pt x="429303" y="1311441"/>
                </a:lnTo>
                <a:lnTo>
                  <a:pt x="430338" y="1311945"/>
                </a:lnTo>
                <a:lnTo>
                  <a:pt x="431857" y="1311926"/>
                </a:lnTo>
                <a:lnTo>
                  <a:pt x="433832" y="1312269"/>
                </a:lnTo>
                <a:lnTo>
                  <a:pt x="435089" y="1311553"/>
                </a:lnTo>
                <a:lnTo>
                  <a:pt x="436048" y="1310247"/>
                </a:lnTo>
                <a:lnTo>
                  <a:pt x="436737" y="1308705"/>
                </a:lnTo>
                <a:lnTo>
                  <a:pt x="437678" y="1307047"/>
                </a:lnTo>
                <a:lnTo>
                  <a:pt x="438153" y="1306144"/>
                </a:lnTo>
                <a:lnTo>
                  <a:pt x="439851" y="1304676"/>
                </a:lnTo>
                <a:lnTo>
                  <a:pt x="441992" y="1304414"/>
                </a:lnTo>
                <a:lnTo>
                  <a:pt x="445762" y="1304427"/>
                </a:lnTo>
                <a:lnTo>
                  <a:pt x="448543" y="1303996"/>
                </a:lnTo>
                <a:lnTo>
                  <a:pt x="451792" y="1303869"/>
                </a:lnTo>
                <a:lnTo>
                  <a:pt x="454538" y="1301782"/>
                </a:lnTo>
                <a:lnTo>
                  <a:pt x="453924" y="1292888"/>
                </a:lnTo>
                <a:lnTo>
                  <a:pt x="456599" y="1291238"/>
                </a:lnTo>
                <a:lnTo>
                  <a:pt x="459352" y="1289690"/>
                </a:lnTo>
                <a:lnTo>
                  <a:pt x="460432" y="1287167"/>
                </a:lnTo>
                <a:lnTo>
                  <a:pt x="461260" y="1285039"/>
                </a:lnTo>
                <a:lnTo>
                  <a:pt x="462559" y="1283736"/>
                </a:lnTo>
                <a:lnTo>
                  <a:pt x="463842" y="1282270"/>
                </a:lnTo>
                <a:lnTo>
                  <a:pt x="466995" y="1282045"/>
                </a:lnTo>
                <a:lnTo>
                  <a:pt x="469779" y="1282098"/>
                </a:lnTo>
                <a:lnTo>
                  <a:pt x="471408" y="1281975"/>
                </a:lnTo>
                <a:lnTo>
                  <a:pt x="473844" y="1279185"/>
                </a:lnTo>
                <a:lnTo>
                  <a:pt x="475914" y="1277669"/>
                </a:lnTo>
                <a:lnTo>
                  <a:pt x="482844" y="1275079"/>
                </a:lnTo>
                <a:lnTo>
                  <a:pt x="484392" y="1272952"/>
                </a:lnTo>
                <a:lnTo>
                  <a:pt x="483703" y="1270588"/>
                </a:lnTo>
                <a:lnTo>
                  <a:pt x="481230" y="1267542"/>
                </a:lnTo>
                <a:lnTo>
                  <a:pt x="480199" y="1266460"/>
                </a:lnTo>
                <a:lnTo>
                  <a:pt x="477911" y="1264877"/>
                </a:lnTo>
                <a:lnTo>
                  <a:pt x="476258" y="1263456"/>
                </a:lnTo>
                <a:lnTo>
                  <a:pt x="475758" y="1260573"/>
                </a:lnTo>
                <a:lnTo>
                  <a:pt x="474941" y="1256764"/>
                </a:lnTo>
                <a:lnTo>
                  <a:pt x="473812" y="1249154"/>
                </a:lnTo>
                <a:lnTo>
                  <a:pt x="473473" y="1248074"/>
                </a:lnTo>
                <a:lnTo>
                  <a:pt x="472933" y="1246050"/>
                </a:lnTo>
                <a:lnTo>
                  <a:pt x="472477" y="1244536"/>
                </a:lnTo>
                <a:lnTo>
                  <a:pt x="474431" y="1243015"/>
                </a:lnTo>
                <a:lnTo>
                  <a:pt x="476031" y="1242712"/>
                </a:lnTo>
                <a:lnTo>
                  <a:pt x="478160" y="1242870"/>
                </a:lnTo>
                <a:lnTo>
                  <a:pt x="479635" y="1242971"/>
                </a:lnTo>
                <a:lnTo>
                  <a:pt x="481676" y="1244141"/>
                </a:lnTo>
                <a:lnTo>
                  <a:pt x="483672" y="1245780"/>
                </a:lnTo>
                <a:lnTo>
                  <a:pt x="483881" y="1248153"/>
                </a:lnTo>
                <a:lnTo>
                  <a:pt x="483142" y="1249427"/>
                </a:lnTo>
                <a:lnTo>
                  <a:pt x="481937" y="1250025"/>
                </a:lnTo>
                <a:lnTo>
                  <a:pt x="480914" y="1250481"/>
                </a:lnTo>
                <a:lnTo>
                  <a:pt x="480827" y="1251746"/>
                </a:lnTo>
                <a:lnTo>
                  <a:pt x="480861" y="1253225"/>
                </a:lnTo>
                <a:lnTo>
                  <a:pt x="480935" y="1255318"/>
                </a:lnTo>
                <a:lnTo>
                  <a:pt x="481979" y="1256268"/>
                </a:lnTo>
                <a:lnTo>
                  <a:pt x="484859" y="1257286"/>
                </a:lnTo>
                <a:lnTo>
                  <a:pt x="485961" y="1257249"/>
                </a:lnTo>
                <a:lnTo>
                  <a:pt x="487555" y="1256575"/>
                </a:lnTo>
                <a:lnTo>
                  <a:pt x="489127" y="1255496"/>
                </a:lnTo>
                <a:lnTo>
                  <a:pt x="489850" y="1254658"/>
                </a:lnTo>
                <a:lnTo>
                  <a:pt x="492192" y="1254216"/>
                </a:lnTo>
                <a:lnTo>
                  <a:pt x="493303" y="1254276"/>
                </a:lnTo>
                <a:lnTo>
                  <a:pt x="495171" y="1254555"/>
                </a:lnTo>
                <a:lnTo>
                  <a:pt x="496910" y="1255028"/>
                </a:lnTo>
                <a:lnTo>
                  <a:pt x="499137" y="1256499"/>
                </a:lnTo>
                <a:lnTo>
                  <a:pt x="501163" y="1258062"/>
                </a:lnTo>
                <a:lnTo>
                  <a:pt x="503845" y="1259257"/>
                </a:lnTo>
                <a:lnTo>
                  <a:pt x="505454" y="1259945"/>
                </a:lnTo>
                <a:lnTo>
                  <a:pt x="507038" y="1260379"/>
                </a:lnTo>
                <a:lnTo>
                  <a:pt x="508394" y="1260270"/>
                </a:lnTo>
                <a:lnTo>
                  <a:pt x="509146" y="1259525"/>
                </a:lnTo>
                <a:lnTo>
                  <a:pt x="509356" y="1258848"/>
                </a:lnTo>
                <a:lnTo>
                  <a:pt x="509486" y="1258401"/>
                </a:lnTo>
                <a:lnTo>
                  <a:pt x="510115" y="1257732"/>
                </a:lnTo>
                <a:lnTo>
                  <a:pt x="509806" y="1255212"/>
                </a:lnTo>
                <a:lnTo>
                  <a:pt x="510891" y="1255415"/>
                </a:lnTo>
                <a:lnTo>
                  <a:pt x="507152" y="1252140"/>
                </a:lnTo>
                <a:lnTo>
                  <a:pt x="504921" y="1250448"/>
                </a:lnTo>
                <a:lnTo>
                  <a:pt x="504634" y="1250312"/>
                </a:lnTo>
                <a:lnTo>
                  <a:pt x="502980" y="1248607"/>
                </a:lnTo>
                <a:lnTo>
                  <a:pt x="502610" y="1247594"/>
                </a:lnTo>
                <a:lnTo>
                  <a:pt x="503010" y="1244462"/>
                </a:lnTo>
                <a:lnTo>
                  <a:pt x="503262" y="1244010"/>
                </a:lnTo>
                <a:lnTo>
                  <a:pt x="504784" y="1243879"/>
                </a:lnTo>
                <a:lnTo>
                  <a:pt x="506903" y="1244351"/>
                </a:lnTo>
                <a:lnTo>
                  <a:pt x="508436" y="1245312"/>
                </a:lnTo>
                <a:lnTo>
                  <a:pt x="510382" y="1245460"/>
                </a:lnTo>
                <a:lnTo>
                  <a:pt x="511783" y="1245477"/>
                </a:lnTo>
                <a:lnTo>
                  <a:pt x="512985" y="1243827"/>
                </a:lnTo>
                <a:lnTo>
                  <a:pt x="513815" y="1242495"/>
                </a:lnTo>
                <a:lnTo>
                  <a:pt x="515775" y="1241287"/>
                </a:lnTo>
                <a:lnTo>
                  <a:pt x="518311" y="1241903"/>
                </a:lnTo>
                <a:lnTo>
                  <a:pt x="520718" y="1242414"/>
                </a:lnTo>
                <a:lnTo>
                  <a:pt x="520090" y="1243752"/>
                </a:lnTo>
                <a:lnTo>
                  <a:pt x="519122" y="1245017"/>
                </a:lnTo>
                <a:lnTo>
                  <a:pt x="518570" y="1246321"/>
                </a:lnTo>
                <a:lnTo>
                  <a:pt x="517777" y="1248214"/>
                </a:lnTo>
                <a:lnTo>
                  <a:pt x="519106" y="1250016"/>
                </a:lnTo>
                <a:lnTo>
                  <a:pt x="520432" y="1251426"/>
                </a:lnTo>
                <a:lnTo>
                  <a:pt x="522164" y="1253433"/>
                </a:lnTo>
                <a:lnTo>
                  <a:pt x="522797" y="1255184"/>
                </a:lnTo>
                <a:lnTo>
                  <a:pt x="524435" y="1256742"/>
                </a:lnTo>
                <a:lnTo>
                  <a:pt x="524444" y="1256821"/>
                </a:lnTo>
                <a:lnTo>
                  <a:pt x="526967" y="1258727"/>
                </a:lnTo>
                <a:lnTo>
                  <a:pt x="528939" y="1260180"/>
                </a:lnTo>
                <a:lnTo>
                  <a:pt x="530619" y="1261795"/>
                </a:lnTo>
                <a:lnTo>
                  <a:pt x="531064" y="1262840"/>
                </a:lnTo>
                <a:lnTo>
                  <a:pt x="531671" y="1263233"/>
                </a:lnTo>
                <a:lnTo>
                  <a:pt x="533026" y="1264223"/>
                </a:lnTo>
                <a:lnTo>
                  <a:pt x="534672" y="1263385"/>
                </a:lnTo>
                <a:lnTo>
                  <a:pt x="535957" y="1262346"/>
                </a:lnTo>
                <a:lnTo>
                  <a:pt x="536257" y="1261720"/>
                </a:lnTo>
                <a:lnTo>
                  <a:pt x="538912" y="1259727"/>
                </a:lnTo>
                <a:lnTo>
                  <a:pt x="540524" y="1259069"/>
                </a:lnTo>
                <a:lnTo>
                  <a:pt x="542364" y="1259134"/>
                </a:lnTo>
                <a:lnTo>
                  <a:pt x="544439" y="1259845"/>
                </a:lnTo>
                <a:lnTo>
                  <a:pt x="545995" y="1260621"/>
                </a:lnTo>
                <a:lnTo>
                  <a:pt x="547663" y="1261325"/>
                </a:lnTo>
                <a:lnTo>
                  <a:pt x="550406" y="1262231"/>
                </a:lnTo>
                <a:lnTo>
                  <a:pt x="552766" y="1262919"/>
                </a:lnTo>
                <a:lnTo>
                  <a:pt x="553949" y="1265612"/>
                </a:lnTo>
                <a:lnTo>
                  <a:pt x="553759" y="1267603"/>
                </a:lnTo>
                <a:lnTo>
                  <a:pt x="553383" y="1270883"/>
                </a:lnTo>
                <a:lnTo>
                  <a:pt x="553056" y="1273232"/>
                </a:lnTo>
                <a:lnTo>
                  <a:pt x="552786" y="1274127"/>
                </a:lnTo>
                <a:lnTo>
                  <a:pt x="553587" y="1276428"/>
                </a:lnTo>
                <a:lnTo>
                  <a:pt x="554523" y="1278980"/>
                </a:lnTo>
                <a:lnTo>
                  <a:pt x="554853" y="1281635"/>
                </a:lnTo>
                <a:lnTo>
                  <a:pt x="554757" y="1283047"/>
                </a:lnTo>
                <a:lnTo>
                  <a:pt x="554114" y="1284702"/>
                </a:lnTo>
                <a:lnTo>
                  <a:pt x="554970" y="1286652"/>
                </a:lnTo>
                <a:lnTo>
                  <a:pt x="556818" y="1288757"/>
                </a:lnTo>
                <a:lnTo>
                  <a:pt x="558551" y="1288495"/>
                </a:lnTo>
                <a:lnTo>
                  <a:pt x="560273" y="1288050"/>
                </a:lnTo>
                <a:lnTo>
                  <a:pt x="561005" y="1287780"/>
                </a:lnTo>
                <a:lnTo>
                  <a:pt x="563458" y="1288844"/>
                </a:lnTo>
                <a:lnTo>
                  <a:pt x="565568" y="1290191"/>
                </a:lnTo>
                <a:lnTo>
                  <a:pt x="567517" y="1292012"/>
                </a:lnTo>
                <a:lnTo>
                  <a:pt x="568203" y="1292512"/>
                </a:lnTo>
                <a:lnTo>
                  <a:pt x="570496" y="1292518"/>
                </a:lnTo>
                <a:lnTo>
                  <a:pt x="572083" y="1292142"/>
                </a:lnTo>
                <a:lnTo>
                  <a:pt x="573809" y="1291437"/>
                </a:lnTo>
                <a:lnTo>
                  <a:pt x="575530" y="1290991"/>
                </a:lnTo>
                <a:lnTo>
                  <a:pt x="578932" y="1291351"/>
                </a:lnTo>
                <a:lnTo>
                  <a:pt x="581000" y="1292104"/>
                </a:lnTo>
                <a:lnTo>
                  <a:pt x="580892" y="1292234"/>
                </a:lnTo>
                <a:lnTo>
                  <a:pt x="586126" y="1294993"/>
                </a:lnTo>
                <a:lnTo>
                  <a:pt x="589381" y="1297111"/>
                </a:lnTo>
                <a:lnTo>
                  <a:pt x="589355" y="1296339"/>
                </a:lnTo>
                <a:lnTo>
                  <a:pt x="590664" y="1299926"/>
                </a:lnTo>
                <a:lnTo>
                  <a:pt x="591715" y="1301454"/>
                </a:lnTo>
                <a:lnTo>
                  <a:pt x="595597" y="1303921"/>
                </a:lnTo>
                <a:lnTo>
                  <a:pt x="597669" y="1305696"/>
                </a:lnTo>
                <a:lnTo>
                  <a:pt x="599583" y="1308338"/>
                </a:lnTo>
                <a:lnTo>
                  <a:pt x="599526" y="1310049"/>
                </a:lnTo>
                <a:lnTo>
                  <a:pt x="600741" y="1312932"/>
                </a:lnTo>
                <a:lnTo>
                  <a:pt x="602009" y="1314772"/>
                </a:lnTo>
                <a:lnTo>
                  <a:pt x="604600" y="1317039"/>
                </a:lnTo>
                <a:lnTo>
                  <a:pt x="607064" y="1316529"/>
                </a:lnTo>
                <a:lnTo>
                  <a:pt x="607552" y="1315956"/>
                </a:lnTo>
                <a:lnTo>
                  <a:pt x="608562" y="1312859"/>
                </a:lnTo>
                <a:lnTo>
                  <a:pt x="608767" y="1310075"/>
                </a:lnTo>
                <a:lnTo>
                  <a:pt x="608364" y="1307900"/>
                </a:lnTo>
                <a:lnTo>
                  <a:pt x="608130" y="1305887"/>
                </a:lnTo>
                <a:lnTo>
                  <a:pt x="608401" y="1302550"/>
                </a:lnTo>
                <a:lnTo>
                  <a:pt x="608910" y="1300764"/>
                </a:lnTo>
                <a:lnTo>
                  <a:pt x="609711" y="1298957"/>
                </a:lnTo>
                <a:lnTo>
                  <a:pt x="609597" y="1297259"/>
                </a:lnTo>
                <a:lnTo>
                  <a:pt x="609548" y="1295706"/>
                </a:lnTo>
                <a:lnTo>
                  <a:pt x="610341" y="1293979"/>
                </a:lnTo>
                <a:lnTo>
                  <a:pt x="612618" y="1292390"/>
                </a:lnTo>
                <a:lnTo>
                  <a:pt x="615350" y="1291852"/>
                </a:lnTo>
                <a:lnTo>
                  <a:pt x="617063" y="1291449"/>
                </a:lnTo>
                <a:lnTo>
                  <a:pt x="619570" y="1289841"/>
                </a:lnTo>
                <a:lnTo>
                  <a:pt x="621650" y="1288748"/>
                </a:lnTo>
                <a:lnTo>
                  <a:pt x="623294" y="1289481"/>
                </a:lnTo>
                <a:lnTo>
                  <a:pt x="625371" y="1291036"/>
                </a:lnTo>
                <a:lnTo>
                  <a:pt x="626956" y="1292390"/>
                </a:lnTo>
                <a:lnTo>
                  <a:pt x="628392" y="1293781"/>
                </a:lnTo>
                <a:lnTo>
                  <a:pt x="629849" y="1295013"/>
                </a:lnTo>
                <a:lnTo>
                  <a:pt x="631079" y="1295822"/>
                </a:lnTo>
                <a:lnTo>
                  <a:pt x="633186" y="1296940"/>
                </a:lnTo>
                <a:lnTo>
                  <a:pt x="635945" y="1297910"/>
                </a:lnTo>
                <a:lnTo>
                  <a:pt x="638017" y="1298744"/>
                </a:lnTo>
                <a:lnTo>
                  <a:pt x="640730" y="1299414"/>
                </a:lnTo>
                <a:lnTo>
                  <a:pt x="643466" y="1300245"/>
                </a:lnTo>
                <a:lnTo>
                  <a:pt x="644799" y="1300533"/>
                </a:lnTo>
                <a:lnTo>
                  <a:pt x="648484" y="1302566"/>
                </a:lnTo>
                <a:lnTo>
                  <a:pt x="649874" y="1303413"/>
                </a:lnTo>
                <a:lnTo>
                  <a:pt x="651143" y="1304754"/>
                </a:lnTo>
                <a:lnTo>
                  <a:pt x="652644" y="1306013"/>
                </a:lnTo>
                <a:lnTo>
                  <a:pt x="653889" y="1310596"/>
                </a:lnTo>
                <a:lnTo>
                  <a:pt x="653973" y="1312682"/>
                </a:lnTo>
                <a:lnTo>
                  <a:pt x="654083" y="1315032"/>
                </a:lnTo>
                <a:lnTo>
                  <a:pt x="649839" y="1316136"/>
                </a:lnTo>
                <a:lnTo>
                  <a:pt x="647014" y="1316521"/>
                </a:lnTo>
                <a:lnTo>
                  <a:pt x="645638" y="1319626"/>
                </a:lnTo>
                <a:lnTo>
                  <a:pt x="643551" y="1322983"/>
                </a:lnTo>
                <a:lnTo>
                  <a:pt x="639419" y="1325429"/>
                </a:lnTo>
                <a:lnTo>
                  <a:pt x="636146" y="1328529"/>
                </a:lnTo>
                <a:lnTo>
                  <a:pt x="636561" y="1331236"/>
                </a:lnTo>
                <a:lnTo>
                  <a:pt x="638123" y="1332734"/>
                </a:lnTo>
                <a:lnTo>
                  <a:pt x="640788" y="1333862"/>
                </a:lnTo>
                <a:lnTo>
                  <a:pt x="644150" y="1334105"/>
                </a:lnTo>
                <a:lnTo>
                  <a:pt x="646969" y="1334181"/>
                </a:lnTo>
                <a:lnTo>
                  <a:pt x="650457" y="1335997"/>
                </a:lnTo>
                <a:lnTo>
                  <a:pt x="652019" y="1336352"/>
                </a:lnTo>
                <a:lnTo>
                  <a:pt x="653408" y="1336338"/>
                </a:lnTo>
                <a:lnTo>
                  <a:pt x="655155" y="1336456"/>
                </a:lnTo>
                <a:lnTo>
                  <a:pt x="657112" y="1336273"/>
                </a:lnTo>
                <a:lnTo>
                  <a:pt x="659589" y="1336546"/>
                </a:lnTo>
                <a:lnTo>
                  <a:pt x="661664" y="1337511"/>
                </a:lnTo>
                <a:lnTo>
                  <a:pt x="663423" y="1338247"/>
                </a:lnTo>
                <a:lnTo>
                  <a:pt x="665182" y="1339508"/>
                </a:lnTo>
                <a:lnTo>
                  <a:pt x="664073" y="1341449"/>
                </a:lnTo>
                <a:lnTo>
                  <a:pt x="662649" y="1343155"/>
                </a:lnTo>
                <a:lnTo>
                  <a:pt x="661903" y="1344911"/>
                </a:lnTo>
                <a:lnTo>
                  <a:pt x="661837" y="1350742"/>
                </a:lnTo>
                <a:lnTo>
                  <a:pt x="661406" y="1357866"/>
                </a:lnTo>
                <a:lnTo>
                  <a:pt x="662538" y="1362576"/>
                </a:lnTo>
                <a:lnTo>
                  <a:pt x="663680" y="1366953"/>
                </a:lnTo>
                <a:lnTo>
                  <a:pt x="664361" y="1370066"/>
                </a:lnTo>
                <a:lnTo>
                  <a:pt x="663380" y="1373652"/>
                </a:lnTo>
                <a:lnTo>
                  <a:pt x="662326" y="1375389"/>
                </a:lnTo>
                <a:lnTo>
                  <a:pt x="662080" y="1377596"/>
                </a:lnTo>
                <a:lnTo>
                  <a:pt x="668391" y="1382555"/>
                </a:lnTo>
                <a:lnTo>
                  <a:pt x="669913" y="1384205"/>
                </a:lnTo>
                <a:lnTo>
                  <a:pt x="672342" y="1386876"/>
                </a:lnTo>
                <a:lnTo>
                  <a:pt x="682015" y="1391766"/>
                </a:lnTo>
                <a:lnTo>
                  <a:pt x="683997" y="1392576"/>
                </a:lnTo>
                <a:lnTo>
                  <a:pt x="686786" y="1394243"/>
                </a:lnTo>
                <a:lnTo>
                  <a:pt x="689418" y="1396055"/>
                </a:lnTo>
                <a:lnTo>
                  <a:pt x="692074" y="1399781"/>
                </a:lnTo>
                <a:lnTo>
                  <a:pt x="693876" y="1402481"/>
                </a:lnTo>
                <a:lnTo>
                  <a:pt x="698221" y="1403188"/>
                </a:lnTo>
                <a:lnTo>
                  <a:pt x="700762" y="1404038"/>
                </a:lnTo>
                <a:lnTo>
                  <a:pt x="702462" y="1404345"/>
                </a:lnTo>
                <a:lnTo>
                  <a:pt x="715784" y="1416553"/>
                </a:lnTo>
                <a:lnTo>
                  <a:pt x="718536" y="1416345"/>
                </a:lnTo>
                <a:lnTo>
                  <a:pt x="722790" y="1417218"/>
                </a:lnTo>
                <a:lnTo>
                  <a:pt x="727265" y="1421440"/>
                </a:lnTo>
                <a:lnTo>
                  <a:pt x="732498" y="1423988"/>
                </a:lnTo>
                <a:lnTo>
                  <a:pt x="740366" y="1425922"/>
                </a:lnTo>
                <a:lnTo>
                  <a:pt x="743642" y="1426369"/>
                </a:lnTo>
                <a:lnTo>
                  <a:pt x="748362" y="1427752"/>
                </a:lnTo>
                <a:lnTo>
                  <a:pt x="752439" y="1429480"/>
                </a:lnTo>
                <a:lnTo>
                  <a:pt x="759611" y="1432708"/>
                </a:lnTo>
                <a:lnTo>
                  <a:pt x="763823" y="1432206"/>
                </a:lnTo>
                <a:lnTo>
                  <a:pt x="766401" y="1432837"/>
                </a:lnTo>
                <a:lnTo>
                  <a:pt x="772579" y="1437618"/>
                </a:lnTo>
                <a:lnTo>
                  <a:pt x="774782" y="1440252"/>
                </a:lnTo>
                <a:lnTo>
                  <a:pt x="777630" y="1442795"/>
                </a:lnTo>
                <a:lnTo>
                  <a:pt x="782767" y="1445995"/>
                </a:lnTo>
                <a:lnTo>
                  <a:pt x="786583" y="1447235"/>
                </a:lnTo>
                <a:lnTo>
                  <a:pt x="789719" y="1446906"/>
                </a:lnTo>
                <a:lnTo>
                  <a:pt x="791581" y="1445990"/>
                </a:lnTo>
                <a:lnTo>
                  <a:pt x="794555" y="1446282"/>
                </a:lnTo>
                <a:lnTo>
                  <a:pt x="801326" y="1447456"/>
                </a:lnTo>
                <a:lnTo>
                  <a:pt x="803329" y="1446715"/>
                </a:lnTo>
                <a:lnTo>
                  <a:pt x="807053" y="1449102"/>
                </a:lnTo>
                <a:lnTo>
                  <a:pt x="810249" y="1449456"/>
                </a:lnTo>
                <a:lnTo>
                  <a:pt x="814534" y="1448248"/>
                </a:lnTo>
                <a:lnTo>
                  <a:pt x="816330" y="1447233"/>
                </a:lnTo>
                <a:lnTo>
                  <a:pt x="819431" y="1445086"/>
                </a:lnTo>
                <a:lnTo>
                  <a:pt x="821197" y="1444358"/>
                </a:lnTo>
                <a:lnTo>
                  <a:pt x="823584" y="1440657"/>
                </a:lnTo>
                <a:lnTo>
                  <a:pt x="824892" y="1438681"/>
                </a:lnTo>
                <a:lnTo>
                  <a:pt x="826160" y="1437313"/>
                </a:lnTo>
                <a:lnTo>
                  <a:pt x="832391" y="1436708"/>
                </a:lnTo>
                <a:lnTo>
                  <a:pt x="836956" y="1436320"/>
                </a:lnTo>
                <a:lnTo>
                  <a:pt x="838357" y="1437054"/>
                </a:lnTo>
                <a:lnTo>
                  <a:pt x="841489" y="1434570"/>
                </a:lnTo>
                <a:lnTo>
                  <a:pt x="843414" y="1433027"/>
                </a:lnTo>
                <a:lnTo>
                  <a:pt x="846983" y="1429831"/>
                </a:lnTo>
                <a:lnTo>
                  <a:pt x="853613" y="1430517"/>
                </a:lnTo>
                <a:lnTo>
                  <a:pt x="856379" y="1430967"/>
                </a:lnTo>
                <a:lnTo>
                  <a:pt x="857356" y="1431846"/>
                </a:lnTo>
                <a:lnTo>
                  <a:pt x="859599" y="1430168"/>
                </a:lnTo>
                <a:lnTo>
                  <a:pt x="861271" y="1428780"/>
                </a:lnTo>
                <a:lnTo>
                  <a:pt x="863259" y="1426751"/>
                </a:lnTo>
                <a:lnTo>
                  <a:pt x="865288" y="1425848"/>
                </a:lnTo>
                <a:lnTo>
                  <a:pt x="867111" y="1425202"/>
                </a:lnTo>
                <a:lnTo>
                  <a:pt x="869158" y="1425390"/>
                </a:lnTo>
                <a:lnTo>
                  <a:pt x="872852" y="1426334"/>
                </a:lnTo>
                <a:lnTo>
                  <a:pt x="875214" y="1427575"/>
                </a:lnTo>
                <a:lnTo>
                  <a:pt x="880537" y="1428517"/>
                </a:lnTo>
                <a:lnTo>
                  <a:pt x="883536" y="1427324"/>
                </a:lnTo>
                <a:lnTo>
                  <a:pt x="886415" y="1425190"/>
                </a:lnTo>
                <a:lnTo>
                  <a:pt x="888940" y="1424120"/>
                </a:lnTo>
                <a:lnTo>
                  <a:pt x="889240" y="1421984"/>
                </a:lnTo>
                <a:lnTo>
                  <a:pt x="888886" y="1420159"/>
                </a:lnTo>
                <a:lnTo>
                  <a:pt x="888575" y="1419086"/>
                </a:lnTo>
                <a:lnTo>
                  <a:pt x="890237" y="1417184"/>
                </a:lnTo>
                <a:lnTo>
                  <a:pt x="894187" y="1416849"/>
                </a:lnTo>
                <a:lnTo>
                  <a:pt x="900402" y="1417494"/>
                </a:lnTo>
                <a:lnTo>
                  <a:pt x="902910" y="1417524"/>
                </a:lnTo>
                <a:lnTo>
                  <a:pt x="906359" y="1417311"/>
                </a:lnTo>
                <a:lnTo>
                  <a:pt x="911083" y="1416032"/>
                </a:lnTo>
                <a:lnTo>
                  <a:pt x="913397" y="1415569"/>
                </a:lnTo>
                <a:lnTo>
                  <a:pt x="916343" y="1416602"/>
                </a:lnTo>
                <a:lnTo>
                  <a:pt x="919535" y="1419430"/>
                </a:lnTo>
                <a:lnTo>
                  <a:pt x="923181" y="1421368"/>
                </a:lnTo>
                <a:lnTo>
                  <a:pt x="927308" y="1422966"/>
                </a:lnTo>
                <a:lnTo>
                  <a:pt x="931120" y="1424719"/>
                </a:lnTo>
                <a:lnTo>
                  <a:pt x="934853" y="1426201"/>
                </a:lnTo>
                <a:lnTo>
                  <a:pt x="938949" y="1427923"/>
                </a:lnTo>
                <a:lnTo>
                  <a:pt x="939718" y="1427616"/>
                </a:lnTo>
                <a:lnTo>
                  <a:pt x="944249" y="1431454"/>
                </a:lnTo>
                <a:lnTo>
                  <a:pt x="946414" y="1433937"/>
                </a:lnTo>
                <a:lnTo>
                  <a:pt x="947314" y="1435496"/>
                </a:lnTo>
                <a:lnTo>
                  <a:pt x="949819" y="1438150"/>
                </a:lnTo>
                <a:lnTo>
                  <a:pt x="951498" y="1437395"/>
                </a:lnTo>
                <a:lnTo>
                  <a:pt x="953041" y="1435670"/>
                </a:lnTo>
                <a:lnTo>
                  <a:pt x="955196" y="1433539"/>
                </a:lnTo>
                <a:lnTo>
                  <a:pt x="959465" y="1430461"/>
                </a:lnTo>
                <a:lnTo>
                  <a:pt x="963675" y="1425409"/>
                </a:lnTo>
                <a:lnTo>
                  <a:pt x="962884" y="1424444"/>
                </a:lnTo>
                <a:lnTo>
                  <a:pt x="961685" y="1421488"/>
                </a:lnTo>
                <a:lnTo>
                  <a:pt x="960958" y="1418860"/>
                </a:lnTo>
                <a:lnTo>
                  <a:pt x="963832" y="1416479"/>
                </a:lnTo>
                <a:lnTo>
                  <a:pt x="968508" y="1414539"/>
                </a:lnTo>
                <a:lnTo>
                  <a:pt x="966048" y="1409986"/>
                </a:lnTo>
                <a:lnTo>
                  <a:pt x="963155" y="1405892"/>
                </a:lnTo>
                <a:lnTo>
                  <a:pt x="962151" y="1404027"/>
                </a:lnTo>
                <a:lnTo>
                  <a:pt x="959010" y="1398036"/>
                </a:lnTo>
                <a:lnTo>
                  <a:pt x="958218" y="1392480"/>
                </a:lnTo>
                <a:lnTo>
                  <a:pt x="958508" y="1388199"/>
                </a:lnTo>
                <a:lnTo>
                  <a:pt x="960979" y="1383197"/>
                </a:lnTo>
                <a:lnTo>
                  <a:pt x="964401" y="1380026"/>
                </a:lnTo>
                <a:lnTo>
                  <a:pt x="968702" y="1376507"/>
                </a:lnTo>
                <a:lnTo>
                  <a:pt x="970724" y="1367980"/>
                </a:lnTo>
                <a:lnTo>
                  <a:pt x="971236" y="1364623"/>
                </a:lnTo>
                <a:lnTo>
                  <a:pt x="971835" y="1361628"/>
                </a:lnTo>
                <a:lnTo>
                  <a:pt x="973666" y="1358523"/>
                </a:lnTo>
                <a:lnTo>
                  <a:pt x="976139" y="1355065"/>
                </a:lnTo>
                <a:lnTo>
                  <a:pt x="977293" y="1353255"/>
                </a:lnTo>
                <a:lnTo>
                  <a:pt x="976977" y="1349178"/>
                </a:lnTo>
                <a:lnTo>
                  <a:pt x="970904" y="1345600"/>
                </a:lnTo>
                <a:lnTo>
                  <a:pt x="969214" y="1342718"/>
                </a:lnTo>
                <a:lnTo>
                  <a:pt x="969115" y="1338987"/>
                </a:lnTo>
                <a:lnTo>
                  <a:pt x="969887" y="1336732"/>
                </a:lnTo>
                <a:lnTo>
                  <a:pt x="971600" y="1334504"/>
                </a:lnTo>
                <a:lnTo>
                  <a:pt x="974449" y="1332792"/>
                </a:lnTo>
                <a:lnTo>
                  <a:pt x="975434" y="1329903"/>
                </a:lnTo>
                <a:lnTo>
                  <a:pt x="974150" y="1325524"/>
                </a:lnTo>
                <a:lnTo>
                  <a:pt x="972247" y="1322697"/>
                </a:lnTo>
                <a:lnTo>
                  <a:pt x="970432" y="1319229"/>
                </a:lnTo>
                <a:lnTo>
                  <a:pt x="968930" y="1316301"/>
                </a:lnTo>
                <a:lnTo>
                  <a:pt x="968939" y="1314236"/>
                </a:lnTo>
                <a:lnTo>
                  <a:pt x="969378" y="1312534"/>
                </a:lnTo>
                <a:lnTo>
                  <a:pt x="970079" y="1311035"/>
                </a:lnTo>
                <a:lnTo>
                  <a:pt x="972077" y="1308691"/>
                </a:lnTo>
                <a:lnTo>
                  <a:pt x="972615" y="1303704"/>
                </a:lnTo>
                <a:lnTo>
                  <a:pt x="974081" y="1296228"/>
                </a:lnTo>
                <a:lnTo>
                  <a:pt x="976410" y="1292956"/>
                </a:lnTo>
                <a:lnTo>
                  <a:pt x="978078" y="1290247"/>
                </a:lnTo>
                <a:lnTo>
                  <a:pt x="979010" y="1288195"/>
                </a:lnTo>
                <a:lnTo>
                  <a:pt x="979988" y="1286214"/>
                </a:lnTo>
                <a:lnTo>
                  <a:pt x="981145" y="1284409"/>
                </a:lnTo>
                <a:lnTo>
                  <a:pt x="984002" y="1282564"/>
                </a:lnTo>
                <a:lnTo>
                  <a:pt x="987178" y="1280821"/>
                </a:lnTo>
                <a:lnTo>
                  <a:pt x="991540" y="1281325"/>
                </a:lnTo>
                <a:lnTo>
                  <a:pt x="994860" y="1282936"/>
                </a:lnTo>
                <a:lnTo>
                  <a:pt x="998225" y="1285983"/>
                </a:lnTo>
                <a:lnTo>
                  <a:pt x="1001170" y="1288080"/>
                </a:lnTo>
                <a:lnTo>
                  <a:pt x="1004431" y="1289616"/>
                </a:lnTo>
                <a:lnTo>
                  <a:pt x="1018222" y="1291204"/>
                </a:lnTo>
                <a:lnTo>
                  <a:pt x="1024384" y="1291866"/>
                </a:lnTo>
                <a:lnTo>
                  <a:pt x="1032499" y="1292058"/>
                </a:lnTo>
                <a:lnTo>
                  <a:pt x="1040828" y="1288142"/>
                </a:lnTo>
                <a:lnTo>
                  <a:pt x="1041405" y="1287074"/>
                </a:lnTo>
                <a:lnTo>
                  <a:pt x="1045691" y="1287468"/>
                </a:lnTo>
                <a:lnTo>
                  <a:pt x="1052567" y="1289383"/>
                </a:lnTo>
                <a:lnTo>
                  <a:pt x="1057772" y="1290953"/>
                </a:lnTo>
                <a:lnTo>
                  <a:pt x="1062445" y="1291922"/>
                </a:lnTo>
                <a:lnTo>
                  <a:pt x="1068790" y="1292334"/>
                </a:lnTo>
                <a:lnTo>
                  <a:pt x="1073611" y="1293888"/>
                </a:lnTo>
                <a:lnTo>
                  <a:pt x="1080849" y="1297829"/>
                </a:lnTo>
                <a:lnTo>
                  <a:pt x="1083728" y="1299335"/>
                </a:lnTo>
                <a:lnTo>
                  <a:pt x="1085274" y="1299572"/>
                </a:lnTo>
                <a:lnTo>
                  <a:pt x="1087176" y="1299888"/>
                </a:lnTo>
                <a:lnTo>
                  <a:pt x="1096901" y="1301574"/>
                </a:lnTo>
                <a:lnTo>
                  <a:pt x="1102463" y="1302502"/>
                </a:lnTo>
                <a:lnTo>
                  <a:pt x="1106872" y="1302703"/>
                </a:lnTo>
                <a:lnTo>
                  <a:pt x="1111516" y="1302537"/>
                </a:lnTo>
                <a:lnTo>
                  <a:pt x="1112671" y="1302687"/>
                </a:lnTo>
                <a:lnTo>
                  <a:pt x="1116643" y="1304536"/>
                </a:lnTo>
                <a:lnTo>
                  <a:pt x="1120790" y="1306971"/>
                </a:lnTo>
                <a:lnTo>
                  <a:pt x="1123523" y="1308571"/>
                </a:lnTo>
                <a:lnTo>
                  <a:pt x="1126332" y="1310029"/>
                </a:lnTo>
                <a:lnTo>
                  <a:pt x="1129893" y="1312298"/>
                </a:lnTo>
                <a:lnTo>
                  <a:pt x="1132891" y="1314470"/>
                </a:lnTo>
                <a:lnTo>
                  <a:pt x="1137825" y="1318081"/>
                </a:lnTo>
                <a:lnTo>
                  <a:pt x="1142076" y="1320994"/>
                </a:lnTo>
                <a:lnTo>
                  <a:pt x="1147294" y="1322849"/>
                </a:lnTo>
                <a:lnTo>
                  <a:pt x="1151306" y="1323905"/>
                </a:lnTo>
                <a:lnTo>
                  <a:pt x="1154261" y="1324741"/>
                </a:lnTo>
                <a:lnTo>
                  <a:pt x="1157387" y="1325858"/>
                </a:lnTo>
                <a:lnTo>
                  <a:pt x="1161017" y="1327430"/>
                </a:lnTo>
                <a:lnTo>
                  <a:pt x="1163416" y="1328651"/>
                </a:lnTo>
                <a:lnTo>
                  <a:pt x="1166615" y="1330630"/>
                </a:lnTo>
                <a:lnTo>
                  <a:pt x="1168943" y="1332610"/>
                </a:lnTo>
                <a:lnTo>
                  <a:pt x="1171271" y="1334785"/>
                </a:lnTo>
                <a:lnTo>
                  <a:pt x="1175704" y="1337521"/>
                </a:lnTo>
                <a:lnTo>
                  <a:pt x="1178466" y="1338941"/>
                </a:lnTo>
                <a:lnTo>
                  <a:pt x="1182406" y="1341378"/>
                </a:lnTo>
                <a:lnTo>
                  <a:pt x="1185028" y="1342429"/>
                </a:lnTo>
                <a:lnTo>
                  <a:pt x="1188077" y="1343869"/>
                </a:lnTo>
                <a:lnTo>
                  <a:pt x="1191071" y="1345858"/>
                </a:lnTo>
                <a:lnTo>
                  <a:pt x="1193447" y="1347764"/>
                </a:lnTo>
                <a:lnTo>
                  <a:pt x="1195788" y="1349622"/>
                </a:lnTo>
                <a:lnTo>
                  <a:pt x="1199039" y="1349348"/>
                </a:lnTo>
                <a:lnTo>
                  <a:pt x="1200930" y="1348954"/>
                </a:lnTo>
                <a:lnTo>
                  <a:pt x="1202138" y="1349713"/>
                </a:lnTo>
                <a:lnTo>
                  <a:pt x="1206396" y="1354060"/>
                </a:lnTo>
                <a:lnTo>
                  <a:pt x="1208712" y="1355339"/>
                </a:lnTo>
                <a:lnTo>
                  <a:pt x="1210878" y="1356597"/>
                </a:lnTo>
                <a:lnTo>
                  <a:pt x="1215028" y="1358472"/>
                </a:lnTo>
                <a:lnTo>
                  <a:pt x="1217985" y="1359400"/>
                </a:lnTo>
                <a:lnTo>
                  <a:pt x="1219714" y="1360097"/>
                </a:lnTo>
                <a:lnTo>
                  <a:pt x="1225659" y="1365256"/>
                </a:lnTo>
                <a:lnTo>
                  <a:pt x="1258663" y="1376994"/>
                </a:lnTo>
                <a:lnTo>
                  <a:pt x="1259903" y="1377552"/>
                </a:lnTo>
                <a:lnTo>
                  <a:pt x="1264194" y="1379302"/>
                </a:lnTo>
                <a:lnTo>
                  <a:pt x="1266021" y="1380197"/>
                </a:lnTo>
                <a:lnTo>
                  <a:pt x="1271372" y="1384071"/>
                </a:lnTo>
                <a:lnTo>
                  <a:pt x="1276608" y="1387875"/>
                </a:lnTo>
                <a:lnTo>
                  <a:pt x="1280990" y="1390557"/>
                </a:lnTo>
                <a:lnTo>
                  <a:pt x="1288705" y="1394798"/>
                </a:lnTo>
                <a:lnTo>
                  <a:pt x="1290702" y="1395872"/>
                </a:lnTo>
                <a:lnTo>
                  <a:pt x="1293523" y="1397783"/>
                </a:lnTo>
                <a:lnTo>
                  <a:pt x="1294334" y="1399347"/>
                </a:lnTo>
                <a:lnTo>
                  <a:pt x="1297521" y="1401685"/>
                </a:lnTo>
                <a:lnTo>
                  <a:pt x="1300371" y="1403512"/>
                </a:lnTo>
                <a:lnTo>
                  <a:pt x="1300152" y="1403192"/>
                </a:lnTo>
                <a:lnTo>
                  <a:pt x="1303657" y="1406160"/>
                </a:lnTo>
                <a:lnTo>
                  <a:pt x="1306785" y="1410363"/>
                </a:lnTo>
                <a:lnTo>
                  <a:pt x="1307784" y="1412737"/>
                </a:lnTo>
                <a:lnTo>
                  <a:pt x="1312020" y="1417349"/>
                </a:lnTo>
                <a:lnTo>
                  <a:pt x="1316731" y="1421779"/>
                </a:lnTo>
                <a:lnTo>
                  <a:pt x="1317848" y="1422930"/>
                </a:lnTo>
                <a:lnTo>
                  <a:pt x="1320009" y="1427694"/>
                </a:lnTo>
                <a:lnTo>
                  <a:pt x="1319991" y="1432811"/>
                </a:lnTo>
                <a:lnTo>
                  <a:pt x="1323866" y="1440136"/>
                </a:lnTo>
                <a:lnTo>
                  <a:pt x="1327601" y="1442167"/>
                </a:lnTo>
                <a:lnTo>
                  <a:pt x="1334332" y="1444842"/>
                </a:lnTo>
                <a:lnTo>
                  <a:pt x="1336424" y="1450834"/>
                </a:lnTo>
                <a:lnTo>
                  <a:pt x="1337762" y="1453951"/>
                </a:lnTo>
                <a:lnTo>
                  <a:pt x="1342639" y="1459056"/>
                </a:lnTo>
                <a:lnTo>
                  <a:pt x="1345162" y="1459050"/>
                </a:lnTo>
                <a:lnTo>
                  <a:pt x="1347076" y="1465225"/>
                </a:lnTo>
                <a:lnTo>
                  <a:pt x="1347594" y="1469824"/>
                </a:lnTo>
                <a:lnTo>
                  <a:pt x="1359633" y="1478598"/>
                </a:lnTo>
                <a:lnTo>
                  <a:pt x="1370058" y="1485846"/>
                </a:lnTo>
                <a:lnTo>
                  <a:pt x="1378251" y="1491393"/>
                </a:lnTo>
                <a:lnTo>
                  <a:pt x="1389260" y="1493637"/>
                </a:lnTo>
                <a:lnTo>
                  <a:pt x="1399329" y="1498014"/>
                </a:lnTo>
                <a:lnTo>
                  <a:pt x="1404656" y="1501064"/>
                </a:lnTo>
                <a:lnTo>
                  <a:pt x="1406326" y="1502074"/>
                </a:lnTo>
                <a:lnTo>
                  <a:pt x="1408908" y="1504158"/>
                </a:lnTo>
                <a:lnTo>
                  <a:pt x="1416815" y="1507721"/>
                </a:lnTo>
                <a:lnTo>
                  <a:pt x="1419229" y="1508372"/>
                </a:lnTo>
                <a:lnTo>
                  <a:pt x="1422595" y="1508519"/>
                </a:lnTo>
                <a:lnTo>
                  <a:pt x="1433346" y="1513048"/>
                </a:lnTo>
                <a:lnTo>
                  <a:pt x="1442679" y="1514873"/>
                </a:lnTo>
                <a:lnTo>
                  <a:pt x="1449351" y="1515260"/>
                </a:lnTo>
                <a:lnTo>
                  <a:pt x="1455286" y="1513362"/>
                </a:lnTo>
                <a:lnTo>
                  <a:pt x="1457251" y="1512389"/>
                </a:lnTo>
                <a:lnTo>
                  <a:pt x="1460484" y="1511861"/>
                </a:lnTo>
                <a:lnTo>
                  <a:pt x="1464035" y="1512070"/>
                </a:lnTo>
                <a:lnTo>
                  <a:pt x="1468154" y="1510263"/>
                </a:lnTo>
                <a:lnTo>
                  <a:pt x="1472486" y="1508651"/>
                </a:lnTo>
                <a:lnTo>
                  <a:pt x="1476620" y="1507184"/>
                </a:lnTo>
                <a:lnTo>
                  <a:pt x="1480381" y="1506216"/>
                </a:lnTo>
                <a:lnTo>
                  <a:pt x="1485193" y="1504862"/>
                </a:lnTo>
                <a:lnTo>
                  <a:pt x="1493672" y="1505459"/>
                </a:lnTo>
                <a:lnTo>
                  <a:pt x="1498574" y="1507977"/>
                </a:lnTo>
                <a:lnTo>
                  <a:pt x="1505689" y="1510400"/>
                </a:lnTo>
                <a:lnTo>
                  <a:pt x="1514148" y="1509738"/>
                </a:lnTo>
                <a:lnTo>
                  <a:pt x="1516768" y="1507895"/>
                </a:lnTo>
                <a:lnTo>
                  <a:pt x="1518573" y="1505260"/>
                </a:lnTo>
                <a:lnTo>
                  <a:pt x="1519849" y="1503024"/>
                </a:lnTo>
                <a:lnTo>
                  <a:pt x="1522191" y="1499875"/>
                </a:lnTo>
                <a:lnTo>
                  <a:pt x="1530880" y="1499508"/>
                </a:lnTo>
                <a:lnTo>
                  <a:pt x="1536136" y="1499112"/>
                </a:lnTo>
                <a:lnTo>
                  <a:pt x="1544387" y="1500748"/>
                </a:lnTo>
                <a:lnTo>
                  <a:pt x="1551656" y="1501787"/>
                </a:lnTo>
                <a:lnTo>
                  <a:pt x="1556609" y="1499835"/>
                </a:lnTo>
                <a:lnTo>
                  <a:pt x="1562449" y="1499441"/>
                </a:lnTo>
                <a:lnTo>
                  <a:pt x="1568342" y="1499552"/>
                </a:lnTo>
                <a:lnTo>
                  <a:pt x="1572128" y="1498760"/>
                </a:lnTo>
                <a:lnTo>
                  <a:pt x="1577583" y="1501340"/>
                </a:lnTo>
                <a:lnTo>
                  <a:pt x="1579288" y="1501618"/>
                </a:lnTo>
                <a:lnTo>
                  <a:pt x="1586118" y="1496484"/>
                </a:lnTo>
                <a:lnTo>
                  <a:pt x="1589012" y="1495435"/>
                </a:lnTo>
                <a:lnTo>
                  <a:pt x="1594030" y="1495633"/>
                </a:lnTo>
                <a:lnTo>
                  <a:pt x="1604711" y="1497564"/>
                </a:lnTo>
                <a:lnTo>
                  <a:pt x="1608725" y="1500083"/>
                </a:lnTo>
                <a:lnTo>
                  <a:pt x="1611138" y="1502638"/>
                </a:lnTo>
                <a:lnTo>
                  <a:pt x="1612464" y="1496432"/>
                </a:lnTo>
                <a:lnTo>
                  <a:pt x="1616140" y="1496313"/>
                </a:lnTo>
                <a:lnTo>
                  <a:pt x="1619398" y="1495781"/>
                </a:lnTo>
                <a:lnTo>
                  <a:pt x="1624231" y="1494073"/>
                </a:lnTo>
                <a:lnTo>
                  <a:pt x="1625067" y="1491413"/>
                </a:lnTo>
                <a:lnTo>
                  <a:pt x="1627268" y="1490190"/>
                </a:lnTo>
                <a:lnTo>
                  <a:pt x="1630166" y="1489715"/>
                </a:lnTo>
                <a:lnTo>
                  <a:pt x="1632381" y="1491308"/>
                </a:lnTo>
                <a:lnTo>
                  <a:pt x="1634679" y="1493681"/>
                </a:lnTo>
                <a:lnTo>
                  <a:pt x="1637910" y="1497444"/>
                </a:lnTo>
                <a:lnTo>
                  <a:pt x="1640782" y="1498906"/>
                </a:lnTo>
                <a:lnTo>
                  <a:pt x="1642348" y="1499134"/>
                </a:lnTo>
                <a:lnTo>
                  <a:pt x="1643138" y="1495225"/>
                </a:lnTo>
                <a:lnTo>
                  <a:pt x="1644339" y="1493244"/>
                </a:lnTo>
                <a:lnTo>
                  <a:pt x="1646847" y="1492163"/>
                </a:lnTo>
                <a:lnTo>
                  <a:pt x="1649417" y="1489096"/>
                </a:lnTo>
                <a:lnTo>
                  <a:pt x="1652330" y="1486514"/>
                </a:lnTo>
                <a:lnTo>
                  <a:pt x="1657143" y="1484783"/>
                </a:lnTo>
                <a:lnTo>
                  <a:pt x="1663037" y="1481582"/>
                </a:lnTo>
                <a:lnTo>
                  <a:pt x="1665129" y="1477357"/>
                </a:lnTo>
                <a:lnTo>
                  <a:pt x="1665402" y="1472568"/>
                </a:lnTo>
                <a:lnTo>
                  <a:pt x="1667009" y="1469457"/>
                </a:lnTo>
                <a:lnTo>
                  <a:pt x="1669657" y="1465440"/>
                </a:lnTo>
                <a:lnTo>
                  <a:pt x="1673329" y="1461623"/>
                </a:lnTo>
                <a:lnTo>
                  <a:pt x="1673902" y="1460050"/>
                </a:lnTo>
                <a:lnTo>
                  <a:pt x="1673893" y="1456485"/>
                </a:lnTo>
                <a:lnTo>
                  <a:pt x="1678733" y="1456983"/>
                </a:lnTo>
                <a:lnTo>
                  <a:pt x="1683779" y="1460462"/>
                </a:lnTo>
                <a:lnTo>
                  <a:pt x="1688727" y="1463744"/>
                </a:lnTo>
                <a:lnTo>
                  <a:pt x="1691971" y="1465033"/>
                </a:lnTo>
                <a:lnTo>
                  <a:pt x="1693656" y="1466823"/>
                </a:lnTo>
                <a:lnTo>
                  <a:pt x="1694676" y="1469184"/>
                </a:lnTo>
                <a:lnTo>
                  <a:pt x="1695290" y="1471504"/>
                </a:lnTo>
                <a:lnTo>
                  <a:pt x="1696103" y="1473598"/>
                </a:lnTo>
                <a:lnTo>
                  <a:pt x="1696309" y="1476807"/>
                </a:lnTo>
                <a:lnTo>
                  <a:pt x="1699632" y="1474203"/>
                </a:lnTo>
                <a:lnTo>
                  <a:pt x="1701888" y="1471043"/>
                </a:lnTo>
                <a:lnTo>
                  <a:pt x="1704003" y="1467901"/>
                </a:lnTo>
                <a:lnTo>
                  <a:pt x="1704581" y="1466373"/>
                </a:lnTo>
                <a:lnTo>
                  <a:pt x="1707337" y="1465163"/>
                </a:lnTo>
                <a:lnTo>
                  <a:pt x="1710422" y="1464331"/>
                </a:lnTo>
                <a:lnTo>
                  <a:pt x="1714486" y="1463356"/>
                </a:lnTo>
                <a:lnTo>
                  <a:pt x="1715876" y="1462502"/>
                </a:lnTo>
                <a:lnTo>
                  <a:pt x="1717724" y="1458805"/>
                </a:lnTo>
                <a:lnTo>
                  <a:pt x="1718850" y="1457201"/>
                </a:lnTo>
                <a:lnTo>
                  <a:pt x="1719565" y="1453979"/>
                </a:lnTo>
                <a:lnTo>
                  <a:pt x="1718826" y="1450092"/>
                </a:lnTo>
                <a:lnTo>
                  <a:pt x="1719590" y="1447220"/>
                </a:lnTo>
                <a:lnTo>
                  <a:pt x="1719422" y="1443714"/>
                </a:lnTo>
                <a:lnTo>
                  <a:pt x="1718817" y="1439659"/>
                </a:lnTo>
                <a:lnTo>
                  <a:pt x="1718007" y="1437709"/>
                </a:lnTo>
                <a:lnTo>
                  <a:pt x="1719362" y="1435690"/>
                </a:lnTo>
                <a:lnTo>
                  <a:pt x="1721426" y="1433501"/>
                </a:lnTo>
                <a:lnTo>
                  <a:pt x="1725356" y="1430014"/>
                </a:lnTo>
                <a:lnTo>
                  <a:pt x="1729060" y="1426360"/>
                </a:lnTo>
                <a:lnTo>
                  <a:pt x="1732678" y="1423241"/>
                </a:lnTo>
                <a:lnTo>
                  <a:pt x="1736011" y="1420894"/>
                </a:lnTo>
                <a:lnTo>
                  <a:pt x="1739401" y="1418210"/>
                </a:lnTo>
                <a:lnTo>
                  <a:pt x="1741864" y="1414644"/>
                </a:lnTo>
                <a:lnTo>
                  <a:pt x="1742795" y="1407397"/>
                </a:lnTo>
                <a:lnTo>
                  <a:pt x="1744745" y="1403789"/>
                </a:lnTo>
                <a:lnTo>
                  <a:pt x="1748835" y="1404599"/>
                </a:lnTo>
                <a:lnTo>
                  <a:pt x="1754700" y="1395670"/>
                </a:lnTo>
                <a:lnTo>
                  <a:pt x="1757098" y="1391154"/>
                </a:lnTo>
                <a:lnTo>
                  <a:pt x="1761870" y="1386476"/>
                </a:lnTo>
                <a:lnTo>
                  <a:pt x="1765195" y="1383614"/>
                </a:lnTo>
                <a:lnTo>
                  <a:pt x="1767386" y="1381132"/>
                </a:lnTo>
                <a:lnTo>
                  <a:pt x="1769271" y="1379535"/>
                </a:lnTo>
                <a:lnTo>
                  <a:pt x="1771856" y="1379919"/>
                </a:lnTo>
                <a:lnTo>
                  <a:pt x="1774104" y="1379054"/>
                </a:lnTo>
                <a:lnTo>
                  <a:pt x="1776466" y="1377393"/>
                </a:lnTo>
                <a:lnTo>
                  <a:pt x="1779943" y="1374220"/>
                </a:lnTo>
                <a:lnTo>
                  <a:pt x="1782217" y="1371506"/>
                </a:lnTo>
                <a:lnTo>
                  <a:pt x="1785610" y="1368495"/>
                </a:lnTo>
                <a:lnTo>
                  <a:pt x="1788611" y="1366661"/>
                </a:lnTo>
                <a:lnTo>
                  <a:pt x="1789666" y="1365726"/>
                </a:lnTo>
                <a:lnTo>
                  <a:pt x="1791382" y="1362383"/>
                </a:lnTo>
                <a:lnTo>
                  <a:pt x="1793338" y="1359447"/>
                </a:lnTo>
                <a:lnTo>
                  <a:pt x="1794801" y="1358048"/>
                </a:lnTo>
                <a:lnTo>
                  <a:pt x="1797923" y="1355441"/>
                </a:lnTo>
                <a:lnTo>
                  <a:pt x="1800907" y="1352768"/>
                </a:lnTo>
                <a:lnTo>
                  <a:pt x="1804368" y="1351381"/>
                </a:lnTo>
                <a:lnTo>
                  <a:pt x="1808143" y="1350233"/>
                </a:lnTo>
                <a:lnTo>
                  <a:pt x="1812169" y="1347985"/>
                </a:lnTo>
                <a:lnTo>
                  <a:pt x="1814886" y="1345997"/>
                </a:lnTo>
                <a:lnTo>
                  <a:pt x="1817424" y="1344447"/>
                </a:lnTo>
                <a:lnTo>
                  <a:pt x="1818826" y="1343370"/>
                </a:lnTo>
                <a:lnTo>
                  <a:pt x="1825292" y="1341326"/>
                </a:lnTo>
                <a:lnTo>
                  <a:pt x="1831848" y="1340426"/>
                </a:lnTo>
                <a:lnTo>
                  <a:pt x="1835691" y="1340409"/>
                </a:lnTo>
                <a:lnTo>
                  <a:pt x="1839061" y="1340413"/>
                </a:lnTo>
                <a:lnTo>
                  <a:pt x="1844248" y="1340484"/>
                </a:lnTo>
                <a:lnTo>
                  <a:pt x="1849387" y="1341028"/>
                </a:lnTo>
                <a:lnTo>
                  <a:pt x="1854565" y="1341906"/>
                </a:lnTo>
                <a:lnTo>
                  <a:pt x="1859345" y="1343353"/>
                </a:lnTo>
                <a:lnTo>
                  <a:pt x="1862707" y="1345626"/>
                </a:lnTo>
                <a:lnTo>
                  <a:pt x="1867300" y="1347373"/>
                </a:lnTo>
                <a:lnTo>
                  <a:pt x="1874641" y="1349779"/>
                </a:lnTo>
                <a:lnTo>
                  <a:pt x="1875229" y="1351267"/>
                </a:lnTo>
                <a:lnTo>
                  <a:pt x="1877358" y="1354324"/>
                </a:lnTo>
                <a:lnTo>
                  <a:pt x="1879606" y="1358579"/>
                </a:lnTo>
                <a:lnTo>
                  <a:pt x="1882003" y="1360605"/>
                </a:lnTo>
                <a:lnTo>
                  <a:pt x="1887994" y="1362925"/>
                </a:lnTo>
                <a:lnTo>
                  <a:pt x="1894847" y="1365869"/>
                </a:lnTo>
                <a:lnTo>
                  <a:pt x="1900029" y="1366530"/>
                </a:lnTo>
                <a:lnTo>
                  <a:pt x="1906523" y="1367692"/>
                </a:lnTo>
                <a:lnTo>
                  <a:pt x="1910651" y="1372073"/>
                </a:lnTo>
                <a:lnTo>
                  <a:pt x="1916017" y="1374286"/>
                </a:lnTo>
                <a:lnTo>
                  <a:pt x="1920600" y="1375782"/>
                </a:lnTo>
                <a:lnTo>
                  <a:pt x="1927457" y="1377825"/>
                </a:lnTo>
                <a:lnTo>
                  <a:pt x="1929657" y="1379448"/>
                </a:lnTo>
                <a:lnTo>
                  <a:pt x="1934534" y="1382752"/>
                </a:lnTo>
                <a:lnTo>
                  <a:pt x="1938586" y="1385613"/>
                </a:lnTo>
                <a:lnTo>
                  <a:pt x="1940909" y="1387747"/>
                </a:lnTo>
                <a:lnTo>
                  <a:pt x="1943969" y="1390487"/>
                </a:lnTo>
                <a:lnTo>
                  <a:pt x="1951117" y="1393638"/>
                </a:lnTo>
                <a:lnTo>
                  <a:pt x="1955821" y="1395561"/>
                </a:lnTo>
                <a:lnTo>
                  <a:pt x="1959960" y="1397763"/>
                </a:lnTo>
                <a:lnTo>
                  <a:pt x="1965073" y="1398706"/>
                </a:lnTo>
                <a:lnTo>
                  <a:pt x="1969280" y="1399580"/>
                </a:lnTo>
                <a:lnTo>
                  <a:pt x="1969544" y="1396207"/>
                </a:lnTo>
                <a:lnTo>
                  <a:pt x="1968208" y="1393570"/>
                </a:lnTo>
                <a:lnTo>
                  <a:pt x="1967035" y="1391458"/>
                </a:lnTo>
                <a:lnTo>
                  <a:pt x="1966861" y="1391379"/>
                </a:lnTo>
                <a:lnTo>
                  <a:pt x="1962226" y="1389254"/>
                </a:lnTo>
                <a:lnTo>
                  <a:pt x="1958337" y="1388237"/>
                </a:lnTo>
                <a:lnTo>
                  <a:pt x="1957119" y="1387013"/>
                </a:lnTo>
                <a:lnTo>
                  <a:pt x="1953996" y="1384551"/>
                </a:lnTo>
                <a:lnTo>
                  <a:pt x="1951401" y="1381915"/>
                </a:lnTo>
                <a:lnTo>
                  <a:pt x="1952163" y="1381024"/>
                </a:lnTo>
                <a:lnTo>
                  <a:pt x="1954198" y="1379633"/>
                </a:lnTo>
                <a:lnTo>
                  <a:pt x="1957255" y="1379977"/>
                </a:lnTo>
                <a:lnTo>
                  <a:pt x="1960621" y="1381709"/>
                </a:lnTo>
                <a:lnTo>
                  <a:pt x="1963700" y="1382906"/>
                </a:lnTo>
                <a:lnTo>
                  <a:pt x="1966007" y="1383590"/>
                </a:lnTo>
                <a:lnTo>
                  <a:pt x="1967862" y="1384069"/>
                </a:lnTo>
                <a:lnTo>
                  <a:pt x="1976476" y="1390880"/>
                </a:lnTo>
                <a:lnTo>
                  <a:pt x="1981090" y="1396200"/>
                </a:lnTo>
                <a:lnTo>
                  <a:pt x="1986180" y="1399983"/>
                </a:lnTo>
                <a:lnTo>
                  <a:pt x="1991643" y="1400007"/>
                </a:lnTo>
                <a:lnTo>
                  <a:pt x="1996923" y="1399568"/>
                </a:lnTo>
                <a:lnTo>
                  <a:pt x="2005460" y="1398350"/>
                </a:lnTo>
                <a:lnTo>
                  <a:pt x="2010618" y="1397847"/>
                </a:lnTo>
                <a:lnTo>
                  <a:pt x="2017780" y="1399325"/>
                </a:lnTo>
                <a:lnTo>
                  <a:pt x="2027980" y="1402402"/>
                </a:lnTo>
                <a:lnTo>
                  <a:pt x="2036946" y="1403334"/>
                </a:lnTo>
                <a:lnTo>
                  <a:pt x="2040747" y="1402381"/>
                </a:lnTo>
                <a:lnTo>
                  <a:pt x="2046587" y="1395900"/>
                </a:lnTo>
                <a:lnTo>
                  <a:pt x="2048694" y="1390860"/>
                </a:lnTo>
                <a:lnTo>
                  <a:pt x="2049859" y="1384732"/>
                </a:lnTo>
                <a:lnTo>
                  <a:pt x="2051746" y="1379966"/>
                </a:lnTo>
                <a:lnTo>
                  <a:pt x="2052936" y="1377819"/>
                </a:lnTo>
                <a:lnTo>
                  <a:pt x="2055941" y="1375742"/>
                </a:lnTo>
                <a:lnTo>
                  <a:pt x="2058087" y="1374013"/>
                </a:lnTo>
                <a:lnTo>
                  <a:pt x="2062382" y="1371422"/>
                </a:lnTo>
                <a:lnTo>
                  <a:pt x="2066607" y="1367251"/>
                </a:lnTo>
                <a:lnTo>
                  <a:pt x="2062920" y="1367603"/>
                </a:lnTo>
                <a:lnTo>
                  <a:pt x="2058380" y="1367728"/>
                </a:lnTo>
                <a:lnTo>
                  <a:pt x="2055034" y="1367493"/>
                </a:lnTo>
                <a:lnTo>
                  <a:pt x="2051300" y="1367508"/>
                </a:lnTo>
                <a:lnTo>
                  <a:pt x="2049217" y="1367099"/>
                </a:lnTo>
                <a:lnTo>
                  <a:pt x="2045787" y="1367001"/>
                </a:lnTo>
                <a:lnTo>
                  <a:pt x="2038519" y="1367107"/>
                </a:lnTo>
                <a:lnTo>
                  <a:pt x="2038123" y="1364509"/>
                </a:lnTo>
                <a:lnTo>
                  <a:pt x="2040099" y="1361871"/>
                </a:lnTo>
                <a:lnTo>
                  <a:pt x="2045337" y="1360424"/>
                </a:lnTo>
                <a:lnTo>
                  <a:pt x="2049574" y="1359055"/>
                </a:lnTo>
                <a:lnTo>
                  <a:pt x="2057655" y="1356695"/>
                </a:lnTo>
                <a:lnTo>
                  <a:pt x="2065808" y="1355677"/>
                </a:lnTo>
                <a:lnTo>
                  <a:pt x="2071763" y="1354341"/>
                </a:lnTo>
                <a:lnTo>
                  <a:pt x="2077075" y="1351514"/>
                </a:lnTo>
                <a:lnTo>
                  <a:pt x="2080994" y="1348725"/>
                </a:lnTo>
                <a:lnTo>
                  <a:pt x="2084469" y="1345416"/>
                </a:lnTo>
                <a:lnTo>
                  <a:pt x="2087328" y="1341736"/>
                </a:lnTo>
                <a:lnTo>
                  <a:pt x="2090427" y="1338025"/>
                </a:lnTo>
                <a:lnTo>
                  <a:pt x="2092631" y="1334827"/>
                </a:lnTo>
                <a:lnTo>
                  <a:pt x="2093835" y="1332466"/>
                </a:lnTo>
                <a:lnTo>
                  <a:pt x="2099889" y="1328267"/>
                </a:lnTo>
                <a:lnTo>
                  <a:pt x="2100590" y="1325930"/>
                </a:lnTo>
                <a:lnTo>
                  <a:pt x="2100611" y="1322992"/>
                </a:lnTo>
                <a:lnTo>
                  <a:pt x="2104144" y="1321452"/>
                </a:lnTo>
                <a:lnTo>
                  <a:pt x="2110840" y="1318435"/>
                </a:lnTo>
                <a:lnTo>
                  <a:pt x="2117927" y="1316609"/>
                </a:lnTo>
                <a:lnTo>
                  <a:pt x="2124239" y="1321079"/>
                </a:lnTo>
                <a:lnTo>
                  <a:pt x="2131584" y="1326080"/>
                </a:lnTo>
                <a:lnTo>
                  <a:pt x="2139739" y="1329748"/>
                </a:lnTo>
                <a:lnTo>
                  <a:pt x="2147651" y="1334834"/>
                </a:lnTo>
                <a:lnTo>
                  <a:pt x="2155676" y="1344267"/>
                </a:lnTo>
                <a:lnTo>
                  <a:pt x="2157964" y="1350566"/>
                </a:lnTo>
                <a:lnTo>
                  <a:pt x="2160044" y="1369603"/>
                </a:lnTo>
                <a:lnTo>
                  <a:pt x="2162884" y="1384349"/>
                </a:lnTo>
                <a:lnTo>
                  <a:pt x="2161026" y="1396126"/>
                </a:lnTo>
                <a:lnTo>
                  <a:pt x="2153693" y="1398196"/>
                </a:lnTo>
                <a:lnTo>
                  <a:pt x="2148631" y="1399332"/>
                </a:lnTo>
                <a:lnTo>
                  <a:pt x="2146836" y="1399953"/>
                </a:lnTo>
                <a:lnTo>
                  <a:pt x="2143046" y="1405631"/>
                </a:lnTo>
                <a:lnTo>
                  <a:pt x="2139587" y="1410681"/>
                </a:lnTo>
                <a:lnTo>
                  <a:pt x="2134950" y="1415615"/>
                </a:lnTo>
                <a:lnTo>
                  <a:pt x="2129644" y="1417640"/>
                </a:lnTo>
                <a:lnTo>
                  <a:pt x="2126077" y="1423211"/>
                </a:lnTo>
                <a:lnTo>
                  <a:pt x="2123513" y="1426336"/>
                </a:lnTo>
                <a:lnTo>
                  <a:pt x="2117078" y="1428728"/>
                </a:lnTo>
                <a:lnTo>
                  <a:pt x="2113963" y="1430926"/>
                </a:lnTo>
                <a:lnTo>
                  <a:pt x="2112447" y="1434572"/>
                </a:lnTo>
                <a:lnTo>
                  <a:pt x="2110907" y="1438340"/>
                </a:lnTo>
                <a:lnTo>
                  <a:pt x="2107460" y="1442712"/>
                </a:lnTo>
                <a:lnTo>
                  <a:pt x="2101172" y="1446547"/>
                </a:lnTo>
                <a:lnTo>
                  <a:pt x="2096059" y="1452291"/>
                </a:lnTo>
                <a:lnTo>
                  <a:pt x="2092737" y="1455718"/>
                </a:lnTo>
                <a:lnTo>
                  <a:pt x="2091555" y="1457610"/>
                </a:lnTo>
                <a:lnTo>
                  <a:pt x="2091118" y="1463742"/>
                </a:lnTo>
                <a:lnTo>
                  <a:pt x="2091419" y="1469034"/>
                </a:lnTo>
                <a:lnTo>
                  <a:pt x="2092616" y="1475871"/>
                </a:lnTo>
                <a:lnTo>
                  <a:pt x="2094332" y="1481398"/>
                </a:lnTo>
                <a:lnTo>
                  <a:pt x="2096618" y="1484230"/>
                </a:lnTo>
                <a:lnTo>
                  <a:pt x="2099947" y="1487897"/>
                </a:lnTo>
                <a:lnTo>
                  <a:pt x="2105054" y="1493373"/>
                </a:lnTo>
                <a:lnTo>
                  <a:pt x="2109686" y="1498809"/>
                </a:lnTo>
                <a:lnTo>
                  <a:pt x="2114336" y="1504441"/>
                </a:lnTo>
                <a:lnTo>
                  <a:pt x="2119287" y="1509656"/>
                </a:lnTo>
                <a:lnTo>
                  <a:pt x="2122957" y="1514865"/>
                </a:lnTo>
                <a:lnTo>
                  <a:pt x="2127737" y="1522680"/>
                </a:lnTo>
                <a:lnTo>
                  <a:pt x="2131134" y="1528516"/>
                </a:lnTo>
                <a:lnTo>
                  <a:pt x="2133886" y="1533453"/>
                </a:lnTo>
                <a:lnTo>
                  <a:pt x="2136743" y="1539541"/>
                </a:lnTo>
                <a:lnTo>
                  <a:pt x="2137344" y="1543881"/>
                </a:lnTo>
                <a:lnTo>
                  <a:pt x="2136680" y="1546518"/>
                </a:lnTo>
                <a:lnTo>
                  <a:pt x="2135348" y="1549333"/>
                </a:lnTo>
                <a:lnTo>
                  <a:pt x="2132829" y="1552406"/>
                </a:lnTo>
                <a:lnTo>
                  <a:pt x="2130742" y="1555045"/>
                </a:lnTo>
                <a:lnTo>
                  <a:pt x="2128891" y="1558484"/>
                </a:lnTo>
                <a:lnTo>
                  <a:pt x="2128655" y="1560248"/>
                </a:lnTo>
                <a:lnTo>
                  <a:pt x="2131429" y="1565532"/>
                </a:lnTo>
                <a:lnTo>
                  <a:pt x="2135593" y="1566198"/>
                </a:lnTo>
                <a:lnTo>
                  <a:pt x="2148849" y="1568344"/>
                </a:lnTo>
                <a:lnTo>
                  <a:pt x="2152116" y="1570539"/>
                </a:lnTo>
                <a:lnTo>
                  <a:pt x="2162900" y="1580251"/>
                </a:lnTo>
                <a:lnTo>
                  <a:pt x="2176325" y="1585235"/>
                </a:lnTo>
                <a:lnTo>
                  <a:pt x="2189458" y="1594961"/>
                </a:lnTo>
                <a:lnTo>
                  <a:pt x="2195659" y="1579591"/>
                </a:lnTo>
                <a:lnTo>
                  <a:pt x="2202683" y="1566908"/>
                </a:lnTo>
                <a:lnTo>
                  <a:pt x="2213607" y="1560135"/>
                </a:lnTo>
                <a:lnTo>
                  <a:pt x="2215373" y="1550999"/>
                </a:lnTo>
                <a:lnTo>
                  <a:pt x="2226458" y="1552075"/>
                </a:lnTo>
                <a:lnTo>
                  <a:pt x="2227823" y="1541594"/>
                </a:lnTo>
                <a:lnTo>
                  <a:pt x="2222465" y="1499644"/>
                </a:lnTo>
                <a:lnTo>
                  <a:pt x="2240677" y="1498568"/>
                </a:lnTo>
                <a:lnTo>
                  <a:pt x="2253115" y="1492267"/>
                </a:lnTo>
                <a:lnTo>
                  <a:pt x="2266402" y="1493693"/>
                </a:lnTo>
                <a:lnTo>
                  <a:pt x="2276358" y="1493766"/>
                </a:lnTo>
                <a:lnTo>
                  <a:pt x="2283756" y="1491772"/>
                </a:lnTo>
                <a:lnTo>
                  <a:pt x="2284254" y="1482495"/>
                </a:lnTo>
                <a:lnTo>
                  <a:pt x="2263195" y="1453574"/>
                </a:lnTo>
                <a:lnTo>
                  <a:pt x="2251850" y="1434742"/>
                </a:lnTo>
                <a:lnTo>
                  <a:pt x="2248980" y="1416450"/>
                </a:lnTo>
                <a:lnTo>
                  <a:pt x="2253779" y="1412701"/>
                </a:lnTo>
                <a:lnTo>
                  <a:pt x="2253409" y="1405876"/>
                </a:lnTo>
                <a:lnTo>
                  <a:pt x="2244748" y="1381837"/>
                </a:lnTo>
                <a:lnTo>
                  <a:pt x="2251892" y="1353845"/>
                </a:lnTo>
                <a:lnTo>
                  <a:pt x="2265163" y="1339868"/>
                </a:lnTo>
                <a:lnTo>
                  <a:pt x="2278372" y="1345456"/>
                </a:lnTo>
                <a:lnTo>
                  <a:pt x="2287391" y="1348934"/>
                </a:lnTo>
                <a:lnTo>
                  <a:pt x="2303492" y="1354500"/>
                </a:lnTo>
                <a:lnTo>
                  <a:pt x="2325918" y="1358089"/>
                </a:lnTo>
                <a:lnTo>
                  <a:pt x="2335843" y="1361613"/>
                </a:lnTo>
                <a:lnTo>
                  <a:pt x="2339825" y="1367133"/>
                </a:lnTo>
                <a:lnTo>
                  <a:pt x="2343023" y="1377383"/>
                </a:lnTo>
                <a:lnTo>
                  <a:pt x="2347652" y="1383408"/>
                </a:lnTo>
                <a:lnTo>
                  <a:pt x="2359771" y="1388153"/>
                </a:lnTo>
                <a:lnTo>
                  <a:pt x="2372309" y="1383272"/>
                </a:lnTo>
                <a:lnTo>
                  <a:pt x="2381885" y="1380619"/>
                </a:lnTo>
                <a:lnTo>
                  <a:pt x="2398294" y="1381501"/>
                </a:lnTo>
                <a:lnTo>
                  <a:pt x="2423976" y="1381865"/>
                </a:lnTo>
                <a:lnTo>
                  <a:pt x="2449554" y="1373513"/>
                </a:lnTo>
                <a:lnTo>
                  <a:pt x="2461317" y="1366338"/>
                </a:lnTo>
                <a:lnTo>
                  <a:pt x="2469658" y="1363314"/>
                </a:lnTo>
                <a:lnTo>
                  <a:pt x="2476272" y="1361315"/>
                </a:lnTo>
                <a:lnTo>
                  <a:pt x="2505992" y="1355816"/>
                </a:lnTo>
                <a:lnTo>
                  <a:pt x="2526237" y="1347261"/>
                </a:lnTo>
                <a:lnTo>
                  <a:pt x="2538542" y="1339910"/>
                </a:lnTo>
                <a:lnTo>
                  <a:pt x="2552260" y="1332186"/>
                </a:lnTo>
                <a:lnTo>
                  <a:pt x="2567209" y="1324217"/>
                </a:lnTo>
                <a:lnTo>
                  <a:pt x="2577396" y="1319432"/>
                </a:lnTo>
                <a:lnTo>
                  <a:pt x="2602606" y="1320846"/>
                </a:lnTo>
                <a:lnTo>
                  <a:pt x="2640798" y="1331093"/>
                </a:lnTo>
                <a:lnTo>
                  <a:pt x="2675969" y="1353219"/>
                </a:lnTo>
                <a:lnTo>
                  <a:pt x="2706508" y="1369550"/>
                </a:lnTo>
                <a:lnTo>
                  <a:pt x="2732757" y="1368492"/>
                </a:lnTo>
                <a:lnTo>
                  <a:pt x="2756905" y="1368161"/>
                </a:lnTo>
                <a:lnTo>
                  <a:pt x="2793322" y="1374914"/>
                </a:lnTo>
                <a:lnTo>
                  <a:pt x="2814410" y="1372304"/>
                </a:lnTo>
                <a:lnTo>
                  <a:pt x="2834980" y="1367723"/>
                </a:lnTo>
                <a:lnTo>
                  <a:pt x="2865922" y="1360599"/>
                </a:lnTo>
                <a:lnTo>
                  <a:pt x="2887200" y="1355137"/>
                </a:lnTo>
                <a:lnTo>
                  <a:pt x="2905798" y="1349276"/>
                </a:lnTo>
                <a:lnTo>
                  <a:pt x="2930468" y="1343101"/>
                </a:lnTo>
                <a:lnTo>
                  <a:pt x="2949247" y="1332814"/>
                </a:lnTo>
                <a:lnTo>
                  <a:pt x="2967956" y="1320490"/>
                </a:lnTo>
                <a:lnTo>
                  <a:pt x="2986582" y="1309192"/>
                </a:lnTo>
                <a:lnTo>
                  <a:pt x="2989796" y="1307873"/>
                </a:lnTo>
                <a:lnTo>
                  <a:pt x="2993636" y="1306107"/>
                </a:lnTo>
                <a:lnTo>
                  <a:pt x="3007008" y="1299427"/>
                </a:lnTo>
                <a:lnTo>
                  <a:pt x="3012575" y="1296553"/>
                </a:lnTo>
                <a:lnTo>
                  <a:pt x="3015609" y="1294635"/>
                </a:lnTo>
                <a:lnTo>
                  <a:pt x="3024165" y="1281482"/>
                </a:lnTo>
                <a:lnTo>
                  <a:pt x="3037708" y="1276320"/>
                </a:lnTo>
                <a:lnTo>
                  <a:pt x="3054336" y="1273041"/>
                </a:lnTo>
                <a:lnTo>
                  <a:pt x="3091684" y="1251814"/>
                </a:lnTo>
                <a:lnTo>
                  <a:pt x="3100231" y="1248109"/>
                </a:lnTo>
                <a:lnTo>
                  <a:pt x="3111047" y="1246405"/>
                </a:lnTo>
                <a:lnTo>
                  <a:pt x="3174085" y="1249474"/>
                </a:lnTo>
                <a:lnTo>
                  <a:pt x="3193329" y="1252902"/>
                </a:lnTo>
                <a:lnTo>
                  <a:pt x="3207693" y="1255044"/>
                </a:lnTo>
                <a:lnTo>
                  <a:pt x="3221048" y="1249722"/>
                </a:lnTo>
                <a:lnTo>
                  <a:pt x="3242568" y="1248850"/>
                </a:lnTo>
                <a:lnTo>
                  <a:pt x="3260991" y="1248991"/>
                </a:lnTo>
                <a:lnTo>
                  <a:pt x="3282064" y="1244564"/>
                </a:lnTo>
                <a:lnTo>
                  <a:pt x="3286556" y="1243269"/>
                </a:lnTo>
                <a:lnTo>
                  <a:pt x="3293385" y="1241003"/>
                </a:lnTo>
                <a:lnTo>
                  <a:pt x="3302174" y="1238209"/>
                </a:lnTo>
                <a:lnTo>
                  <a:pt x="3322911" y="1235149"/>
                </a:lnTo>
                <a:lnTo>
                  <a:pt x="3354478" y="1223287"/>
                </a:lnTo>
                <a:lnTo>
                  <a:pt x="3371450" y="1211626"/>
                </a:lnTo>
                <a:lnTo>
                  <a:pt x="3383275" y="1195370"/>
                </a:lnTo>
                <a:lnTo>
                  <a:pt x="3391548" y="1191081"/>
                </a:lnTo>
                <a:lnTo>
                  <a:pt x="3408671" y="1195036"/>
                </a:lnTo>
                <a:lnTo>
                  <a:pt x="3413660" y="1207205"/>
                </a:lnTo>
                <a:lnTo>
                  <a:pt x="3425138" y="1218709"/>
                </a:lnTo>
                <a:lnTo>
                  <a:pt x="3429202" y="1220908"/>
                </a:lnTo>
                <a:lnTo>
                  <a:pt x="3433078" y="1220687"/>
                </a:lnTo>
                <a:lnTo>
                  <a:pt x="3438929" y="1219596"/>
                </a:lnTo>
                <a:lnTo>
                  <a:pt x="3443604" y="1218490"/>
                </a:lnTo>
                <a:lnTo>
                  <a:pt x="3450911" y="1216577"/>
                </a:lnTo>
                <a:lnTo>
                  <a:pt x="3457966" y="1212915"/>
                </a:lnTo>
                <a:lnTo>
                  <a:pt x="3460700" y="1208955"/>
                </a:lnTo>
                <a:lnTo>
                  <a:pt x="3465187" y="1204965"/>
                </a:lnTo>
                <a:lnTo>
                  <a:pt x="3467584" y="1202179"/>
                </a:lnTo>
                <a:lnTo>
                  <a:pt x="3469329" y="1199298"/>
                </a:lnTo>
                <a:lnTo>
                  <a:pt x="3471580" y="1195476"/>
                </a:lnTo>
                <a:lnTo>
                  <a:pt x="3473473" y="1192047"/>
                </a:lnTo>
                <a:lnTo>
                  <a:pt x="3474924" y="1188877"/>
                </a:lnTo>
                <a:lnTo>
                  <a:pt x="3475938" y="1185676"/>
                </a:lnTo>
                <a:lnTo>
                  <a:pt x="3478452" y="1181272"/>
                </a:lnTo>
                <a:lnTo>
                  <a:pt x="3481265" y="1177405"/>
                </a:lnTo>
                <a:lnTo>
                  <a:pt x="3487606" y="1171480"/>
                </a:lnTo>
                <a:lnTo>
                  <a:pt x="3494119" y="1165974"/>
                </a:lnTo>
                <a:lnTo>
                  <a:pt x="3499199" y="1164389"/>
                </a:lnTo>
                <a:lnTo>
                  <a:pt x="3503473" y="1163985"/>
                </a:lnTo>
                <a:lnTo>
                  <a:pt x="3508035" y="1164807"/>
                </a:lnTo>
                <a:lnTo>
                  <a:pt x="3517756" y="1169207"/>
                </a:lnTo>
                <a:lnTo>
                  <a:pt x="3524353" y="1171396"/>
                </a:lnTo>
                <a:lnTo>
                  <a:pt x="3527447" y="1172611"/>
                </a:lnTo>
                <a:lnTo>
                  <a:pt x="3537173" y="1173230"/>
                </a:lnTo>
                <a:lnTo>
                  <a:pt x="3538430" y="1172582"/>
                </a:lnTo>
                <a:lnTo>
                  <a:pt x="3541270" y="1170628"/>
                </a:lnTo>
                <a:lnTo>
                  <a:pt x="3545863" y="1167647"/>
                </a:lnTo>
                <a:lnTo>
                  <a:pt x="3548311" y="1166599"/>
                </a:lnTo>
                <a:lnTo>
                  <a:pt x="3551370" y="1165031"/>
                </a:lnTo>
                <a:lnTo>
                  <a:pt x="3554078" y="1163481"/>
                </a:lnTo>
                <a:lnTo>
                  <a:pt x="3557146" y="1162261"/>
                </a:lnTo>
                <a:lnTo>
                  <a:pt x="3561972" y="1160015"/>
                </a:lnTo>
                <a:lnTo>
                  <a:pt x="3566659" y="1157517"/>
                </a:lnTo>
                <a:lnTo>
                  <a:pt x="3570200" y="1157543"/>
                </a:lnTo>
                <a:lnTo>
                  <a:pt x="3573993" y="1157372"/>
                </a:lnTo>
                <a:lnTo>
                  <a:pt x="3577814" y="1157561"/>
                </a:lnTo>
                <a:lnTo>
                  <a:pt x="3582224" y="1158478"/>
                </a:lnTo>
                <a:lnTo>
                  <a:pt x="3586053" y="1159159"/>
                </a:lnTo>
                <a:lnTo>
                  <a:pt x="3590574" y="1159867"/>
                </a:lnTo>
                <a:lnTo>
                  <a:pt x="3594634" y="1162515"/>
                </a:lnTo>
                <a:lnTo>
                  <a:pt x="3600006" y="1164203"/>
                </a:lnTo>
                <a:lnTo>
                  <a:pt x="3605050" y="1165359"/>
                </a:lnTo>
                <a:lnTo>
                  <a:pt x="3610110" y="1166359"/>
                </a:lnTo>
                <a:lnTo>
                  <a:pt x="3615692" y="1166731"/>
                </a:lnTo>
                <a:lnTo>
                  <a:pt x="3620503" y="1166790"/>
                </a:lnTo>
                <a:lnTo>
                  <a:pt x="3627264" y="1167798"/>
                </a:lnTo>
                <a:lnTo>
                  <a:pt x="3631934" y="1169600"/>
                </a:lnTo>
                <a:lnTo>
                  <a:pt x="3636474" y="1171329"/>
                </a:lnTo>
                <a:lnTo>
                  <a:pt x="3639673" y="1173328"/>
                </a:lnTo>
                <a:lnTo>
                  <a:pt x="3645884" y="1176170"/>
                </a:lnTo>
                <a:lnTo>
                  <a:pt x="3652832" y="1178393"/>
                </a:lnTo>
                <a:lnTo>
                  <a:pt x="3656780" y="1180144"/>
                </a:lnTo>
                <a:lnTo>
                  <a:pt x="3663280" y="1182068"/>
                </a:lnTo>
                <a:lnTo>
                  <a:pt x="3672402" y="1183359"/>
                </a:lnTo>
                <a:lnTo>
                  <a:pt x="3678975" y="1183629"/>
                </a:lnTo>
                <a:lnTo>
                  <a:pt x="3682691" y="1183486"/>
                </a:lnTo>
                <a:lnTo>
                  <a:pt x="3691083" y="1183054"/>
                </a:lnTo>
                <a:lnTo>
                  <a:pt x="3698896" y="1182744"/>
                </a:lnTo>
                <a:lnTo>
                  <a:pt x="3706272" y="1182635"/>
                </a:lnTo>
                <a:lnTo>
                  <a:pt x="3710975" y="1182573"/>
                </a:lnTo>
                <a:lnTo>
                  <a:pt x="3714957" y="1182009"/>
                </a:lnTo>
                <a:lnTo>
                  <a:pt x="3720489" y="1181524"/>
                </a:lnTo>
                <a:lnTo>
                  <a:pt x="3726191" y="1183058"/>
                </a:lnTo>
                <a:lnTo>
                  <a:pt x="3731862" y="1183381"/>
                </a:lnTo>
                <a:lnTo>
                  <a:pt x="3737298" y="1182748"/>
                </a:lnTo>
                <a:lnTo>
                  <a:pt x="3744250" y="1179176"/>
                </a:lnTo>
                <a:lnTo>
                  <a:pt x="3748696" y="1174233"/>
                </a:lnTo>
                <a:lnTo>
                  <a:pt x="3751659" y="1170958"/>
                </a:lnTo>
                <a:lnTo>
                  <a:pt x="3753580" y="1168347"/>
                </a:lnTo>
                <a:lnTo>
                  <a:pt x="3758745" y="1163926"/>
                </a:lnTo>
                <a:lnTo>
                  <a:pt x="3764081" y="1160800"/>
                </a:lnTo>
                <a:lnTo>
                  <a:pt x="3770200" y="1157139"/>
                </a:lnTo>
                <a:lnTo>
                  <a:pt x="3773783" y="1156142"/>
                </a:lnTo>
                <a:lnTo>
                  <a:pt x="3777784" y="1155615"/>
                </a:lnTo>
                <a:lnTo>
                  <a:pt x="3783009" y="1155273"/>
                </a:lnTo>
                <a:lnTo>
                  <a:pt x="3787381" y="1157597"/>
                </a:lnTo>
                <a:lnTo>
                  <a:pt x="3790704" y="1159166"/>
                </a:lnTo>
                <a:lnTo>
                  <a:pt x="3793633" y="1160368"/>
                </a:lnTo>
                <a:lnTo>
                  <a:pt x="3797576" y="1161832"/>
                </a:lnTo>
                <a:lnTo>
                  <a:pt x="3800770" y="1162923"/>
                </a:lnTo>
                <a:lnTo>
                  <a:pt x="3805460" y="1164555"/>
                </a:lnTo>
                <a:lnTo>
                  <a:pt x="3807398" y="1165326"/>
                </a:lnTo>
                <a:lnTo>
                  <a:pt x="3809675" y="1167151"/>
                </a:lnTo>
                <a:lnTo>
                  <a:pt x="3813448" y="1171215"/>
                </a:lnTo>
                <a:lnTo>
                  <a:pt x="3815581" y="1175349"/>
                </a:lnTo>
                <a:lnTo>
                  <a:pt x="3816886" y="1180004"/>
                </a:lnTo>
                <a:lnTo>
                  <a:pt x="3817280" y="1184064"/>
                </a:lnTo>
                <a:lnTo>
                  <a:pt x="3816587" y="1189008"/>
                </a:lnTo>
                <a:lnTo>
                  <a:pt x="3815452" y="1192343"/>
                </a:lnTo>
                <a:lnTo>
                  <a:pt x="3814195" y="1195003"/>
                </a:lnTo>
                <a:lnTo>
                  <a:pt x="3811999" y="1197836"/>
                </a:lnTo>
                <a:lnTo>
                  <a:pt x="3811029" y="1202178"/>
                </a:lnTo>
                <a:lnTo>
                  <a:pt x="3811441" y="1207668"/>
                </a:lnTo>
                <a:lnTo>
                  <a:pt x="3813064" y="1212245"/>
                </a:lnTo>
                <a:lnTo>
                  <a:pt x="3815102" y="1216766"/>
                </a:lnTo>
                <a:lnTo>
                  <a:pt x="3816987" y="1219562"/>
                </a:lnTo>
                <a:lnTo>
                  <a:pt x="3818554" y="1220699"/>
                </a:lnTo>
                <a:lnTo>
                  <a:pt x="3822997" y="1221230"/>
                </a:lnTo>
                <a:lnTo>
                  <a:pt x="3828934" y="1220137"/>
                </a:lnTo>
                <a:lnTo>
                  <a:pt x="3834802" y="1217340"/>
                </a:lnTo>
                <a:lnTo>
                  <a:pt x="3840272" y="1214508"/>
                </a:lnTo>
                <a:lnTo>
                  <a:pt x="3845875" y="1210893"/>
                </a:lnTo>
                <a:lnTo>
                  <a:pt x="3850849" y="1207149"/>
                </a:lnTo>
                <a:lnTo>
                  <a:pt x="3856807" y="1203495"/>
                </a:lnTo>
                <a:lnTo>
                  <a:pt x="3862474" y="1200342"/>
                </a:lnTo>
                <a:lnTo>
                  <a:pt x="3866567" y="1196341"/>
                </a:lnTo>
                <a:lnTo>
                  <a:pt x="3871885" y="1191850"/>
                </a:lnTo>
                <a:lnTo>
                  <a:pt x="3878277" y="1186848"/>
                </a:lnTo>
                <a:lnTo>
                  <a:pt x="3883079" y="1183829"/>
                </a:lnTo>
                <a:lnTo>
                  <a:pt x="3888443" y="1182289"/>
                </a:lnTo>
                <a:lnTo>
                  <a:pt x="3894230" y="1181776"/>
                </a:lnTo>
                <a:lnTo>
                  <a:pt x="3900846" y="1181714"/>
                </a:lnTo>
                <a:lnTo>
                  <a:pt x="3907980" y="1182064"/>
                </a:lnTo>
                <a:lnTo>
                  <a:pt x="3914653" y="1182573"/>
                </a:lnTo>
                <a:lnTo>
                  <a:pt x="3921541" y="1183743"/>
                </a:lnTo>
                <a:lnTo>
                  <a:pt x="3927866" y="1184305"/>
                </a:lnTo>
                <a:lnTo>
                  <a:pt x="3925436" y="1175379"/>
                </a:lnTo>
                <a:lnTo>
                  <a:pt x="3925459" y="1169402"/>
                </a:lnTo>
                <a:lnTo>
                  <a:pt x="3927745" y="1164025"/>
                </a:lnTo>
                <a:lnTo>
                  <a:pt x="3926715" y="1153974"/>
                </a:lnTo>
                <a:lnTo>
                  <a:pt x="3924575" y="1146767"/>
                </a:lnTo>
                <a:lnTo>
                  <a:pt x="3916728" y="1139111"/>
                </a:lnTo>
                <a:lnTo>
                  <a:pt x="3906340" y="1131205"/>
                </a:lnTo>
                <a:lnTo>
                  <a:pt x="3898006" y="1125074"/>
                </a:lnTo>
                <a:lnTo>
                  <a:pt x="3886879" y="1119391"/>
                </a:lnTo>
                <a:lnTo>
                  <a:pt x="3874939" y="1107214"/>
                </a:lnTo>
                <a:lnTo>
                  <a:pt x="3871328" y="1091169"/>
                </a:lnTo>
                <a:lnTo>
                  <a:pt x="3864725" y="1075973"/>
                </a:lnTo>
                <a:lnTo>
                  <a:pt x="3862012" y="1067311"/>
                </a:lnTo>
                <a:lnTo>
                  <a:pt x="3860190" y="1059054"/>
                </a:lnTo>
                <a:lnTo>
                  <a:pt x="3861971" y="1047768"/>
                </a:lnTo>
                <a:lnTo>
                  <a:pt x="3856802" y="1038125"/>
                </a:lnTo>
                <a:lnTo>
                  <a:pt x="3843603" y="1031146"/>
                </a:lnTo>
                <a:lnTo>
                  <a:pt x="3812333" y="1023934"/>
                </a:lnTo>
                <a:lnTo>
                  <a:pt x="3812259" y="1023845"/>
                </a:lnTo>
                <a:lnTo>
                  <a:pt x="3810381" y="1020445"/>
                </a:lnTo>
                <a:lnTo>
                  <a:pt x="3802789" y="1010167"/>
                </a:lnTo>
                <a:lnTo>
                  <a:pt x="3788966" y="1009745"/>
                </a:lnTo>
                <a:lnTo>
                  <a:pt x="3772825" y="1005443"/>
                </a:lnTo>
                <a:lnTo>
                  <a:pt x="3772578" y="990532"/>
                </a:lnTo>
                <a:lnTo>
                  <a:pt x="3781666" y="967117"/>
                </a:lnTo>
                <a:lnTo>
                  <a:pt x="3785530" y="950064"/>
                </a:lnTo>
                <a:lnTo>
                  <a:pt x="3786602" y="942197"/>
                </a:lnTo>
                <a:lnTo>
                  <a:pt x="3788467" y="934717"/>
                </a:lnTo>
                <a:lnTo>
                  <a:pt x="3787344" y="916298"/>
                </a:lnTo>
                <a:lnTo>
                  <a:pt x="3794646" y="903524"/>
                </a:lnTo>
                <a:lnTo>
                  <a:pt x="3801716" y="892004"/>
                </a:lnTo>
                <a:lnTo>
                  <a:pt x="3788225" y="882112"/>
                </a:lnTo>
                <a:lnTo>
                  <a:pt x="3776731" y="883049"/>
                </a:lnTo>
                <a:lnTo>
                  <a:pt x="3763574" y="881351"/>
                </a:lnTo>
                <a:lnTo>
                  <a:pt x="3757768" y="867047"/>
                </a:lnTo>
                <a:lnTo>
                  <a:pt x="3751598" y="842739"/>
                </a:lnTo>
                <a:lnTo>
                  <a:pt x="3744971" y="820998"/>
                </a:lnTo>
                <a:lnTo>
                  <a:pt x="3734194" y="800863"/>
                </a:lnTo>
                <a:lnTo>
                  <a:pt x="3731682" y="781010"/>
                </a:lnTo>
                <a:lnTo>
                  <a:pt x="3715527" y="759044"/>
                </a:lnTo>
                <a:lnTo>
                  <a:pt x="3705567" y="746417"/>
                </a:lnTo>
                <a:lnTo>
                  <a:pt x="3702403" y="740581"/>
                </a:lnTo>
                <a:lnTo>
                  <a:pt x="3697246" y="731982"/>
                </a:lnTo>
                <a:lnTo>
                  <a:pt x="3693985" y="708781"/>
                </a:lnTo>
                <a:lnTo>
                  <a:pt x="3691518" y="694846"/>
                </a:lnTo>
                <a:lnTo>
                  <a:pt x="3673484" y="679728"/>
                </a:lnTo>
                <a:lnTo>
                  <a:pt x="3666472" y="665170"/>
                </a:lnTo>
                <a:lnTo>
                  <a:pt x="3656468" y="646711"/>
                </a:lnTo>
                <a:lnTo>
                  <a:pt x="3646399" y="630762"/>
                </a:lnTo>
                <a:lnTo>
                  <a:pt x="3648930" y="627628"/>
                </a:lnTo>
                <a:lnTo>
                  <a:pt x="3650754" y="626311"/>
                </a:lnTo>
                <a:lnTo>
                  <a:pt x="3658584" y="621914"/>
                </a:lnTo>
                <a:lnTo>
                  <a:pt x="3668548" y="623048"/>
                </a:lnTo>
                <a:lnTo>
                  <a:pt x="3676746" y="623800"/>
                </a:lnTo>
                <a:lnTo>
                  <a:pt x="3685218" y="620038"/>
                </a:lnTo>
                <a:lnTo>
                  <a:pt x="3699902" y="621625"/>
                </a:lnTo>
                <a:lnTo>
                  <a:pt x="3708945" y="622858"/>
                </a:lnTo>
                <a:lnTo>
                  <a:pt x="3715935" y="612974"/>
                </a:lnTo>
                <a:lnTo>
                  <a:pt x="3715363" y="584356"/>
                </a:lnTo>
                <a:lnTo>
                  <a:pt x="3717827" y="567324"/>
                </a:lnTo>
                <a:lnTo>
                  <a:pt x="3715584" y="550802"/>
                </a:lnTo>
                <a:lnTo>
                  <a:pt x="3718435" y="542793"/>
                </a:lnTo>
                <a:lnTo>
                  <a:pt x="3723508" y="537351"/>
                </a:lnTo>
                <a:lnTo>
                  <a:pt x="3743251" y="542554"/>
                </a:lnTo>
                <a:lnTo>
                  <a:pt x="3757098" y="548792"/>
                </a:lnTo>
                <a:lnTo>
                  <a:pt x="3765808" y="551525"/>
                </a:lnTo>
                <a:lnTo>
                  <a:pt x="3779653" y="557902"/>
                </a:lnTo>
                <a:lnTo>
                  <a:pt x="3776037" y="547610"/>
                </a:lnTo>
                <a:lnTo>
                  <a:pt x="3771825" y="541183"/>
                </a:lnTo>
                <a:lnTo>
                  <a:pt x="3761379" y="531492"/>
                </a:lnTo>
                <a:lnTo>
                  <a:pt x="3752721" y="526346"/>
                </a:lnTo>
                <a:lnTo>
                  <a:pt x="3748381" y="523647"/>
                </a:lnTo>
                <a:lnTo>
                  <a:pt x="3735804" y="513717"/>
                </a:lnTo>
                <a:lnTo>
                  <a:pt x="3714560" y="498397"/>
                </a:lnTo>
                <a:lnTo>
                  <a:pt x="3698100" y="485704"/>
                </a:lnTo>
                <a:lnTo>
                  <a:pt x="3662312" y="463081"/>
                </a:lnTo>
                <a:lnTo>
                  <a:pt x="3646565" y="458326"/>
                </a:lnTo>
                <a:lnTo>
                  <a:pt x="3633568" y="456080"/>
                </a:lnTo>
                <a:lnTo>
                  <a:pt x="3611152" y="458747"/>
                </a:lnTo>
                <a:lnTo>
                  <a:pt x="3596695" y="460279"/>
                </a:lnTo>
                <a:lnTo>
                  <a:pt x="3585793" y="462622"/>
                </a:lnTo>
                <a:lnTo>
                  <a:pt x="3577336" y="462237"/>
                </a:lnTo>
                <a:lnTo>
                  <a:pt x="3567851" y="461054"/>
                </a:lnTo>
                <a:lnTo>
                  <a:pt x="3557841" y="458029"/>
                </a:lnTo>
                <a:lnTo>
                  <a:pt x="3541477" y="450895"/>
                </a:lnTo>
                <a:lnTo>
                  <a:pt x="3528222" y="447910"/>
                </a:lnTo>
                <a:lnTo>
                  <a:pt x="3519529" y="445421"/>
                </a:lnTo>
                <a:lnTo>
                  <a:pt x="3515321" y="425116"/>
                </a:lnTo>
                <a:lnTo>
                  <a:pt x="3513504" y="417470"/>
                </a:lnTo>
                <a:lnTo>
                  <a:pt x="3509605" y="411128"/>
                </a:lnTo>
                <a:lnTo>
                  <a:pt x="3496752" y="398965"/>
                </a:lnTo>
                <a:lnTo>
                  <a:pt x="3494916" y="386220"/>
                </a:lnTo>
                <a:lnTo>
                  <a:pt x="3490077" y="375099"/>
                </a:lnTo>
                <a:lnTo>
                  <a:pt x="3481020" y="357932"/>
                </a:lnTo>
                <a:lnTo>
                  <a:pt x="3490723" y="344008"/>
                </a:lnTo>
                <a:lnTo>
                  <a:pt x="3500429" y="306203"/>
                </a:lnTo>
                <a:lnTo>
                  <a:pt x="3495682" y="286419"/>
                </a:lnTo>
                <a:lnTo>
                  <a:pt x="3490733" y="275054"/>
                </a:lnTo>
                <a:lnTo>
                  <a:pt x="3483606" y="263663"/>
                </a:lnTo>
                <a:lnTo>
                  <a:pt x="3472123" y="241192"/>
                </a:lnTo>
                <a:lnTo>
                  <a:pt x="3463350" y="237776"/>
                </a:lnTo>
                <a:lnTo>
                  <a:pt x="3440254" y="231612"/>
                </a:lnTo>
                <a:lnTo>
                  <a:pt x="3423068" y="199233"/>
                </a:lnTo>
                <a:lnTo>
                  <a:pt x="3413724" y="185237"/>
                </a:lnTo>
              </a:path>
            </a:pathLst>
          </a:custGeom>
          <a:noFill/>
          <a:ln w="25400">
            <a:solidFill>
              <a:srgbClr val="262626"/>
            </a:solidFill>
            <a:prstDash val="dash"/>
          </a:ln>
        </p:spPr>
        <p:txBody>
          <a:bodyPr rtlCol="0" anchor="ctr"/>
          <a:lstStyle/>
          <a:p>
            <a:pPr algn="ctr"/>
          </a:p>
        </p:txBody>
      </p:sp>
      <p:sp>
        <p:nvSpPr>
          <p:cNvPr id="9" name="Freeform 8"/>
          <p:cNvSpPr/>
          <p:nvPr/>
        </p:nvSpPr>
        <p:spPr>
          <a:xfrm>
            <a:off x="1261601" y="2248363"/>
            <a:ext cx="593094" cy="494612"/>
          </a:xfrm>
          <a:custGeom>
            <a:avLst/>
            <a:gdLst/>
            <a:ahLst/>
            <a:cxnLst/>
            <a:rect l="l" t="t" r="r" b="b"/>
            <a:pathLst>
              <a:path w="593094" h="494612">
                <a:moveTo>
                  <a:pt x="387313" y="284804"/>
                </a:moveTo>
                <a:lnTo>
                  <a:pt x="381196" y="289787"/>
                </a:lnTo>
                <a:lnTo>
                  <a:pt x="374219" y="295945"/>
                </a:lnTo>
                <a:lnTo>
                  <a:pt x="369230" y="297788"/>
                </a:lnTo>
                <a:lnTo>
                  <a:pt x="357020" y="298815"/>
                </a:lnTo>
                <a:lnTo>
                  <a:pt x="353560" y="296471"/>
                </a:lnTo>
                <a:lnTo>
                  <a:pt x="341855" y="289353"/>
                </a:lnTo>
                <a:lnTo>
                  <a:pt x="320517" y="286454"/>
                </a:lnTo>
                <a:lnTo>
                  <a:pt x="303683" y="289866"/>
                </a:lnTo>
                <a:lnTo>
                  <a:pt x="297288" y="291296"/>
                </a:lnTo>
                <a:lnTo>
                  <a:pt x="288091" y="291517"/>
                </a:lnTo>
                <a:lnTo>
                  <a:pt x="281977" y="297790"/>
                </a:lnTo>
                <a:lnTo>
                  <a:pt x="277886" y="306722"/>
                </a:lnTo>
                <a:lnTo>
                  <a:pt x="270885" y="320647"/>
                </a:lnTo>
                <a:lnTo>
                  <a:pt x="264586" y="330884"/>
                </a:lnTo>
                <a:lnTo>
                  <a:pt x="257883" y="337135"/>
                </a:lnTo>
                <a:lnTo>
                  <a:pt x="252399" y="342575"/>
                </a:lnTo>
                <a:lnTo>
                  <a:pt x="244917" y="352481"/>
                </a:lnTo>
                <a:lnTo>
                  <a:pt x="227194" y="366554"/>
                </a:lnTo>
                <a:lnTo>
                  <a:pt x="222445" y="370520"/>
                </a:lnTo>
                <a:lnTo>
                  <a:pt x="215459" y="372601"/>
                </a:lnTo>
                <a:lnTo>
                  <a:pt x="199842" y="375744"/>
                </a:lnTo>
                <a:lnTo>
                  <a:pt x="189342" y="380706"/>
                </a:lnTo>
                <a:lnTo>
                  <a:pt x="182403" y="379774"/>
                </a:lnTo>
                <a:lnTo>
                  <a:pt x="181834" y="384415"/>
                </a:lnTo>
                <a:lnTo>
                  <a:pt x="178707" y="387076"/>
                </a:lnTo>
                <a:lnTo>
                  <a:pt x="174631" y="388657"/>
                </a:lnTo>
                <a:lnTo>
                  <a:pt x="162108" y="389626"/>
                </a:lnTo>
                <a:lnTo>
                  <a:pt x="158306" y="390622"/>
                </a:lnTo>
                <a:lnTo>
                  <a:pt x="153477" y="392247"/>
                </a:lnTo>
                <a:lnTo>
                  <a:pt x="150722" y="394412"/>
                </a:lnTo>
                <a:lnTo>
                  <a:pt x="146895" y="396673"/>
                </a:lnTo>
                <a:lnTo>
                  <a:pt x="138673" y="399201"/>
                </a:lnTo>
                <a:lnTo>
                  <a:pt x="127852" y="401557"/>
                </a:lnTo>
                <a:lnTo>
                  <a:pt x="126555" y="404498"/>
                </a:lnTo>
                <a:lnTo>
                  <a:pt x="124478" y="410284"/>
                </a:lnTo>
                <a:lnTo>
                  <a:pt x="117388" y="416769"/>
                </a:lnTo>
                <a:lnTo>
                  <a:pt x="110713" y="428495"/>
                </a:lnTo>
                <a:lnTo>
                  <a:pt x="105484" y="431960"/>
                </a:lnTo>
                <a:lnTo>
                  <a:pt x="100651" y="435005"/>
                </a:lnTo>
                <a:lnTo>
                  <a:pt x="94125" y="439771"/>
                </a:lnTo>
                <a:lnTo>
                  <a:pt x="87550" y="441735"/>
                </a:lnTo>
                <a:lnTo>
                  <a:pt x="84504" y="444144"/>
                </a:lnTo>
                <a:lnTo>
                  <a:pt x="81149" y="448038"/>
                </a:lnTo>
                <a:lnTo>
                  <a:pt x="75200" y="452433"/>
                </a:lnTo>
                <a:lnTo>
                  <a:pt x="65445" y="456051"/>
                </a:lnTo>
                <a:lnTo>
                  <a:pt x="62987" y="460456"/>
                </a:lnTo>
                <a:lnTo>
                  <a:pt x="63740" y="464990"/>
                </a:lnTo>
                <a:lnTo>
                  <a:pt x="64146" y="475752"/>
                </a:lnTo>
                <a:lnTo>
                  <a:pt x="61277" y="479305"/>
                </a:lnTo>
                <a:lnTo>
                  <a:pt x="53880" y="482334"/>
                </a:lnTo>
                <a:lnTo>
                  <a:pt x="50886" y="483239"/>
                </a:lnTo>
                <a:lnTo>
                  <a:pt x="44029" y="485817"/>
                </a:lnTo>
                <a:lnTo>
                  <a:pt x="40468" y="489060"/>
                </a:lnTo>
                <a:lnTo>
                  <a:pt x="37332" y="491810"/>
                </a:lnTo>
                <a:lnTo>
                  <a:pt x="28534" y="494612"/>
                </a:lnTo>
                <a:lnTo>
                  <a:pt x="22897" y="492706"/>
                </a:lnTo>
                <a:lnTo>
                  <a:pt x="22897" y="491963"/>
                </a:lnTo>
                <a:lnTo>
                  <a:pt x="26822" y="486423"/>
                </a:lnTo>
                <a:lnTo>
                  <a:pt x="32472" y="477472"/>
                </a:lnTo>
                <a:lnTo>
                  <a:pt x="33804" y="473586"/>
                </a:lnTo>
                <a:lnTo>
                  <a:pt x="36507" y="471062"/>
                </a:lnTo>
                <a:lnTo>
                  <a:pt x="39416" y="464852"/>
                </a:lnTo>
                <a:lnTo>
                  <a:pt x="40139" y="462798"/>
                </a:lnTo>
                <a:lnTo>
                  <a:pt x="40479" y="458165"/>
                </a:lnTo>
                <a:lnTo>
                  <a:pt x="41641" y="453351"/>
                </a:lnTo>
                <a:lnTo>
                  <a:pt x="42848" y="450470"/>
                </a:lnTo>
                <a:lnTo>
                  <a:pt x="42962" y="446926"/>
                </a:lnTo>
                <a:lnTo>
                  <a:pt x="41651" y="441843"/>
                </a:lnTo>
                <a:lnTo>
                  <a:pt x="39598" y="439204"/>
                </a:lnTo>
                <a:lnTo>
                  <a:pt x="37350" y="435585"/>
                </a:lnTo>
                <a:lnTo>
                  <a:pt x="33993" y="424200"/>
                </a:lnTo>
                <a:lnTo>
                  <a:pt x="33377" y="421880"/>
                </a:lnTo>
                <a:lnTo>
                  <a:pt x="39167" y="419547"/>
                </a:lnTo>
                <a:lnTo>
                  <a:pt x="46299" y="418660"/>
                </a:lnTo>
                <a:lnTo>
                  <a:pt x="52630" y="414871"/>
                </a:lnTo>
                <a:lnTo>
                  <a:pt x="57094" y="411639"/>
                </a:lnTo>
                <a:lnTo>
                  <a:pt x="67658" y="407789"/>
                </a:lnTo>
                <a:lnTo>
                  <a:pt x="74972" y="406469"/>
                </a:lnTo>
                <a:lnTo>
                  <a:pt x="82270" y="404112"/>
                </a:lnTo>
                <a:lnTo>
                  <a:pt x="95193" y="395035"/>
                </a:lnTo>
                <a:lnTo>
                  <a:pt x="98064" y="392974"/>
                </a:lnTo>
                <a:lnTo>
                  <a:pt x="107859" y="391236"/>
                </a:lnTo>
                <a:lnTo>
                  <a:pt x="122992" y="391412"/>
                </a:lnTo>
                <a:lnTo>
                  <a:pt x="126050" y="387617"/>
                </a:lnTo>
                <a:lnTo>
                  <a:pt x="134777" y="380071"/>
                </a:lnTo>
                <a:lnTo>
                  <a:pt x="141941" y="380768"/>
                </a:lnTo>
                <a:lnTo>
                  <a:pt x="147824" y="377532"/>
                </a:lnTo>
                <a:lnTo>
                  <a:pt x="152342" y="373275"/>
                </a:lnTo>
                <a:lnTo>
                  <a:pt x="153678" y="371512"/>
                </a:lnTo>
                <a:lnTo>
                  <a:pt x="148526" y="365295"/>
                </a:lnTo>
                <a:lnTo>
                  <a:pt x="147575" y="363158"/>
                </a:lnTo>
                <a:lnTo>
                  <a:pt x="146359" y="359907"/>
                </a:lnTo>
                <a:lnTo>
                  <a:pt x="138081" y="355615"/>
                </a:lnTo>
                <a:lnTo>
                  <a:pt x="136129" y="355581"/>
                </a:lnTo>
                <a:lnTo>
                  <a:pt x="128301" y="356771"/>
                </a:lnTo>
                <a:lnTo>
                  <a:pt x="119559" y="358159"/>
                </a:lnTo>
                <a:lnTo>
                  <a:pt x="111178" y="358588"/>
                </a:lnTo>
                <a:lnTo>
                  <a:pt x="105984" y="358184"/>
                </a:lnTo>
                <a:lnTo>
                  <a:pt x="100307" y="360140"/>
                </a:lnTo>
                <a:lnTo>
                  <a:pt x="96594" y="362795"/>
                </a:lnTo>
                <a:lnTo>
                  <a:pt x="88630" y="362546"/>
                </a:lnTo>
                <a:lnTo>
                  <a:pt x="76612" y="359657"/>
                </a:lnTo>
                <a:lnTo>
                  <a:pt x="67269" y="360060"/>
                </a:lnTo>
                <a:lnTo>
                  <a:pt x="59043" y="360354"/>
                </a:lnTo>
                <a:lnTo>
                  <a:pt x="51622" y="360993"/>
                </a:lnTo>
                <a:lnTo>
                  <a:pt x="42141" y="357925"/>
                </a:lnTo>
                <a:lnTo>
                  <a:pt x="34922" y="356568"/>
                </a:lnTo>
                <a:lnTo>
                  <a:pt x="26246" y="356968"/>
                </a:lnTo>
                <a:lnTo>
                  <a:pt x="16150" y="354442"/>
                </a:lnTo>
                <a:lnTo>
                  <a:pt x="6903" y="350849"/>
                </a:lnTo>
                <a:lnTo>
                  <a:pt x="3895" y="347487"/>
                </a:lnTo>
                <a:lnTo>
                  <a:pt x="4584" y="341820"/>
                </a:lnTo>
                <a:lnTo>
                  <a:pt x="4157" y="336385"/>
                </a:lnTo>
                <a:lnTo>
                  <a:pt x="2072" y="330701"/>
                </a:lnTo>
                <a:lnTo>
                  <a:pt x="0" y="326567"/>
                </a:lnTo>
                <a:lnTo>
                  <a:pt x="283" y="325312"/>
                </a:lnTo>
                <a:lnTo>
                  <a:pt x="4828" y="324617"/>
                </a:lnTo>
                <a:lnTo>
                  <a:pt x="13412" y="322669"/>
                </a:lnTo>
                <a:lnTo>
                  <a:pt x="21269" y="309482"/>
                </a:lnTo>
                <a:lnTo>
                  <a:pt x="22963" y="304659"/>
                </a:lnTo>
                <a:lnTo>
                  <a:pt x="27470" y="298141"/>
                </a:lnTo>
                <a:lnTo>
                  <a:pt x="32501" y="294403"/>
                </a:lnTo>
                <a:lnTo>
                  <a:pt x="37180" y="292400"/>
                </a:lnTo>
                <a:lnTo>
                  <a:pt x="43033" y="287772"/>
                </a:lnTo>
                <a:lnTo>
                  <a:pt x="45442" y="284958"/>
                </a:lnTo>
                <a:lnTo>
                  <a:pt x="49015" y="281656"/>
                </a:lnTo>
                <a:lnTo>
                  <a:pt x="53602" y="277842"/>
                </a:lnTo>
                <a:lnTo>
                  <a:pt x="54884" y="273146"/>
                </a:lnTo>
                <a:lnTo>
                  <a:pt x="55402" y="270054"/>
                </a:lnTo>
                <a:lnTo>
                  <a:pt x="54826" y="266685"/>
                </a:lnTo>
                <a:lnTo>
                  <a:pt x="56859" y="263283"/>
                </a:lnTo>
                <a:lnTo>
                  <a:pt x="62236" y="256981"/>
                </a:lnTo>
                <a:lnTo>
                  <a:pt x="61275" y="252497"/>
                </a:lnTo>
                <a:lnTo>
                  <a:pt x="59156" y="250314"/>
                </a:lnTo>
                <a:lnTo>
                  <a:pt x="54025" y="246827"/>
                </a:lnTo>
                <a:lnTo>
                  <a:pt x="49819" y="229883"/>
                </a:lnTo>
                <a:lnTo>
                  <a:pt x="52255" y="214690"/>
                </a:lnTo>
                <a:lnTo>
                  <a:pt x="51509" y="203066"/>
                </a:lnTo>
                <a:lnTo>
                  <a:pt x="53342" y="198785"/>
                </a:lnTo>
                <a:lnTo>
                  <a:pt x="56062" y="197358"/>
                </a:lnTo>
                <a:lnTo>
                  <a:pt x="67287" y="194095"/>
                </a:lnTo>
                <a:lnTo>
                  <a:pt x="73528" y="193305"/>
                </a:lnTo>
                <a:lnTo>
                  <a:pt x="77985" y="190642"/>
                </a:lnTo>
                <a:lnTo>
                  <a:pt x="82583" y="187230"/>
                </a:lnTo>
                <a:lnTo>
                  <a:pt x="87916" y="183029"/>
                </a:lnTo>
                <a:lnTo>
                  <a:pt x="93645" y="181680"/>
                </a:lnTo>
                <a:lnTo>
                  <a:pt x="106503" y="178172"/>
                </a:lnTo>
                <a:lnTo>
                  <a:pt x="105619" y="173728"/>
                </a:lnTo>
                <a:lnTo>
                  <a:pt x="103844" y="161198"/>
                </a:lnTo>
                <a:lnTo>
                  <a:pt x="100882" y="140273"/>
                </a:lnTo>
                <a:lnTo>
                  <a:pt x="99095" y="129067"/>
                </a:lnTo>
                <a:lnTo>
                  <a:pt x="94237" y="117363"/>
                </a:lnTo>
                <a:lnTo>
                  <a:pt x="70042" y="94966"/>
                </a:lnTo>
                <a:lnTo>
                  <a:pt x="54669" y="82432"/>
                </a:lnTo>
                <a:lnTo>
                  <a:pt x="43194" y="73287"/>
                </a:lnTo>
                <a:lnTo>
                  <a:pt x="32074" y="66281"/>
                </a:lnTo>
                <a:lnTo>
                  <a:pt x="42614" y="67099"/>
                </a:lnTo>
                <a:lnTo>
                  <a:pt x="47988" y="64377"/>
                </a:lnTo>
                <a:lnTo>
                  <a:pt x="53834" y="57588"/>
                </a:lnTo>
                <a:lnTo>
                  <a:pt x="59862" y="56810"/>
                </a:lnTo>
                <a:lnTo>
                  <a:pt x="66872" y="57251"/>
                </a:lnTo>
                <a:lnTo>
                  <a:pt x="78467" y="58288"/>
                </a:lnTo>
                <a:lnTo>
                  <a:pt x="85492" y="56750"/>
                </a:lnTo>
                <a:lnTo>
                  <a:pt x="87672" y="52528"/>
                </a:lnTo>
                <a:lnTo>
                  <a:pt x="90635" y="42410"/>
                </a:lnTo>
                <a:lnTo>
                  <a:pt x="89557" y="35894"/>
                </a:lnTo>
                <a:lnTo>
                  <a:pt x="89693" y="30904"/>
                </a:lnTo>
                <a:lnTo>
                  <a:pt x="97054" y="26078"/>
                </a:lnTo>
                <a:lnTo>
                  <a:pt x="99693" y="23227"/>
                </a:lnTo>
                <a:lnTo>
                  <a:pt x="102416" y="21274"/>
                </a:lnTo>
                <a:lnTo>
                  <a:pt x="112840" y="25584"/>
                </a:lnTo>
                <a:lnTo>
                  <a:pt x="119226" y="26295"/>
                </a:lnTo>
                <a:lnTo>
                  <a:pt x="126920" y="26196"/>
                </a:lnTo>
                <a:lnTo>
                  <a:pt x="132428" y="22574"/>
                </a:lnTo>
                <a:lnTo>
                  <a:pt x="136985" y="23772"/>
                </a:lnTo>
                <a:lnTo>
                  <a:pt x="141936" y="25150"/>
                </a:lnTo>
                <a:lnTo>
                  <a:pt x="147768" y="21701"/>
                </a:lnTo>
                <a:lnTo>
                  <a:pt x="152580" y="21479"/>
                </a:lnTo>
                <a:lnTo>
                  <a:pt x="158367" y="21562"/>
                </a:lnTo>
                <a:lnTo>
                  <a:pt x="164124" y="19738"/>
                </a:lnTo>
                <a:lnTo>
                  <a:pt x="165853" y="19750"/>
                </a:lnTo>
                <a:lnTo>
                  <a:pt x="170092" y="14600"/>
                </a:lnTo>
                <a:lnTo>
                  <a:pt x="172408" y="12163"/>
                </a:lnTo>
                <a:lnTo>
                  <a:pt x="177064" y="10299"/>
                </a:lnTo>
                <a:lnTo>
                  <a:pt x="178438" y="6323"/>
                </a:lnTo>
                <a:lnTo>
                  <a:pt x="181334" y="2764"/>
                </a:lnTo>
                <a:lnTo>
                  <a:pt x="186263" y="2595"/>
                </a:lnTo>
                <a:lnTo>
                  <a:pt x="196107" y="6162"/>
                </a:lnTo>
                <a:lnTo>
                  <a:pt x="202121" y="8309"/>
                </a:lnTo>
                <a:lnTo>
                  <a:pt x="208966" y="9898"/>
                </a:lnTo>
                <a:lnTo>
                  <a:pt x="211246" y="7038"/>
                </a:lnTo>
                <a:lnTo>
                  <a:pt x="214296" y="2874"/>
                </a:lnTo>
                <a:lnTo>
                  <a:pt x="218140" y="367"/>
                </a:lnTo>
                <a:lnTo>
                  <a:pt x="223446" y="0"/>
                </a:lnTo>
                <a:lnTo>
                  <a:pt x="232923" y="6464"/>
                </a:lnTo>
                <a:lnTo>
                  <a:pt x="242962" y="13855"/>
                </a:lnTo>
                <a:lnTo>
                  <a:pt x="251184" y="26997"/>
                </a:lnTo>
                <a:lnTo>
                  <a:pt x="256312" y="31942"/>
                </a:lnTo>
                <a:lnTo>
                  <a:pt x="261884" y="34998"/>
                </a:lnTo>
                <a:lnTo>
                  <a:pt x="266927" y="40708"/>
                </a:lnTo>
                <a:lnTo>
                  <a:pt x="271260" y="42696"/>
                </a:lnTo>
                <a:lnTo>
                  <a:pt x="276520" y="42911"/>
                </a:lnTo>
                <a:lnTo>
                  <a:pt x="282248" y="51957"/>
                </a:lnTo>
                <a:lnTo>
                  <a:pt x="286559" y="53369"/>
                </a:lnTo>
                <a:lnTo>
                  <a:pt x="288774" y="49598"/>
                </a:lnTo>
                <a:lnTo>
                  <a:pt x="296672" y="46113"/>
                </a:lnTo>
                <a:lnTo>
                  <a:pt x="304631" y="43130"/>
                </a:lnTo>
                <a:lnTo>
                  <a:pt x="313192" y="41091"/>
                </a:lnTo>
                <a:lnTo>
                  <a:pt x="323598" y="42728"/>
                </a:lnTo>
                <a:lnTo>
                  <a:pt x="330680" y="46201"/>
                </a:lnTo>
                <a:lnTo>
                  <a:pt x="338701" y="48230"/>
                </a:lnTo>
                <a:lnTo>
                  <a:pt x="336129" y="40593"/>
                </a:lnTo>
                <a:lnTo>
                  <a:pt x="338514" y="36216"/>
                </a:lnTo>
                <a:lnTo>
                  <a:pt x="344648" y="36883"/>
                </a:lnTo>
                <a:lnTo>
                  <a:pt x="348903" y="38846"/>
                </a:lnTo>
                <a:lnTo>
                  <a:pt x="353519" y="41738"/>
                </a:lnTo>
                <a:lnTo>
                  <a:pt x="358602" y="42999"/>
                </a:lnTo>
                <a:lnTo>
                  <a:pt x="366892" y="42684"/>
                </a:lnTo>
                <a:lnTo>
                  <a:pt x="374467" y="47228"/>
                </a:lnTo>
                <a:lnTo>
                  <a:pt x="376588" y="50870"/>
                </a:lnTo>
                <a:lnTo>
                  <a:pt x="377279" y="53365"/>
                </a:lnTo>
                <a:lnTo>
                  <a:pt x="378152" y="57246"/>
                </a:lnTo>
                <a:lnTo>
                  <a:pt x="380328" y="67079"/>
                </a:lnTo>
                <a:lnTo>
                  <a:pt x="379364" y="71544"/>
                </a:lnTo>
                <a:lnTo>
                  <a:pt x="375228" y="72127"/>
                </a:lnTo>
                <a:lnTo>
                  <a:pt x="371121" y="73878"/>
                </a:lnTo>
                <a:lnTo>
                  <a:pt x="370258" y="76756"/>
                </a:lnTo>
                <a:lnTo>
                  <a:pt x="369949" y="79844"/>
                </a:lnTo>
                <a:lnTo>
                  <a:pt x="370308" y="82996"/>
                </a:lnTo>
                <a:lnTo>
                  <a:pt x="370868" y="86095"/>
                </a:lnTo>
                <a:lnTo>
                  <a:pt x="371949" y="88696"/>
                </a:lnTo>
                <a:lnTo>
                  <a:pt x="374932" y="92216"/>
                </a:lnTo>
                <a:lnTo>
                  <a:pt x="376286" y="95525"/>
                </a:lnTo>
                <a:lnTo>
                  <a:pt x="377274" y="99386"/>
                </a:lnTo>
                <a:lnTo>
                  <a:pt x="378401" y="103537"/>
                </a:lnTo>
                <a:lnTo>
                  <a:pt x="381670" y="107720"/>
                </a:lnTo>
                <a:lnTo>
                  <a:pt x="383784" y="110381"/>
                </a:lnTo>
                <a:lnTo>
                  <a:pt x="385932" y="113242"/>
                </a:lnTo>
                <a:lnTo>
                  <a:pt x="386343" y="114187"/>
                </a:lnTo>
                <a:lnTo>
                  <a:pt x="386681" y="115957"/>
                </a:lnTo>
                <a:lnTo>
                  <a:pt x="387150" y="117983"/>
                </a:lnTo>
                <a:lnTo>
                  <a:pt x="388417" y="120734"/>
                </a:lnTo>
                <a:lnTo>
                  <a:pt x="389790" y="123145"/>
                </a:lnTo>
                <a:lnTo>
                  <a:pt x="390825" y="125091"/>
                </a:lnTo>
                <a:lnTo>
                  <a:pt x="391766" y="127196"/>
                </a:lnTo>
                <a:lnTo>
                  <a:pt x="392976" y="129565"/>
                </a:lnTo>
                <a:lnTo>
                  <a:pt x="394918" y="133112"/>
                </a:lnTo>
                <a:lnTo>
                  <a:pt x="395906" y="137135"/>
                </a:lnTo>
                <a:lnTo>
                  <a:pt x="396761" y="141637"/>
                </a:lnTo>
                <a:lnTo>
                  <a:pt x="397970" y="144947"/>
                </a:lnTo>
                <a:lnTo>
                  <a:pt x="399546" y="146602"/>
                </a:lnTo>
                <a:lnTo>
                  <a:pt x="402432" y="149234"/>
                </a:lnTo>
                <a:lnTo>
                  <a:pt x="406636" y="153264"/>
                </a:lnTo>
                <a:lnTo>
                  <a:pt x="407382" y="154824"/>
                </a:lnTo>
                <a:lnTo>
                  <a:pt x="407746" y="157102"/>
                </a:lnTo>
                <a:lnTo>
                  <a:pt x="408090" y="159380"/>
                </a:lnTo>
                <a:lnTo>
                  <a:pt x="408386" y="159900"/>
                </a:lnTo>
                <a:lnTo>
                  <a:pt x="414635" y="164789"/>
                </a:lnTo>
                <a:lnTo>
                  <a:pt x="421780" y="170160"/>
                </a:lnTo>
                <a:lnTo>
                  <a:pt x="429556" y="175869"/>
                </a:lnTo>
                <a:lnTo>
                  <a:pt x="436960" y="180069"/>
                </a:lnTo>
                <a:lnTo>
                  <a:pt x="440931" y="181514"/>
                </a:lnTo>
                <a:lnTo>
                  <a:pt x="444113" y="183518"/>
                </a:lnTo>
                <a:lnTo>
                  <a:pt x="453010" y="190391"/>
                </a:lnTo>
                <a:lnTo>
                  <a:pt x="458320" y="193660"/>
                </a:lnTo>
                <a:lnTo>
                  <a:pt x="465657" y="197881"/>
                </a:lnTo>
                <a:lnTo>
                  <a:pt x="475667" y="203263"/>
                </a:lnTo>
                <a:lnTo>
                  <a:pt x="481077" y="206639"/>
                </a:lnTo>
                <a:lnTo>
                  <a:pt x="486732" y="209968"/>
                </a:lnTo>
                <a:lnTo>
                  <a:pt x="492347" y="213326"/>
                </a:lnTo>
                <a:lnTo>
                  <a:pt x="494647" y="214439"/>
                </a:lnTo>
                <a:lnTo>
                  <a:pt x="498267" y="215603"/>
                </a:lnTo>
                <a:lnTo>
                  <a:pt x="505859" y="219377"/>
                </a:lnTo>
                <a:lnTo>
                  <a:pt x="509879" y="222289"/>
                </a:lnTo>
                <a:lnTo>
                  <a:pt x="514429" y="225348"/>
                </a:lnTo>
                <a:lnTo>
                  <a:pt x="518584" y="227679"/>
                </a:lnTo>
                <a:lnTo>
                  <a:pt x="521285" y="230153"/>
                </a:lnTo>
                <a:lnTo>
                  <a:pt x="524823" y="231497"/>
                </a:lnTo>
                <a:lnTo>
                  <a:pt x="533043" y="235388"/>
                </a:lnTo>
                <a:lnTo>
                  <a:pt x="537291" y="237671"/>
                </a:lnTo>
                <a:lnTo>
                  <a:pt x="543715" y="241720"/>
                </a:lnTo>
                <a:lnTo>
                  <a:pt x="553017" y="245413"/>
                </a:lnTo>
                <a:lnTo>
                  <a:pt x="559870" y="247889"/>
                </a:lnTo>
                <a:lnTo>
                  <a:pt x="567579" y="250334"/>
                </a:lnTo>
                <a:lnTo>
                  <a:pt x="573861" y="251135"/>
                </a:lnTo>
                <a:lnTo>
                  <a:pt x="579968" y="252079"/>
                </a:lnTo>
                <a:lnTo>
                  <a:pt x="584938" y="253572"/>
                </a:lnTo>
                <a:lnTo>
                  <a:pt x="589443" y="255845"/>
                </a:lnTo>
                <a:lnTo>
                  <a:pt x="591600" y="257014"/>
                </a:lnTo>
                <a:lnTo>
                  <a:pt x="593094" y="261204"/>
                </a:lnTo>
                <a:lnTo>
                  <a:pt x="591366" y="265364"/>
                </a:lnTo>
                <a:lnTo>
                  <a:pt x="589549" y="268488"/>
                </a:lnTo>
                <a:lnTo>
                  <a:pt x="587905" y="270903"/>
                </a:lnTo>
                <a:lnTo>
                  <a:pt x="586636" y="272995"/>
                </a:lnTo>
                <a:lnTo>
                  <a:pt x="586325" y="276432"/>
                </a:lnTo>
                <a:lnTo>
                  <a:pt x="585984" y="281945"/>
                </a:lnTo>
                <a:lnTo>
                  <a:pt x="586224" y="284877"/>
                </a:lnTo>
                <a:lnTo>
                  <a:pt x="585025" y="290689"/>
                </a:lnTo>
                <a:lnTo>
                  <a:pt x="582170" y="295985"/>
                </a:lnTo>
                <a:lnTo>
                  <a:pt x="579444" y="301670"/>
                </a:lnTo>
                <a:lnTo>
                  <a:pt x="576570" y="306964"/>
                </a:lnTo>
                <a:lnTo>
                  <a:pt x="574895" y="312785"/>
                </a:lnTo>
                <a:lnTo>
                  <a:pt x="574294" y="315747"/>
                </a:lnTo>
                <a:lnTo>
                  <a:pt x="573087" y="317207"/>
                </a:lnTo>
                <a:lnTo>
                  <a:pt x="564296" y="316763"/>
                </a:lnTo>
                <a:lnTo>
                  <a:pt x="558868" y="316265"/>
                </a:lnTo>
                <a:lnTo>
                  <a:pt x="555374" y="317951"/>
                </a:lnTo>
                <a:lnTo>
                  <a:pt x="548229" y="318598"/>
                </a:lnTo>
                <a:lnTo>
                  <a:pt x="539343" y="317454"/>
                </a:lnTo>
                <a:lnTo>
                  <a:pt x="535306" y="316903"/>
                </a:lnTo>
                <a:lnTo>
                  <a:pt x="529682" y="316448"/>
                </a:lnTo>
                <a:lnTo>
                  <a:pt x="524970" y="317171"/>
                </a:lnTo>
                <a:lnTo>
                  <a:pt x="518701" y="317785"/>
                </a:lnTo>
                <a:lnTo>
                  <a:pt x="506876" y="316878"/>
                </a:lnTo>
                <a:lnTo>
                  <a:pt x="501209" y="316147"/>
                </a:lnTo>
                <a:lnTo>
                  <a:pt x="493976" y="314397"/>
                </a:lnTo>
                <a:lnTo>
                  <a:pt x="487715" y="311718"/>
                </a:lnTo>
                <a:lnTo>
                  <a:pt x="475483" y="303097"/>
                </a:lnTo>
                <a:lnTo>
                  <a:pt x="464417" y="296693"/>
                </a:lnTo>
                <a:lnTo>
                  <a:pt x="451116" y="290160"/>
                </a:lnTo>
                <a:lnTo>
                  <a:pt x="435962" y="285495"/>
                </a:lnTo>
                <a:lnTo>
                  <a:pt x="425938" y="283262"/>
                </a:lnTo>
                <a:lnTo>
                  <a:pt x="409429" y="281867"/>
                </a:lnTo>
                <a:lnTo>
                  <a:pt x="396766" y="283450"/>
                </a:lnTo>
                <a:lnTo>
                  <a:pt x="390063" y="284398"/>
                </a:lnTo>
                <a:lnTo>
                  <a:pt x="387399" y="284806"/>
                </a:lnTo>
                <a:lnTo>
                  <a:pt x="387313" y="284804"/>
                </a:lnTo>
              </a:path>
            </a:pathLst>
          </a:custGeom>
          <a:noFill/>
          <a:ln w="44450">
            <a:solidFill>
              <a:srgbClr val="FFFFFF"/>
            </a:solidFill>
          </a:ln>
        </p:spPr>
        <p:txBody>
          <a:bodyPr rtlCol="0" anchor="ctr"/>
          <a:lstStyle/>
          <a:p>
            <a:pPr algn="ctr"/>
          </a:p>
        </p:txBody>
      </p:sp>
      <p:sp>
        <p:nvSpPr>
          <p:cNvPr id="10" name="Freeform 9"/>
          <p:cNvSpPr/>
          <p:nvPr/>
        </p:nvSpPr>
        <p:spPr>
          <a:xfrm>
            <a:off x="1261601" y="2248363"/>
            <a:ext cx="593094" cy="494612"/>
          </a:xfrm>
          <a:custGeom>
            <a:avLst/>
            <a:gdLst/>
            <a:ahLst/>
            <a:cxnLst/>
            <a:rect l="l" t="t" r="r" b="b"/>
            <a:pathLst>
              <a:path w="593094" h="494612">
                <a:moveTo>
                  <a:pt x="387313" y="284804"/>
                </a:moveTo>
                <a:lnTo>
                  <a:pt x="381196" y="289787"/>
                </a:lnTo>
                <a:lnTo>
                  <a:pt x="374219" y="295945"/>
                </a:lnTo>
                <a:lnTo>
                  <a:pt x="369230" y="297788"/>
                </a:lnTo>
                <a:lnTo>
                  <a:pt x="357020" y="298815"/>
                </a:lnTo>
                <a:lnTo>
                  <a:pt x="353560" y="296471"/>
                </a:lnTo>
                <a:lnTo>
                  <a:pt x="341855" y="289353"/>
                </a:lnTo>
                <a:lnTo>
                  <a:pt x="320517" y="286454"/>
                </a:lnTo>
                <a:lnTo>
                  <a:pt x="303683" y="289866"/>
                </a:lnTo>
                <a:lnTo>
                  <a:pt x="297288" y="291296"/>
                </a:lnTo>
                <a:lnTo>
                  <a:pt x="288091" y="291517"/>
                </a:lnTo>
                <a:lnTo>
                  <a:pt x="281977" y="297790"/>
                </a:lnTo>
                <a:lnTo>
                  <a:pt x="277886" y="306722"/>
                </a:lnTo>
                <a:lnTo>
                  <a:pt x="270885" y="320647"/>
                </a:lnTo>
                <a:lnTo>
                  <a:pt x="264586" y="330884"/>
                </a:lnTo>
                <a:lnTo>
                  <a:pt x="257883" y="337135"/>
                </a:lnTo>
                <a:lnTo>
                  <a:pt x="252399" y="342575"/>
                </a:lnTo>
                <a:lnTo>
                  <a:pt x="244917" y="352481"/>
                </a:lnTo>
                <a:lnTo>
                  <a:pt x="227194" y="366554"/>
                </a:lnTo>
                <a:lnTo>
                  <a:pt x="222445" y="370520"/>
                </a:lnTo>
                <a:lnTo>
                  <a:pt x="215459" y="372601"/>
                </a:lnTo>
                <a:lnTo>
                  <a:pt x="199842" y="375744"/>
                </a:lnTo>
                <a:lnTo>
                  <a:pt x="189342" y="380706"/>
                </a:lnTo>
                <a:lnTo>
                  <a:pt x="182403" y="379774"/>
                </a:lnTo>
                <a:lnTo>
                  <a:pt x="181834" y="384415"/>
                </a:lnTo>
                <a:lnTo>
                  <a:pt x="178707" y="387076"/>
                </a:lnTo>
                <a:lnTo>
                  <a:pt x="174631" y="388657"/>
                </a:lnTo>
                <a:lnTo>
                  <a:pt x="162108" y="389626"/>
                </a:lnTo>
                <a:lnTo>
                  <a:pt x="158306" y="390622"/>
                </a:lnTo>
                <a:lnTo>
                  <a:pt x="153477" y="392247"/>
                </a:lnTo>
                <a:lnTo>
                  <a:pt x="150722" y="394412"/>
                </a:lnTo>
                <a:lnTo>
                  <a:pt x="146895" y="396673"/>
                </a:lnTo>
                <a:lnTo>
                  <a:pt x="138673" y="399201"/>
                </a:lnTo>
                <a:lnTo>
                  <a:pt x="127852" y="401557"/>
                </a:lnTo>
                <a:lnTo>
                  <a:pt x="126555" y="404498"/>
                </a:lnTo>
                <a:lnTo>
                  <a:pt x="124478" y="410284"/>
                </a:lnTo>
                <a:lnTo>
                  <a:pt x="117388" y="416769"/>
                </a:lnTo>
                <a:lnTo>
                  <a:pt x="110713" y="428495"/>
                </a:lnTo>
                <a:lnTo>
                  <a:pt x="105484" y="431960"/>
                </a:lnTo>
                <a:lnTo>
                  <a:pt x="100651" y="435005"/>
                </a:lnTo>
                <a:lnTo>
                  <a:pt x="94125" y="439771"/>
                </a:lnTo>
                <a:lnTo>
                  <a:pt x="87550" y="441735"/>
                </a:lnTo>
                <a:lnTo>
                  <a:pt x="84504" y="444144"/>
                </a:lnTo>
                <a:lnTo>
                  <a:pt x="81149" y="448038"/>
                </a:lnTo>
                <a:lnTo>
                  <a:pt x="75200" y="452433"/>
                </a:lnTo>
                <a:lnTo>
                  <a:pt x="65445" y="456051"/>
                </a:lnTo>
                <a:lnTo>
                  <a:pt x="62987" y="460456"/>
                </a:lnTo>
                <a:lnTo>
                  <a:pt x="63740" y="464990"/>
                </a:lnTo>
                <a:lnTo>
                  <a:pt x="64146" y="475752"/>
                </a:lnTo>
                <a:lnTo>
                  <a:pt x="61277" y="479305"/>
                </a:lnTo>
                <a:lnTo>
                  <a:pt x="53880" y="482334"/>
                </a:lnTo>
                <a:lnTo>
                  <a:pt x="50886" y="483239"/>
                </a:lnTo>
                <a:lnTo>
                  <a:pt x="44029" y="485817"/>
                </a:lnTo>
                <a:lnTo>
                  <a:pt x="40468" y="489060"/>
                </a:lnTo>
                <a:lnTo>
                  <a:pt x="37332" y="491810"/>
                </a:lnTo>
                <a:lnTo>
                  <a:pt x="28534" y="494612"/>
                </a:lnTo>
                <a:lnTo>
                  <a:pt x="22897" y="492706"/>
                </a:lnTo>
                <a:lnTo>
                  <a:pt x="22897" y="491963"/>
                </a:lnTo>
                <a:lnTo>
                  <a:pt x="26822" y="486423"/>
                </a:lnTo>
                <a:lnTo>
                  <a:pt x="32472" y="477472"/>
                </a:lnTo>
                <a:lnTo>
                  <a:pt x="33804" y="473586"/>
                </a:lnTo>
                <a:lnTo>
                  <a:pt x="36507" y="471062"/>
                </a:lnTo>
                <a:lnTo>
                  <a:pt x="39416" y="464852"/>
                </a:lnTo>
                <a:lnTo>
                  <a:pt x="40139" y="462798"/>
                </a:lnTo>
                <a:lnTo>
                  <a:pt x="40479" y="458165"/>
                </a:lnTo>
                <a:lnTo>
                  <a:pt x="41641" y="453351"/>
                </a:lnTo>
                <a:lnTo>
                  <a:pt x="42848" y="450470"/>
                </a:lnTo>
                <a:lnTo>
                  <a:pt x="42962" y="446926"/>
                </a:lnTo>
                <a:lnTo>
                  <a:pt x="41651" y="441843"/>
                </a:lnTo>
                <a:lnTo>
                  <a:pt x="39598" y="439204"/>
                </a:lnTo>
                <a:lnTo>
                  <a:pt x="37350" y="435585"/>
                </a:lnTo>
                <a:lnTo>
                  <a:pt x="33993" y="424200"/>
                </a:lnTo>
                <a:lnTo>
                  <a:pt x="33377" y="421880"/>
                </a:lnTo>
                <a:lnTo>
                  <a:pt x="39167" y="419547"/>
                </a:lnTo>
                <a:lnTo>
                  <a:pt x="46299" y="418660"/>
                </a:lnTo>
                <a:lnTo>
                  <a:pt x="52630" y="414871"/>
                </a:lnTo>
                <a:lnTo>
                  <a:pt x="57094" y="411639"/>
                </a:lnTo>
                <a:lnTo>
                  <a:pt x="67658" y="407789"/>
                </a:lnTo>
                <a:lnTo>
                  <a:pt x="74972" y="406469"/>
                </a:lnTo>
                <a:lnTo>
                  <a:pt x="82270" y="404112"/>
                </a:lnTo>
                <a:lnTo>
                  <a:pt x="95193" y="395035"/>
                </a:lnTo>
                <a:lnTo>
                  <a:pt x="98064" y="392974"/>
                </a:lnTo>
                <a:lnTo>
                  <a:pt x="107859" y="391236"/>
                </a:lnTo>
                <a:lnTo>
                  <a:pt x="122992" y="391412"/>
                </a:lnTo>
                <a:lnTo>
                  <a:pt x="126050" y="387617"/>
                </a:lnTo>
                <a:lnTo>
                  <a:pt x="134777" y="380071"/>
                </a:lnTo>
                <a:lnTo>
                  <a:pt x="141941" y="380768"/>
                </a:lnTo>
                <a:lnTo>
                  <a:pt x="147824" y="377532"/>
                </a:lnTo>
                <a:lnTo>
                  <a:pt x="152342" y="373275"/>
                </a:lnTo>
                <a:lnTo>
                  <a:pt x="153678" y="371512"/>
                </a:lnTo>
                <a:lnTo>
                  <a:pt x="148526" y="365295"/>
                </a:lnTo>
                <a:lnTo>
                  <a:pt x="147575" y="363158"/>
                </a:lnTo>
                <a:lnTo>
                  <a:pt x="146359" y="359907"/>
                </a:lnTo>
                <a:lnTo>
                  <a:pt x="138081" y="355615"/>
                </a:lnTo>
                <a:lnTo>
                  <a:pt x="136129" y="355581"/>
                </a:lnTo>
                <a:lnTo>
                  <a:pt x="128301" y="356771"/>
                </a:lnTo>
                <a:lnTo>
                  <a:pt x="119559" y="358159"/>
                </a:lnTo>
                <a:lnTo>
                  <a:pt x="111178" y="358588"/>
                </a:lnTo>
                <a:lnTo>
                  <a:pt x="105984" y="358184"/>
                </a:lnTo>
                <a:lnTo>
                  <a:pt x="100307" y="360140"/>
                </a:lnTo>
                <a:lnTo>
                  <a:pt x="96594" y="362795"/>
                </a:lnTo>
                <a:lnTo>
                  <a:pt x="88630" y="362546"/>
                </a:lnTo>
                <a:lnTo>
                  <a:pt x="76612" y="359657"/>
                </a:lnTo>
                <a:lnTo>
                  <a:pt x="67269" y="360060"/>
                </a:lnTo>
                <a:lnTo>
                  <a:pt x="59043" y="360354"/>
                </a:lnTo>
                <a:lnTo>
                  <a:pt x="51622" y="360993"/>
                </a:lnTo>
                <a:lnTo>
                  <a:pt x="42141" y="357925"/>
                </a:lnTo>
                <a:lnTo>
                  <a:pt x="34922" y="356568"/>
                </a:lnTo>
                <a:lnTo>
                  <a:pt x="26246" y="356968"/>
                </a:lnTo>
                <a:lnTo>
                  <a:pt x="16150" y="354442"/>
                </a:lnTo>
                <a:lnTo>
                  <a:pt x="6903" y="350849"/>
                </a:lnTo>
                <a:lnTo>
                  <a:pt x="3895" y="347487"/>
                </a:lnTo>
                <a:lnTo>
                  <a:pt x="4584" y="341820"/>
                </a:lnTo>
                <a:lnTo>
                  <a:pt x="4157" y="336385"/>
                </a:lnTo>
                <a:lnTo>
                  <a:pt x="2072" y="330701"/>
                </a:lnTo>
                <a:lnTo>
                  <a:pt x="0" y="326567"/>
                </a:lnTo>
                <a:lnTo>
                  <a:pt x="283" y="325312"/>
                </a:lnTo>
                <a:lnTo>
                  <a:pt x="4828" y="324617"/>
                </a:lnTo>
                <a:lnTo>
                  <a:pt x="13412" y="322669"/>
                </a:lnTo>
                <a:lnTo>
                  <a:pt x="21269" y="309482"/>
                </a:lnTo>
                <a:lnTo>
                  <a:pt x="22963" y="304659"/>
                </a:lnTo>
                <a:lnTo>
                  <a:pt x="27470" y="298141"/>
                </a:lnTo>
                <a:lnTo>
                  <a:pt x="32501" y="294403"/>
                </a:lnTo>
                <a:lnTo>
                  <a:pt x="37180" y="292400"/>
                </a:lnTo>
                <a:lnTo>
                  <a:pt x="43033" y="287772"/>
                </a:lnTo>
                <a:lnTo>
                  <a:pt x="45442" y="284958"/>
                </a:lnTo>
                <a:lnTo>
                  <a:pt x="49015" y="281656"/>
                </a:lnTo>
                <a:lnTo>
                  <a:pt x="53602" y="277842"/>
                </a:lnTo>
                <a:lnTo>
                  <a:pt x="54884" y="273146"/>
                </a:lnTo>
                <a:lnTo>
                  <a:pt x="55402" y="270054"/>
                </a:lnTo>
                <a:lnTo>
                  <a:pt x="54826" y="266685"/>
                </a:lnTo>
                <a:lnTo>
                  <a:pt x="56859" y="263283"/>
                </a:lnTo>
                <a:lnTo>
                  <a:pt x="62236" y="256981"/>
                </a:lnTo>
                <a:lnTo>
                  <a:pt x="61275" y="252497"/>
                </a:lnTo>
                <a:lnTo>
                  <a:pt x="59156" y="250314"/>
                </a:lnTo>
                <a:lnTo>
                  <a:pt x="54025" y="246827"/>
                </a:lnTo>
                <a:lnTo>
                  <a:pt x="49819" y="229883"/>
                </a:lnTo>
                <a:lnTo>
                  <a:pt x="52255" y="214690"/>
                </a:lnTo>
                <a:lnTo>
                  <a:pt x="51509" y="203066"/>
                </a:lnTo>
                <a:lnTo>
                  <a:pt x="53342" y="198785"/>
                </a:lnTo>
                <a:lnTo>
                  <a:pt x="56062" y="197358"/>
                </a:lnTo>
                <a:lnTo>
                  <a:pt x="67287" y="194095"/>
                </a:lnTo>
                <a:lnTo>
                  <a:pt x="73528" y="193305"/>
                </a:lnTo>
                <a:lnTo>
                  <a:pt x="77985" y="190642"/>
                </a:lnTo>
                <a:lnTo>
                  <a:pt x="82583" y="187230"/>
                </a:lnTo>
                <a:lnTo>
                  <a:pt x="87916" y="183029"/>
                </a:lnTo>
                <a:lnTo>
                  <a:pt x="93645" y="181680"/>
                </a:lnTo>
                <a:lnTo>
                  <a:pt x="106503" y="178172"/>
                </a:lnTo>
                <a:lnTo>
                  <a:pt x="105619" y="173728"/>
                </a:lnTo>
                <a:lnTo>
                  <a:pt x="103844" y="161198"/>
                </a:lnTo>
                <a:lnTo>
                  <a:pt x="100882" y="140273"/>
                </a:lnTo>
                <a:lnTo>
                  <a:pt x="99095" y="129067"/>
                </a:lnTo>
                <a:lnTo>
                  <a:pt x="94237" y="117363"/>
                </a:lnTo>
                <a:lnTo>
                  <a:pt x="70042" y="94966"/>
                </a:lnTo>
                <a:lnTo>
                  <a:pt x="54669" y="82432"/>
                </a:lnTo>
                <a:lnTo>
                  <a:pt x="43194" y="73287"/>
                </a:lnTo>
                <a:lnTo>
                  <a:pt x="32074" y="66281"/>
                </a:lnTo>
                <a:lnTo>
                  <a:pt x="42614" y="67099"/>
                </a:lnTo>
                <a:lnTo>
                  <a:pt x="47988" y="64377"/>
                </a:lnTo>
                <a:lnTo>
                  <a:pt x="53834" y="57588"/>
                </a:lnTo>
                <a:lnTo>
                  <a:pt x="59862" y="56810"/>
                </a:lnTo>
                <a:lnTo>
                  <a:pt x="66872" y="57251"/>
                </a:lnTo>
                <a:lnTo>
                  <a:pt x="78467" y="58288"/>
                </a:lnTo>
                <a:lnTo>
                  <a:pt x="85492" y="56750"/>
                </a:lnTo>
                <a:lnTo>
                  <a:pt x="87672" y="52528"/>
                </a:lnTo>
                <a:lnTo>
                  <a:pt x="90635" y="42410"/>
                </a:lnTo>
                <a:lnTo>
                  <a:pt x="89557" y="35894"/>
                </a:lnTo>
                <a:lnTo>
                  <a:pt x="89693" y="30904"/>
                </a:lnTo>
                <a:lnTo>
                  <a:pt x="97054" y="26078"/>
                </a:lnTo>
                <a:lnTo>
                  <a:pt x="99693" y="23227"/>
                </a:lnTo>
                <a:lnTo>
                  <a:pt x="102416" y="21274"/>
                </a:lnTo>
                <a:lnTo>
                  <a:pt x="112840" y="25584"/>
                </a:lnTo>
                <a:lnTo>
                  <a:pt x="119226" y="26295"/>
                </a:lnTo>
                <a:lnTo>
                  <a:pt x="126920" y="26196"/>
                </a:lnTo>
                <a:lnTo>
                  <a:pt x="132428" y="22574"/>
                </a:lnTo>
                <a:lnTo>
                  <a:pt x="136985" y="23772"/>
                </a:lnTo>
                <a:lnTo>
                  <a:pt x="141936" y="25150"/>
                </a:lnTo>
                <a:lnTo>
                  <a:pt x="147768" y="21701"/>
                </a:lnTo>
                <a:lnTo>
                  <a:pt x="152580" y="21479"/>
                </a:lnTo>
                <a:lnTo>
                  <a:pt x="158367" y="21562"/>
                </a:lnTo>
                <a:lnTo>
                  <a:pt x="164124" y="19738"/>
                </a:lnTo>
                <a:lnTo>
                  <a:pt x="165853" y="19750"/>
                </a:lnTo>
                <a:lnTo>
                  <a:pt x="170092" y="14600"/>
                </a:lnTo>
                <a:lnTo>
                  <a:pt x="172408" y="12163"/>
                </a:lnTo>
                <a:lnTo>
                  <a:pt x="177064" y="10299"/>
                </a:lnTo>
                <a:lnTo>
                  <a:pt x="178438" y="6323"/>
                </a:lnTo>
                <a:lnTo>
                  <a:pt x="181334" y="2764"/>
                </a:lnTo>
                <a:lnTo>
                  <a:pt x="186263" y="2595"/>
                </a:lnTo>
                <a:lnTo>
                  <a:pt x="196107" y="6162"/>
                </a:lnTo>
                <a:lnTo>
                  <a:pt x="202121" y="8309"/>
                </a:lnTo>
                <a:lnTo>
                  <a:pt x="208966" y="9898"/>
                </a:lnTo>
                <a:lnTo>
                  <a:pt x="211246" y="7038"/>
                </a:lnTo>
                <a:lnTo>
                  <a:pt x="214296" y="2874"/>
                </a:lnTo>
                <a:lnTo>
                  <a:pt x="218140" y="367"/>
                </a:lnTo>
                <a:lnTo>
                  <a:pt x="223446" y="0"/>
                </a:lnTo>
                <a:lnTo>
                  <a:pt x="232923" y="6464"/>
                </a:lnTo>
                <a:lnTo>
                  <a:pt x="242962" y="13855"/>
                </a:lnTo>
                <a:lnTo>
                  <a:pt x="251184" y="26997"/>
                </a:lnTo>
                <a:lnTo>
                  <a:pt x="256312" y="31942"/>
                </a:lnTo>
                <a:lnTo>
                  <a:pt x="261884" y="34998"/>
                </a:lnTo>
                <a:lnTo>
                  <a:pt x="266927" y="40708"/>
                </a:lnTo>
                <a:lnTo>
                  <a:pt x="271260" y="42696"/>
                </a:lnTo>
                <a:lnTo>
                  <a:pt x="276520" y="42911"/>
                </a:lnTo>
                <a:lnTo>
                  <a:pt x="282248" y="51957"/>
                </a:lnTo>
                <a:lnTo>
                  <a:pt x="286559" y="53369"/>
                </a:lnTo>
                <a:lnTo>
                  <a:pt x="288774" y="49598"/>
                </a:lnTo>
                <a:lnTo>
                  <a:pt x="296672" y="46113"/>
                </a:lnTo>
                <a:lnTo>
                  <a:pt x="304631" y="43130"/>
                </a:lnTo>
                <a:lnTo>
                  <a:pt x="313192" y="41091"/>
                </a:lnTo>
                <a:lnTo>
                  <a:pt x="323598" y="42728"/>
                </a:lnTo>
                <a:lnTo>
                  <a:pt x="330680" y="46201"/>
                </a:lnTo>
                <a:lnTo>
                  <a:pt x="338701" y="48230"/>
                </a:lnTo>
                <a:lnTo>
                  <a:pt x="336129" y="40593"/>
                </a:lnTo>
                <a:lnTo>
                  <a:pt x="338514" y="36216"/>
                </a:lnTo>
                <a:lnTo>
                  <a:pt x="344648" y="36883"/>
                </a:lnTo>
                <a:lnTo>
                  <a:pt x="348903" y="38846"/>
                </a:lnTo>
                <a:lnTo>
                  <a:pt x="353519" y="41738"/>
                </a:lnTo>
                <a:lnTo>
                  <a:pt x="358602" y="42999"/>
                </a:lnTo>
                <a:lnTo>
                  <a:pt x="366892" y="42684"/>
                </a:lnTo>
                <a:lnTo>
                  <a:pt x="374467" y="47228"/>
                </a:lnTo>
                <a:lnTo>
                  <a:pt x="376588" y="50870"/>
                </a:lnTo>
                <a:lnTo>
                  <a:pt x="377279" y="53365"/>
                </a:lnTo>
                <a:lnTo>
                  <a:pt x="378152" y="57246"/>
                </a:lnTo>
                <a:lnTo>
                  <a:pt x="380328" y="67079"/>
                </a:lnTo>
                <a:lnTo>
                  <a:pt x="379364" y="71544"/>
                </a:lnTo>
                <a:lnTo>
                  <a:pt x="375228" y="72127"/>
                </a:lnTo>
                <a:lnTo>
                  <a:pt x="371121" y="73878"/>
                </a:lnTo>
                <a:lnTo>
                  <a:pt x="370258" y="76756"/>
                </a:lnTo>
                <a:lnTo>
                  <a:pt x="369949" y="79844"/>
                </a:lnTo>
                <a:lnTo>
                  <a:pt x="370308" y="82996"/>
                </a:lnTo>
                <a:lnTo>
                  <a:pt x="370868" y="86095"/>
                </a:lnTo>
                <a:lnTo>
                  <a:pt x="371949" y="88696"/>
                </a:lnTo>
                <a:lnTo>
                  <a:pt x="374932" y="92216"/>
                </a:lnTo>
                <a:lnTo>
                  <a:pt x="376286" y="95525"/>
                </a:lnTo>
                <a:lnTo>
                  <a:pt x="377274" y="99386"/>
                </a:lnTo>
                <a:lnTo>
                  <a:pt x="378401" y="103537"/>
                </a:lnTo>
                <a:lnTo>
                  <a:pt x="381670" y="107720"/>
                </a:lnTo>
                <a:lnTo>
                  <a:pt x="383784" y="110381"/>
                </a:lnTo>
                <a:lnTo>
                  <a:pt x="385932" y="113242"/>
                </a:lnTo>
                <a:lnTo>
                  <a:pt x="386343" y="114187"/>
                </a:lnTo>
                <a:lnTo>
                  <a:pt x="386681" y="115957"/>
                </a:lnTo>
                <a:lnTo>
                  <a:pt x="387150" y="117983"/>
                </a:lnTo>
                <a:lnTo>
                  <a:pt x="388417" y="120734"/>
                </a:lnTo>
                <a:lnTo>
                  <a:pt x="389790" y="123145"/>
                </a:lnTo>
                <a:lnTo>
                  <a:pt x="390825" y="125091"/>
                </a:lnTo>
                <a:lnTo>
                  <a:pt x="391766" y="127196"/>
                </a:lnTo>
                <a:lnTo>
                  <a:pt x="392976" y="129565"/>
                </a:lnTo>
                <a:lnTo>
                  <a:pt x="394918" y="133112"/>
                </a:lnTo>
                <a:lnTo>
                  <a:pt x="395906" y="137135"/>
                </a:lnTo>
                <a:lnTo>
                  <a:pt x="396761" y="141637"/>
                </a:lnTo>
                <a:lnTo>
                  <a:pt x="397970" y="144947"/>
                </a:lnTo>
                <a:lnTo>
                  <a:pt x="399546" y="146602"/>
                </a:lnTo>
                <a:lnTo>
                  <a:pt x="402432" y="149234"/>
                </a:lnTo>
                <a:lnTo>
                  <a:pt x="406636" y="153264"/>
                </a:lnTo>
                <a:lnTo>
                  <a:pt x="407382" y="154824"/>
                </a:lnTo>
                <a:lnTo>
                  <a:pt x="407746" y="157102"/>
                </a:lnTo>
                <a:lnTo>
                  <a:pt x="408090" y="159380"/>
                </a:lnTo>
                <a:lnTo>
                  <a:pt x="408386" y="159900"/>
                </a:lnTo>
                <a:lnTo>
                  <a:pt x="414635" y="164789"/>
                </a:lnTo>
                <a:lnTo>
                  <a:pt x="421780" y="170160"/>
                </a:lnTo>
                <a:lnTo>
                  <a:pt x="429556" y="175869"/>
                </a:lnTo>
                <a:lnTo>
                  <a:pt x="436960" y="180069"/>
                </a:lnTo>
                <a:lnTo>
                  <a:pt x="440931" y="181514"/>
                </a:lnTo>
                <a:lnTo>
                  <a:pt x="444113" y="183518"/>
                </a:lnTo>
                <a:lnTo>
                  <a:pt x="453010" y="190391"/>
                </a:lnTo>
                <a:lnTo>
                  <a:pt x="458320" y="193660"/>
                </a:lnTo>
                <a:lnTo>
                  <a:pt x="465657" y="197881"/>
                </a:lnTo>
                <a:lnTo>
                  <a:pt x="475667" y="203263"/>
                </a:lnTo>
                <a:lnTo>
                  <a:pt x="481077" y="206639"/>
                </a:lnTo>
                <a:lnTo>
                  <a:pt x="486732" y="209968"/>
                </a:lnTo>
                <a:lnTo>
                  <a:pt x="492347" y="213326"/>
                </a:lnTo>
                <a:lnTo>
                  <a:pt x="494647" y="214439"/>
                </a:lnTo>
                <a:lnTo>
                  <a:pt x="498267" y="215603"/>
                </a:lnTo>
                <a:lnTo>
                  <a:pt x="505859" y="219377"/>
                </a:lnTo>
                <a:lnTo>
                  <a:pt x="509879" y="222289"/>
                </a:lnTo>
                <a:lnTo>
                  <a:pt x="514429" y="225348"/>
                </a:lnTo>
                <a:lnTo>
                  <a:pt x="518584" y="227679"/>
                </a:lnTo>
                <a:lnTo>
                  <a:pt x="521285" y="230153"/>
                </a:lnTo>
                <a:lnTo>
                  <a:pt x="524823" y="231497"/>
                </a:lnTo>
                <a:lnTo>
                  <a:pt x="533043" y="235388"/>
                </a:lnTo>
                <a:lnTo>
                  <a:pt x="537291" y="237671"/>
                </a:lnTo>
                <a:lnTo>
                  <a:pt x="543715" y="241720"/>
                </a:lnTo>
                <a:lnTo>
                  <a:pt x="553017" y="245413"/>
                </a:lnTo>
                <a:lnTo>
                  <a:pt x="559870" y="247889"/>
                </a:lnTo>
                <a:lnTo>
                  <a:pt x="567579" y="250334"/>
                </a:lnTo>
                <a:lnTo>
                  <a:pt x="573861" y="251135"/>
                </a:lnTo>
                <a:lnTo>
                  <a:pt x="579968" y="252079"/>
                </a:lnTo>
                <a:lnTo>
                  <a:pt x="584938" y="253572"/>
                </a:lnTo>
                <a:lnTo>
                  <a:pt x="589443" y="255845"/>
                </a:lnTo>
                <a:lnTo>
                  <a:pt x="591600" y="257014"/>
                </a:lnTo>
                <a:lnTo>
                  <a:pt x="593094" y="261204"/>
                </a:lnTo>
                <a:lnTo>
                  <a:pt x="591366" y="265364"/>
                </a:lnTo>
                <a:lnTo>
                  <a:pt x="589549" y="268488"/>
                </a:lnTo>
                <a:lnTo>
                  <a:pt x="587905" y="270903"/>
                </a:lnTo>
                <a:lnTo>
                  <a:pt x="586636" y="272995"/>
                </a:lnTo>
                <a:lnTo>
                  <a:pt x="586325" y="276432"/>
                </a:lnTo>
                <a:lnTo>
                  <a:pt x="585984" y="281945"/>
                </a:lnTo>
                <a:lnTo>
                  <a:pt x="586224" y="284877"/>
                </a:lnTo>
                <a:lnTo>
                  <a:pt x="585025" y="290689"/>
                </a:lnTo>
                <a:lnTo>
                  <a:pt x="582170" y="295985"/>
                </a:lnTo>
                <a:lnTo>
                  <a:pt x="579444" y="301670"/>
                </a:lnTo>
                <a:lnTo>
                  <a:pt x="576570" y="306964"/>
                </a:lnTo>
                <a:lnTo>
                  <a:pt x="574895" y="312785"/>
                </a:lnTo>
                <a:lnTo>
                  <a:pt x="574294" y="315747"/>
                </a:lnTo>
                <a:lnTo>
                  <a:pt x="573087" y="317207"/>
                </a:lnTo>
                <a:lnTo>
                  <a:pt x="564296" y="316763"/>
                </a:lnTo>
                <a:lnTo>
                  <a:pt x="558868" y="316265"/>
                </a:lnTo>
                <a:lnTo>
                  <a:pt x="555374" y="317951"/>
                </a:lnTo>
                <a:lnTo>
                  <a:pt x="548229" y="318598"/>
                </a:lnTo>
                <a:lnTo>
                  <a:pt x="539343" y="317454"/>
                </a:lnTo>
                <a:lnTo>
                  <a:pt x="535306" y="316903"/>
                </a:lnTo>
                <a:lnTo>
                  <a:pt x="529682" y="316448"/>
                </a:lnTo>
                <a:lnTo>
                  <a:pt x="524970" y="317171"/>
                </a:lnTo>
                <a:lnTo>
                  <a:pt x="518701" y="317785"/>
                </a:lnTo>
                <a:lnTo>
                  <a:pt x="506876" y="316878"/>
                </a:lnTo>
                <a:lnTo>
                  <a:pt x="501209" y="316147"/>
                </a:lnTo>
                <a:lnTo>
                  <a:pt x="493976" y="314397"/>
                </a:lnTo>
                <a:lnTo>
                  <a:pt x="487715" y="311718"/>
                </a:lnTo>
                <a:lnTo>
                  <a:pt x="475483" y="303097"/>
                </a:lnTo>
                <a:lnTo>
                  <a:pt x="464417" y="296693"/>
                </a:lnTo>
                <a:lnTo>
                  <a:pt x="451116" y="290160"/>
                </a:lnTo>
                <a:lnTo>
                  <a:pt x="435962" y="285495"/>
                </a:lnTo>
                <a:lnTo>
                  <a:pt x="425938" y="283262"/>
                </a:lnTo>
                <a:lnTo>
                  <a:pt x="409429" y="281867"/>
                </a:lnTo>
                <a:lnTo>
                  <a:pt x="396766" y="283450"/>
                </a:lnTo>
                <a:lnTo>
                  <a:pt x="390063" y="284398"/>
                </a:lnTo>
                <a:lnTo>
                  <a:pt x="387399" y="284806"/>
                </a:lnTo>
                <a:lnTo>
                  <a:pt x="387313" y="284804"/>
                </a:lnTo>
              </a:path>
            </a:pathLst>
          </a:custGeom>
          <a:noFill/>
          <a:ln w="25400">
            <a:solidFill>
              <a:srgbClr val="262626"/>
            </a:solidFill>
            <a:prstDash val="dash"/>
          </a:ln>
        </p:spPr>
        <p:txBody>
          <a:bodyPr rtlCol="0" anchor="ctr"/>
          <a:lstStyle/>
          <a:p>
            <a:pPr algn="ctr"/>
          </a:p>
        </p:txBody>
      </p:sp>
      <p:sp>
        <p:nvSpPr>
          <p:cNvPr id="11" name="TextBox 10"/>
          <p:cNvSpPr txBox="1"/>
          <p:nvPr/>
        </p:nvSpPr>
        <p:spPr>
          <a:xfrm>
            <a:off x="502920" y="4681728"/>
            <a:ext cx="5490882" cy="310896"/>
          </a:xfrm>
          <a:prstGeom prst="rect">
            <a:avLst/>
          </a:prstGeom>
          <a:noFill/>
        </p:spPr>
        <p:txBody>
          <a:bodyPr wrap="square" anchor="t" lIns="73152" rIns="73152" tIns="36576" bIns="36576">
            <a:noAutofit/>
          </a:bodyPr>
          <a:lstStyle/>
          <a:p>
            <a:pPr algn="ctr">
              <a:spcBef>
                <a:spcPts val="0"/>
              </a:spcBef>
              <a:spcAft>
                <a:spcPts val="0"/>
              </a:spcAft>
            </a:pPr>
            <a:r>
              <a:rPr lang="tr-TR" sz="1300" b="0" i="1">
                <a:solidFill>
                  <a:srgbClr val="767676"/>
                </a:solidFill>
                <a:latin typeface="Calibri"/>
              </a:rPr>
              <a:t>s. 218 dünya haritasının Türkiye bölümü · kesik çizgi: Türkiye (yaklaşık)</a:t>
            </a:r>
          </a:p>
        </p:txBody>
      </p:sp>
      <p:pic>
        <p:nvPicPr>
          <p:cNvPr id="12" name="Picture 11" descr="h34_s218_lejant.jpg"/>
          <p:cNvPicPr>
            <a:picLocks noChangeAspect="1"/>
          </p:cNvPicPr>
          <p:nvPr/>
        </p:nvPicPr>
        <p:blipFill>
          <a:blip r:embed="rId4"/>
          <a:stretch>
            <a:fillRect/>
          </a:stretch>
        </p:blipFill>
        <p:spPr>
          <a:xfrm>
            <a:off x="6130962" y="1216152"/>
            <a:ext cx="2197100" cy="3429000"/>
          </a:xfrm>
          <a:prstGeom prst="rect">
            <a:avLst/>
          </a:prstGeom>
          <a:ln w="9525">
            <a:solidFill>
              <a:srgbClr val="D9D9D9"/>
            </a:solidFill>
          </a:ln>
        </p:spPr>
      </p:pic>
      <p:sp>
        <p:nvSpPr>
          <p:cNvPr id="13" name="Rounded Rectangle 12"/>
          <p:cNvSpPr/>
          <p:nvPr/>
        </p:nvSpPr>
        <p:spPr>
          <a:xfrm>
            <a:off x="8556662" y="1216152"/>
            <a:ext cx="3132112" cy="24825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1. İklim bölgelerinin oluşturulmasında belirleyici kriterler nelerdir?</a:t>
            </a:r>
          </a:p>
        </p:txBody>
      </p:sp>
      <p:sp>
        <p:nvSpPr>
          <p:cNvPr id="14" name="Rounded Rectangle 13"/>
          <p:cNvSpPr/>
          <p:nvPr/>
        </p:nvSpPr>
        <p:spPr>
          <a:xfrm>
            <a:off x="8556662" y="3808476"/>
            <a:ext cx="3132112" cy="24825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2. Türkiye hangi iklim bölgelerinin sınırları içinde yer almaktadır?</a:t>
            </a:r>
          </a:p>
        </p:txBody>
      </p:sp>
      <p:sp>
        <p:nvSpPr>
          <p:cNvPr id="15" name="Rounded Rectangle 14"/>
          <p:cNvSpPr/>
          <p:nvPr/>
        </p:nvSpPr>
        <p:spPr>
          <a:xfrm>
            <a:off x="502920" y="5056632"/>
            <a:ext cx="7825142" cy="12344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Türkiye'nin üzerindeki renkleri lejantla eşleyin.</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1. adım: kriterler ve Türkiye'nin iklim bölgeleri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4_s218_dunya_turkiye.jpg"/>
          <p:cNvPicPr>
            <a:picLocks noChangeAspect="1"/>
          </p:cNvPicPr>
          <p:nvPr/>
        </p:nvPicPr>
        <p:blipFill>
          <a:blip r:embed="rId3"/>
          <a:stretch>
            <a:fillRect/>
          </a:stretch>
        </p:blipFill>
        <p:spPr>
          <a:xfrm>
            <a:off x="502920" y="1216152"/>
            <a:ext cx="4978400" cy="3108960"/>
          </a:xfrm>
          <a:prstGeom prst="rect">
            <a:avLst/>
          </a:prstGeom>
          <a:ln w="9525">
            <a:solidFill>
              <a:srgbClr val="D9D9D9"/>
            </a:solidFill>
          </a:ln>
        </p:spPr>
      </p:pic>
      <p:sp>
        <p:nvSpPr>
          <p:cNvPr id="7" name="Freeform 6"/>
          <p:cNvSpPr/>
          <p:nvPr/>
        </p:nvSpPr>
        <p:spPr>
          <a:xfrm>
            <a:off x="1198834" y="2242854"/>
            <a:ext cx="3561265" cy="1446098"/>
          </a:xfrm>
          <a:custGeom>
            <a:avLst/>
            <a:gdLst/>
            <a:ahLst/>
            <a:cxnLst/>
            <a:rect l="l" t="t" r="r" b="b"/>
            <a:pathLst>
              <a:path w="3561265" h="1446098">
                <a:moveTo>
                  <a:pt x="3095110" y="167949"/>
                </a:moveTo>
                <a:lnTo>
                  <a:pt x="3073127" y="165977"/>
                </a:lnTo>
                <a:lnTo>
                  <a:pt x="3057799" y="163302"/>
                </a:lnTo>
                <a:lnTo>
                  <a:pt x="3043823" y="140876"/>
                </a:lnTo>
                <a:lnTo>
                  <a:pt x="3028878" y="133285"/>
                </a:lnTo>
                <a:lnTo>
                  <a:pt x="3015997" y="125819"/>
                </a:lnTo>
                <a:lnTo>
                  <a:pt x="3008057" y="123690"/>
                </a:lnTo>
                <a:lnTo>
                  <a:pt x="3001790" y="117701"/>
                </a:lnTo>
                <a:lnTo>
                  <a:pt x="2994407" y="109460"/>
                </a:lnTo>
                <a:lnTo>
                  <a:pt x="2976767" y="103434"/>
                </a:lnTo>
                <a:lnTo>
                  <a:pt x="2973535" y="99006"/>
                </a:lnTo>
                <a:lnTo>
                  <a:pt x="2967691" y="89243"/>
                </a:lnTo>
                <a:lnTo>
                  <a:pt x="2942186" y="86669"/>
                </a:lnTo>
                <a:lnTo>
                  <a:pt x="2934313" y="87726"/>
                </a:lnTo>
                <a:lnTo>
                  <a:pt x="2927291" y="90243"/>
                </a:lnTo>
                <a:lnTo>
                  <a:pt x="2923389" y="103122"/>
                </a:lnTo>
                <a:lnTo>
                  <a:pt x="2919520" y="107654"/>
                </a:lnTo>
                <a:lnTo>
                  <a:pt x="2915919" y="112047"/>
                </a:lnTo>
                <a:lnTo>
                  <a:pt x="2910877" y="117721"/>
                </a:lnTo>
                <a:lnTo>
                  <a:pt x="2902582" y="118584"/>
                </a:lnTo>
                <a:lnTo>
                  <a:pt x="2893158" y="116055"/>
                </a:lnTo>
                <a:lnTo>
                  <a:pt x="2886031" y="112334"/>
                </a:lnTo>
                <a:lnTo>
                  <a:pt x="2878591" y="111124"/>
                </a:lnTo>
                <a:lnTo>
                  <a:pt x="2869211" y="109728"/>
                </a:lnTo>
                <a:lnTo>
                  <a:pt x="2858261" y="111406"/>
                </a:lnTo>
                <a:lnTo>
                  <a:pt x="2848362" y="111491"/>
                </a:lnTo>
                <a:lnTo>
                  <a:pt x="2839869" y="111827"/>
                </a:lnTo>
                <a:lnTo>
                  <a:pt x="2823590" y="110864"/>
                </a:lnTo>
                <a:lnTo>
                  <a:pt x="2816407" y="114287"/>
                </a:lnTo>
                <a:lnTo>
                  <a:pt x="2806905" y="121191"/>
                </a:lnTo>
                <a:lnTo>
                  <a:pt x="2783886" y="120651"/>
                </a:lnTo>
                <a:lnTo>
                  <a:pt x="2776996" y="115977"/>
                </a:lnTo>
                <a:lnTo>
                  <a:pt x="2770306" y="114216"/>
                </a:lnTo>
                <a:lnTo>
                  <a:pt x="2758398" y="115387"/>
                </a:lnTo>
                <a:lnTo>
                  <a:pt x="2752423" y="113409"/>
                </a:lnTo>
                <a:lnTo>
                  <a:pt x="2747168" y="109558"/>
                </a:lnTo>
                <a:lnTo>
                  <a:pt x="2741702" y="114464"/>
                </a:lnTo>
                <a:lnTo>
                  <a:pt x="2734334" y="122667"/>
                </a:lnTo>
                <a:lnTo>
                  <a:pt x="2729228" y="129114"/>
                </a:lnTo>
                <a:lnTo>
                  <a:pt x="2727773" y="131419"/>
                </a:lnTo>
                <a:lnTo>
                  <a:pt x="2725668" y="136216"/>
                </a:lnTo>
                <a:lnTo>
                  <a:pt x="2722443" y="140976"/>
                </a:lnTo>
                <a:lnTo>
                  <a:pt x="2719656" y="144875"/>
                </a:lnTo>
                <a:lnTo>
                  <a:pt x="2714271" y="147141"/>
                </a:lnTo>
                <a:lnTo>
                  <a:pt x="2710671" y="148860"/>
                </a:lnTo>
                <a:lnTo>
                  <a:pt x="2705441" y="154286"/>
                </a:lnTo>
                <a:lnTo>
                  <a:pt x="2703864" y="158199"/>
                </a:lnTo>
                <a:lnTo>
                  <a:pt x="2702914" y="159554"/>
                </a:lnTo>
                <a:lnTo>
                  <a:pt x="2698807" y="161593"/>
                </a:lnTo>
                <a:lnTo>
                  <a:pt x="2697181" y="163021"/>
                </a:lnTo>
                <a:lnTo>
                  <a:pt x="2695206" y="164951"/>
                </a:lnTo>
                <a:lnTo>
                  <a:pt x="2692743" y="167043"/>
                </a:lnTo>
                <a:lnTo>
                  <a:pt x="2687717" y="168966"/>
                </a:lnTo>
                <a:lnTo>
                  <a:pt x="2683051" y="171545"/>
                </a:lnTo>
                <a:lnTo>
                  <a:pt x="2680764" y="175605"/>
                </a:lnTo>
                <a:lnTo>
                  <a:pt x="2680289" y="179462"/>
                </a:lnTo>
                <a:lnTo>
                  <a:pt x="2678704" y="183428"/>
                </a:lnTo>
                <a:lnTo>
                  <a:pt x="2669019" y="186600"/>
                </a:lnTo>
                <a:lnTo>
                  <a:pt x="2664355" y="188571"/>
                </a:lnTo>
                <a:lnTo>
                  <a:pt x="2659339" y="191823"/>
                </a:lnTo>
                <a:lnTo>
                  <a:pt x="2645444" y="192611"/>
                </a:lnTo>
                <a:lnTo>
                  <a:pt x="2638188" y="193227"/>
                </a:lnTo>
                <a:lnTo>
                  <a:pt x="2632567" y="196881"/>
                </a:lnTo>
                <a:lnTo>
                  <a:pt x="2624889" y="204866"/>
                </a:lnTo>
                <a:lnTo>
                  <a:pt x="2621435" y="212266"/>
                </a:lnTo>
                <a:lnTo>
                  <a:pt x="2621071" y="213763"/>
                </a:lnTo>
                <a:lnTo>
                  <a:pt x="2616448" y="217008"/>
                </a:lnTo>
                <a:lnTo>
                  <a:pt x="2608939" y="220378"/>
                </a:lnTo>
                <a:lnTo>
                  <a:pt x="2603429" y="222726"/>
                </a:lnTo>
                <a:lnTo>
                  <a:pt x="2593846" y="227016"/>
                </a:lnTo>
                <a:lnTo>
                  <a:pt x="2589601" y="229886"/>
                </a:lnTo>
                <a:lnTo>
                  <a:pt x="2584151" y="231095"/>
                </a:lnTo>
                <a:lnTo>
                  <a:pt x="2573917" y="231544"/>
                </a:lnTo>
                <a:lnTo>
                  <a:pt x="2564172" y="236819"/>
                </a:lnTo>
                <a:lnTo>
                  <a:pt x="2560602" y="244627"/>
                </a:lnTo>
                <a:lnTo>
                  <a:pt x="2559600" y="245809"/>
                </a:lnTo>
                <a:lnTo>
                  <a:pt x="2557348" y="245448"/>
                </a:lnTo>
                <a:lnTo>
                  <a:pt x="2554295" y="248152"/>
                </a:lnTo>
                <a:lnTo>
                  <a:pt x="2551558" y="249908"/>
                </a:lnTo>
                <a:lnTo>
                  <a:pt x="2546337" y="251891"/>
                </a:lnTo>
                <a:lnTo>
                  <a:pt x="2538564" y="253468"/>
                </a:lnTo>
                <a:lnTo>
                  <a:pt x="2535393" y="254269"/>
                </a:lnTo>
                <a:lnTo>
                  <a:pt x="2531917" y="255733"/>
                </a:lnTo>
                <a:lnTo>
                  <a:pt x="2529715" y="257423"/>
                </a:lnTo>
                <a:lnTo>
                  <a:pt x="2526119" y="259286"/>
                </a:lnTo>
                <a:lnTo>
                  <a:pt x="2522217" y="260553"/>
                </a:lnTo>
                <a:lnTo>
                  <a:pt x="2517204" y="259541"/>
                </a:lnTo>
                <a:lnTo>
                  <a:pt x="2506157" y="253832"/>
                </a:lnTo>
                <a:lnTo>
                  <a:pt x="2501696" y="251453"/>
                </a:lnTo>
                <a:lnTo>
                  <a:pt x="2496358" y="251166"/>
                </a:lnTo>
                <a:lnTo>
                  <a:pt x="2480250" y="250812"/>
                </a:lnTo>
                <a:lnTo>
                  <a:pt x="2468648" y="250128"/>
                </a:lnTo>
                <a:lnTo>
                  <a:pt x="2460504" y="248182"/>
                </a:lnTo>
                <a:lnTo>
                  <a:pt x="2455453" y="244955"/>
                </a:lnTo>
                <a:lnTo>
                  <a:pt x="2451312" y="243374"/>
                </a:lnTo>
                <a:lnTo>
                  <a:pt x="2443286" y="244615"/>
                </a:lnTo>
                <a:lnTo>
                  <a:pt x="2434863" y="245262"/>
                </a:lnTo>
                <a:lnTo>
                  <a:pt x="2421652" y="244427"/>
                </a:lnTo>
                <a:lnTo>
                  <a:pt x="2416393" y="242184"/>
                </a:lnTo>
                <a:lnTo>
                  <a:pt x="2413504" y="239634"/>
                </a:lnTo>
                <a:lnTo>
                  <a:pt x="2411530" y="237372"/>
                </a:lnTo>
                <a:lnTo>
                  <a:pt x="2408685" y="233725"/>
                </a:lnTo>
                <a:lnTo>
                  <a:pt x="2406670" y="231625"/>
                </a:lnTo>
                <a:lnTo>
                  <a:pt x="2403535" y="228751"/>
                </a:lnTo>
                <a:lnTo>
                  <a:pt x="2399534" y="226105"/>
                </a:lnTo>
                <a:lnTo>
                  <a:pt x="2395227" y="224665"/>
                </a:lnTo>
                <a:lnTo>
                  <a:pt x="2391829" y="223726"/>
                </a:lnTo>
                <a:lnTo>
                  <a:pt x="2385896" y="223863"/>
                </a:lnTo>
                <a:lnTo>
                  <a:pt x="2380870" y="223913"/>
                </a:lnTo>
                <a:lnTo>
                  <a:pt x="2378288" y="224659"/>
                </a:lnTo>
                <a:lnTo>
                  <a:pt x="2375910" y="227813"/>
                </a:lnTo>
                <a:lnTo>
                  <a:pt x="2371712" y="232040"/>
                </a:lnTo>
                <a:lnTo>
                  <a:pt x="2368143" y="234919"/>
                </a:lnTo>
                <a:lnTo>
                  <a:pt x="2366003" y="236184"/>
                </a:lnTo>
                <a:lnTo>
                  <a:pt x="2360960" y="236733"/>
                </a:lnTo>
                <a:lnTo>
                  <a:pt x="2355928" y="236881"/>
                </a:lnTo>
                <a:lnTo>
                  <a:pt x="2350582" y="236910"/>
                </a:lnTo>
                <a:lnTo>
                  <a:pt x="2345515" y="235190"/>
                </a:lnTo>
                <a:lnTo>
                  <a:pt x="2339003" y="234262"/>
                </a:lnTo>
                <a:lnTo>
                  <a:pt x="2332806" y="235934"/>
                </a:lnTo>
                <a:lnTo>
                  <a:pt x="2323414" y="240349"/>
                </a:lnTo>
                <a:lnTo>
                  <a:pt x="2315634" y="242876"/>
                </a:lnTo>
                <a:lnTo>
                  <a:pt x="2311618" y="242494"/>
                </a:lnTo>
                <a:lnTo>
                  <a:pt x="2306022" y="241491"/>
                </a:lnTo>
                <a:lnTo>
                  <a:pt x="2300300" y="243418"/>
                </a:lnTo>
                <a:lnTo>
                  <a:pt x="2294417" y="245235"/>
                </a:lnTo>
                <a:lnTo>
                  <a:pt x="2291235" y="246835"/>
                </a:lnTo>
                <a:lnTo>
                  <a:pt x="2286527" y="249611"/>
                </a:lnTo>
                <a:lnTo>
                  <a:pt x="2278838" y="249533"/>
                </a:lnTo>
                <a:lnTo>
                  <a:pt x="2276141" y="250835"/>
                </a:lnTo>
                <a:lnTo>
                  <a:pt x="2274660" y="254285"/>
                </a:lnTo>
                <a:lnTo>
                  <a:pt x="2269148" y="261569"/>
                </a:lnTo>
                <a:lnTo>
                  <a:pt x="2263099" y="264290"/>
                </a:lnTo>
                <a:lnTo>
                  <a:pt x="2260845" y="262262"/>
                </a:lnTo>
                <a:lnTo>
                  <a:pt x="2255196" y="260170"/>
                </a:lnTo>
                <a:lnTo>
                  <a:pt x="2250983" y="260685"/>
                </a:lnTo>
                <a:lnTo>
                  <a:pt x="2244293" y="265346"/>
                </a:lnTo>
                <a:lnTo>
                  <a:pt x="2239588" y="268511"/>
                </a:lnTo>
                <a:lnTo>
                  <a:pt x="2234710" y="271611"/>
                </a:lnTo>
                <a:lnTo>
                  <a:pt x="2229756" y="273573"/>
                </a:lnTo>
                <a:lnTo>
                  <a:pt x="2225836" y="272288"/>
                </a:lnTo>
                <a:lnTo>
                  <a:pt x="2220865" y="270722"/>
                </a:lnTo>
                <a:lnTo>
                  <a:pt x="2218589" y="272129"/>
                </a:lnTo>
                <a:lnTo>
                  <a:pt x="2214054" y="273075"/>
                </a:lnTo>
                <a:lnTo>
                  <a:pt x="2210297" y="273229"/>
                </a:lnTo>
                <a:lnTo>
                  <a:pt x="2206098" y="272462"/>
                </a:lnTo>
                <a:lnTo>
                  <a:pt x="2199508" y="270284"/>
                </a:lnTo>
                <a:lnTo>
                  <a:pt x="2196506" y="268321"/>
                </a:lnTo>
                <a:lnTo>
                  <a:pt x="2193083" y="267171"/>
                </a:lnTo>
                <a:lnTo>
                  <a:pt x="2188519" y="266314"/>
                </a:lnTo>
                <a:lnTo>
                  <a:pt x="2182199" y="264489"/>
                </a:lnTo>
                <a:lnTo>
                  <a:pt x="2176846" y="263128"/>
                </a:lnTo>
                <a:lnTo>
                  <a:pt x="2172627" y="263697"/>
                </a:lnTo>
                <a:lnTo>
                  <a:pt x="2168747" y="265662"/>
                </a:lnTo>
                <a:lnTo>
                  <a:pt x="2167104" y="264502"/>
                </a:lnTo>
                <a:lnTo>
                  <a:pt x="2161680" y="263520"/>
                </a:lnTo>
                <a:lnTo>
                  <a:pt x="2156119" y="262841"/>
                </a:lnTo>
                <a:lnTo>
                  <a:pt x="2153058" y="263017"/>
                </a:lnTo>
                <a:lnTo>
                  <a:pt x="2147103" y="261994"/>
                </a:lnTo>
                <a:lnTo>
                  <a:pt x="2143644" y="260910"/>
                </a:lnTo>
                <a:lnTo>
                  <a:pt x="2134353" y="258985"/>
                </a:lnTo>
                <a:lnTo>
                  <a:pt x="2126213" y="257367"/>
                </a:lnTo>
                <a:lnTo>
                  <a:pt x="2119300" y="255477"/>
                </a:lnTo>
                <a:lnTo>
                  <a:pt x="2112983" y="252181"/>
                </a:lnTo>
                <a:lnTo>
                  <a:pt x="2108732" y="249535"/>
                </a:lnTo>
                <a:lnTo>
                  <a:pt x="2105706" y="247895"/>
                </a:lnTo>
                <a:lnTo>
                  <a:pt x="2099649" y="244594"/>
                </a:lnTo>
                <a:lnTo>
                  <a:pt x="2097563" y="240577"/>
                </a:lnTo>
                <a:lnTo>
                  <a:pt x="2096742" y="236451"/>
                </a:lnTo>
                <a:lnTo>
                  <a:pt x="2094647" y="230011"/>
                </a:lnTo>
                <a:lnTo>
                  <a:pt x="2092299" y="227558"/>
                </a:lnTo>
                <a:lnTo>
                  <a:pt x="2088347" y="225980"/>
                </a:lnTo>
                <a:lnTo>
                  <a:pt x="2084984" y="226058"/>
                </a:lnTo>
                <a:lnTo>
                  <a:pt x="2081069" y="225819"/>
                </a:lnTo>
                <a:lnTo>
                  <a:pt x="2074539" y="224204"/>
                </a:lnTo>
                <a:lnTo>
                  <a:pt x="2070047" y="225249"/>
                </a:lnTo>
                <a:lnTo>
                  <a:pt x="2067453" y="229262"/>
                </a:lnTo>
                <a:lnTo>
                  <a:pt x="2065664" y="234724"/>
                </a:lnTo>
                <a:lnTo>
                  <a:pt x="2064165" y="239967"/>
                </a:lnTo>
                <a:lnTo>
                  <a:pt x="2060762" y="243040"/>
                </a:lnTo>
                <a:lnTo>
                  <a:pt x="2053807" y="244623"/>
                </a:lnTo>
                <a:lnTo>
                  <a:pt x="2046911" y="242615"/>
                </a:lnTo>
                <a:lnTo>
                  <a:pt x="2045041" y="240737"/>
                </a:lnTo>
                <a:lnTo>
                  <a:pt x="2043587" y="240141"/>
                </a:lnTo>
                <a:lnTo>
                  <a:pt x="2038475" y="238594"/>
                </a:lnTo>
                <a:lnTo>
                  <a:pt x="2035585" y="238399"/>
                </a:lnTo>
                <a:lnTo>
                  <a:pt x="2029967" y="238032"/>
                </a:lnTo>
                <a:lnTo>
                  <a:pt x="2027287" y="236079"/>
                </a:lnTo>
                <a:lnTo>
                  <a:pt x="2024671" y="234203"/>
                </a:lnTo>
                <a:lnTo>
                  <a:pt x="2022240" y="231600"/>
                </a:lnTo>
                <a:lnTo>
                  <a:pt x="2021686" y="231148"/>
                </a:lnTo>
                <a:lnTo>
                  <a:pt x="2020276" y="230072"/>
                </a:lnTo>
                <a:lnTo>
                  <a:pt x="2017624" y="228784"/>
                </a:lnTo>
                <a:lnTo>
                  <a:pt x="2014377" y="227813"/>
                </a:lnTo>
                <a:lnTo>
                  <a:pt x="2011535" y="226752"/>
                </a:lnTo>
                <a:lnTo>
                  <a:pt x="2009476" y="226077"/>
                </a:lnTo>
                <a:lnTo>
                  <a:pt x="2007542" y="224444"/>
                </a:lnTo>
                <a:lnTo>
                  <a:pt x="2005723" y="222753"/>
                </a:lnTo>
                <a:lnTo>
                  <a:pt x="2003685" y="220734"/>
                </a:lnTo>
                <a:lnTo>
                  <a:pt x="2001381" y="219984"/>
                </a:lnTo>
                <a:lnTo>
                  <a:pt x="1999292" y="220176"/>
                </a:lnTo>
                <a:lnTo>
                  <a:pt x="1996402" y="220626"/>
                </a:lnTo>
                <a:lnTo>
                  <a:pt x="1990565" y="220481"/>
                </a:lnTo>
                <a:lnTo>
                  <a:pt x="1987440" y="221030"/>
                </a:lnTo>
                <a:lnTo>
                  <a:pt x="1984646" y="221862"/>
                </a:lnTo>
                <a:lnTo>
                  <a:pt x="1980288" y="221738"/>
                </a:lnTo>
                <a:lnTo>
                  <a:pt x="1974783" y="218295"/>
                </a:lnTo>
                <a:lnTo>
                  <a:pt x="1965771" y="215073"/>
                </a:lnTo>
                <a:lnTo>
                  <a:pt x="1957702" y="209364"/>
                </a:lnTo>
                <a:lnTo>
                  <a:pt x="1953200" y="204637"/>
                </a:lnTo>
                <a:lnTo>
                  <a:pt x="1953258" y="200284"/>
                </a:lnTo>
                <a:lnTo>
                  <a:pt x="1947661" y="194736"/>
                </a:lnTo>
                <a:lnTo>
                  <a:pt x="1941451" y="191495"/>
                </a:lnTo>
                <a:lnTo>
                  <a:pt x="1938595" y="188032"/>
                </a:lnTo>
                <a:lnTo>
                  <a:pt x="1933769" y="185595"/>
                </a:lnTo>
                <a:lnTo>
                  <a:pt x="1929251" y="184278"/>
                </a:lnTo>
                <a:lnTo>
                  <a:pt x="1924799" y="182246"/>
                </a:lnTo>
                <a:lnTo>
                  <a:pt x="1917701" y="176848"/>
                </a:lnTo>
                <a:lnTo>
                  <a:pt x="1911977" y="176302"/>
                </a:lnTo>
                <a:lnTo>
                  <a:pt x="1896525" y="172527"/>
                </a:lnTo>
                <a:lnTo>
                  <a:pt x="1891371" y="170639"/>
                </a:lnTo>
                <a:lnTo>
                  <a:pt x="1886321" y="170733"/>
                </a:lnTo>
                <a:lnTo>
                  <a:pt x="1880067" y="171167"/>
                </a:lnTo>
                <a:lnTo>
                  <a:pt x="1877574" y="173167"/>
                </a:lnTo>
                <a:lnTo>
                  <a:pt x="1875318" y="176417"/>
                </a:lnTo>
                <a:lnTo>
                  <a:pt x="1871769" y="182036"/>
                </a:lnTo>
                <a:lnTo>
                  <a:pt x="1864609" y="190604"/>
                </a:lnTo>
                <a:lnTo>
                  <a:pt x="1857189" y="195955"/>
                </a:lnTo>
                <a:lnTo>
                  <a:pt x="1849577" y="197608"/>
                </a:lnTo>
                <a:lnTo>
                  <a:pt x="1840890" y="193779"/>
                </a:lnTo>
                <a:lnTo>
                  <a:pt x="1836787" y="191290"/>
                </a:lnTo>
                <a:lnTo>
                  <a:pt x="1831756" y="188556"/>
                </a:lnTo>
                <a:lnTo>
                  <a:pt x="1827071" y="183732"/>
                </a:lnTo>
                <a:lnTo>
                  <a:pt x="1820260" y="176651"/>
                </a:lnTo>
                <a:lnTo>
                  <a:pt x="1814668" y="171702"/>
                </a:lnTo>
                <a:lnTo>
                  <a:pt x="1807160" y="166177"/>
                </a:lnTo>
                <a:lnTo>
                  <a:pt x="1800388" y="158424"/>
                </a:lnTo>
                <a:lnTo>
                  <a:pt x="1795039" y="151041"/>
                </a:lnTo>
                <a:lnTo>
                  <a:pt x="1787162" y="140896"/>
                </a:lnTo>
                <a:lnTo>
                  <a:pt x="1785424" y="134746"/>
                </a:lnTo>
                <a:lnTo>
                  <a:pt x="1785918" y="128377"/>
                </a:lnTo>
                <a:lnTo>
                  <a:pt x="1785961" y="118027"/>
                </a:lnTo>
                <a:lnTo>
                  <a:pt x="1784349" y="113115"/>
                </a:lnTo>
                <a:lnTo>
                  <a:pt x="1779769" y="108828"/>
                </a:lnTo>
                <a:lnTo>
                  <a:pt x="1772887" y="101840"/>
                </a:lnTo>
                <a:lnTo>
                  <a:pt x="1770691" y="98476"/>
                </a:lnTo>
                <a:lnTo>
                  <a:pt x="1768105" y="95234"/>
                </a:lnTo>
                <a:lnTo>
                  <a:pt x="1765913" y="93433"/>
                </a:lnTo>
                <a:lnTo>
                  <a:pt x="1762653" y="92055"/>
                </a:lnTo>
                <a:lnTo>
                  <a:pt x="1757815" y="90613"/>
                </a:lnTo>
                <a:lnTo>
                  <a:pt x="1752142" y="89016"/>
                </a:lnTo>
                <a:lnTo>
                  <a:pt x="1749571" y="89562"/>
                </a:lnTo>
                <a:lnTo>
                  <a:pt x="1745220" y="91366"/>
                </a:lnTo>
                <a:lnTo>
                  <a:pt x="1740206" y="94887"/>
                </a:lnTo>
                <a:lnTo>
                  <a:pt x="1736528" y="96085"/>
                </a:lnTo>
                <a:lnTo>
                  <a:pt x="1731114" y="96671"/>
                </a:lnTo>
                <a:lnTo>
                  <a:pt x="1726998" y="98473"/>
                </a:lnTo>
                <a:lnTo>
                  <a:pt x="1724373" y="100723"/>
                </a:lnTo>
                <a:lnTo>
                  <a:pt x="1720270" y="104131"/>
                </a:lnTo>
                <a:lnTo>
                  <a:pt x="1715810" y="103714"/>
                </a:lnTo>
                <a:lnTo>
                  <a:pt x="1711862" y="104471"/>
                </a:lnTo>
                <a:lnTo>
                  <a:pt x="1709887" y="105714"/>
                </a:lnTo>
                <a:lnTo>
                  <a:pt x="1705933" y="107982"/>
                </a:lnTo>
                <a:lnTo>
                  <a:pt x="1702059" y="109158"/>
                </a:lnTo>
                <a:lnTo>
                  <a:pt x="1696973" y="111017"/>
                </a:lnTo>
                <a:lnTo>
                  <a:pt x="1693127" y="110646"/>
                </a:lnTo>
                <a:lnTo>
                  <a:pt x="1687136" y="110925"/>
                </a:lnTo>
                <a:lnTo>
                  <a:pt x="1683112" y="111523"/>
                </a:lnTo>
                <a:lnTo>
                  <a:pt x="1680316" y="111875"/>
                </a:lnTo>
                <a:lnTo>
                  <a:pt x="1676460" y="110758"/>
                </a:lnTo>
                <a:lnTo>
                  <a:pt x="1670745" y="108227"/>
                </a:lnTo>
                <a:lnTo>
                  <a:pt x="1661087" y="104478"/>
                </a:lnTo>
                <a:lnTo>
                  <a:pt x="1653368" y="101246"/>
                </a:lnTo>
                <a:lnTo>
                  <a:pt x="1646777" y="97412"/>
                </a:lnTo>
                <a:lnTo>
                  <a:pt x="1642388" y="95357"/>
                </a:lnTo>
                <a:lnTo>
                  <a:pt x="1635522" y="92049"/>
                </a:lnTo>
                <a:lnTo>
                  <a:pt x="1626328" y="85635"/>
                </a:lnTo>
                <a:lnTo>
                  <a:pt x="1622603" y="81635"/>
                </a:lnTo>
                <a:lnTo>
                  <a:pt x="1619873" y="79624"/>
                </a:lnTo>
                <a:lnTo>
                  <a:pt x="1610240" y="72626"/>
                </a:lnTo>
                <a:lnTo>
                  <a:pt x="1601254" y="63594"/>
                </a:lnTo>
                <a:lnTo>
                  <a:pt x="1597177" y="59089"/>
                </a:lnTo>
                <a:lnTo>
                  <a:pt x="1595118" y="54536"/>
                </a:lnTo>
                <a:lnTo>
                  <a:pt x="1590922" y="47580"/>
                </a:lnTo>
                <a:lnTo>
                  <a:pt x="1588793" y="38329"/>
                </a:lnTo>
                <a:lnTo>
                  <a:pt x="1592414" y="25629"/>
                </a:lnTo>
                <a:lnTo>
                  <a:pt x="1599590" y="20368"/>
                </a:lnTo>
                <a:lnTo>
                  <a:pt x="1600563" y="17635"/>
                </a:lnTo>
                <a:lnTo>
                  <a:pt x="1597383" y="16252"/>
                </a:lnTo>
                <a:lnTo>
                  <a:pt x="1592575" y="17974"/>
                </a:lnTo>
                <a:lnTo>
                  <a:pt x="1587721" y="19165"/>
                </a:lnTo>
                <a:lnTo>
                  <a:pt x="1580528" y="19080"/>
                </a:lnTo>
                <a:lnTo>
                  <a:pt x="1576667" y="8313"/>
                </a:lnTo>
                <a:lnTo>
                  <a:pt x="1572657" y="1979"/>
                </a:lnTo>
                <a:lnTo>
                  <a:pt x="1567545" y="759"/>
                </a:lnTo>
                <a:lnTo>
                  <a:pt x="1558987" y="0"/>
                </a:lnTo>
                <a:lnTo>
                  <a:pt x="1554201" y="3616"/>
                </a:lnTo>
                <a:lnTo>
                  <a:pt x="1554810" y="12584"/>
                </a:lnTo>
                <a:lnTo>
                  <a:pt x="1549527" y="21036"/>
                </a:lnTo>
                <a:lnTo>
                  <a:pt x="1537507" y="28984"/>
                </a:lnTo>
                <a:lnTo>
                  <a:pt x="1522748" y="33830"/>
                </a:lnTo>
                <a:lnTo>
                  <a:pt x="1511031" y="35621"/>
                </a:lnTo>
                <a:lnTo>
                  <a:pt x="1502050" y="34821"/>
                </a:lnTo>
                <a:lnTo>
                  <a:pt x="1488099" y="30787"/>
                </a:lnTo>
                <a:lnTo>
                  <a:pt x="1476574" y="27646"/>
                </a:lnTo>
                <a:lnTo>
                  <a:pt x="1471310" y="28432"/>
                </a:lnTo>
                <a:lnTo>
                  <a:pt x="1459835" y="34204"/>
                </a:lnTo>
                <a:lnTo>
                  <a:pt x="1453437" y="35467"/>
                </a:lnTo>
                <a:lnTo>
                  <a:pt x="1448073" y="35600"/>
                </a:lnTo>
                <a:lnTo>
                  <a:pt x="1440170" y="34358"/>
                </a:lnTo>
                <a:lnTo>
                  <a:pt x="1431377" y="31162"/>
                </a:lnTo>
                <a:lnTo>
                  <a:pt x="1418758" y="27900"/>
                </a:lnTo>
                <a:lnTo>
                  <a:pt x="1412956" y="26468"/>
                </a:lnTo>
                <a:lnTo>
                  <a:pt x="1407459" y="24283"/>
                </a:lnTo>
                <a:lnTo>
                  <a:pt x="1402147" y="25310"/>
                </a:lnTo>
                <a:lnTo>
                  <a:pt x="1398548" y="25587"/>
                </a:lnTo>
                <a:lnTo>
                  <a:pt x="1393222" y="24594"/>
                </a:lnTo>
                <a:lnTo>
                  <a:pt x="1387307" y="22205"/>
                </a:lnTo>
                <a:lnTo>
                  <a:pt x="1383023" y="21621"/>
                </a:lnTo>
                <a:lnTo>
                  <a:pt x="1372211" y="22756"/>
                </a:lnTo>
                <a:lnTo>
                  <a:pt x="1360130" y="22541"/>
                </a:lnTo>
                <a:lnTo>
                  <a:pt x="1355046" y="20692"/>
                </a:lnTo>
                <a:lnTo>
                  <a:pt x="1347544" y="20728"/>
                </a:lnTo>
                <a:lnTo>
                  <a:pt x="1341612" y="20739"/>
                </a:lnTo>
                <a:lnTo>
                  <a:pt x="1337858" y="20343"/>
                </a:lnTo>
                <a:lnTo>
                  <a:pt x="1331883" y="20517"/>
                </a:lnTo>
                <a:lnTo>
                  <a:pt x="1325935" y="19610"/>
                </a:lnTo>
                <a:lnTo>
                  <a:pt x="1319324" y="18342"/>
                </a:lnTo>
                <a:lnTo>
                  <a:pt x="1314307" y="18763"/>
                </a:lnTo>
                <a:lnTo>
                  <a:pt x="1307138" y="17638"/>
                </a:lnTo>
                <a:lnTo>
                  <a:pt x="1298583" y="14905"/>
                </a:lnTo>
                <a:lnTo>
                  <a:pt x="1290084" y="13007"/>
                </a:lnTo>
                <a:lnTo>
                  <a:pt x="1283675" y="11635"/>
                </a:lnTo>
                <a:lnTo>
                  <a:pt x="1278878" y="11987"/>
                </a:lnTo>
                <a:lnTo>
                  <a:pt x="1270499" y="10552"/>
                </a:lnTo>
                <a:lnTo>
                  <a:pt x="1252852" y="18726"/>
                </a:lnTo>
                <a:lnTo>
                  <a:pt x="1218764" y="28532"/>
                </a:lnTo>
                <a:lnTo>
                  <a:pt x="1216171" y="29525"/>
                </a:lnTo>
                <a:lnTo>
                  <a:pt x="1211713" y="32514"/>
                </a:lnTo>
                <a:lnTo>
                  <a:pt x="1207091" y="36284"/>
                </a:lnTo>
                <a:lnTo>
                  <a:pt x="1201221" y="39154"/>
                </a:lnTo>
                <a:lnTo>
                  <a:pt x="1193564" y="40996"/>
                </a:lnTo>
                <a:lnTo>
                  <a:pt x="1179216" y="44907"/>
                </a:lnTo>
                <a:lnTo>
                  <a:pt x="1171270" y="45614"/>
                </a:lnTo>
                <a:lnTo>
                  <a:pt x="1161637" y="45831"/>
                </a:lnTo>
                <a:lnTo>
                  <a:pt x="1158012" y="47265"/>
                </a:lnTo>
                <a:lnTo>
                  <a:pt x="1156846" y="48539"/>
                </a:lnTo>
                <a:lnTo>
                  <a:pt x="1151079" y="50618"/>
                </a:lnTo>
                <a:lnTo>
                  <a:pt x="1140651" y="52119"/>
                </a:lnTo>
                <a:lnTo>
                  <a:pt x="1135844" y="53794"/>
                </a:lnTo>
                <a:lnTo>
                  <a:pt x="1132265" y="55170"/>
                </a:lnTo>
                <a:lnTo>
                  <a:pt x="1127528" y="57271"/>
                </a:lnTo>
                <a:lnTo>
                  <a:pt x="1125253" y="58114"/>
                </a:lnTo>
                <a:lnTo>
                  <a:pt x="1121618" y="59675"/>
                </a:lnTo>
                <a:lnTo>
                  <a:pt x="1116669" y="62566"/>
                </a:lnTo>
                <a:lnTo>
                  <a:pt x="1112611" y="65381"/>
                </a:lnTo>
                <a:lnTo>
                  <a:pt x="1108641" y="67861"/>
                </a:lnTo>
                <a:lnTo>
                  <a:pt x="1103020" y="70909"/>
                </a:lnTo>
                <a:lnTo>
                  <a:pt x="1096921" y="74713"/>
                </a:lnTo>
                <a:lnTo>
                  <a:pt x="1091342" y="78709"/>
                </a:lnTo>
                <a:lnTo>
                  <a:pt x="1078054" y="89481"/>
                </a:lnTo>
                <a:lnTo>
                  <a:pt x="1072956" y="94846"/>
                </a:lnTo>
                <a:lnTo>
                  <a:pt x="1068771" y="101746"/>
                </a:lnTo>
                <a:lnTo>
                  <a:pt x="1058635" y="102293"/>
                </a:lnTo>
                <a:lnTo>
                  <a:pt x="1055740" y="104455"/>
                </a:lnTo>
                <a:lnTo>
                  <a:pt x="1051809" y="108110"/>
                </a:lnTo>
                <a:lnTo>
                  <a:pt x="1048590" y="109505"/>
                </a:lnTo>
                <a:lnTo>
                  <a:pt x="1041146" y="111061"/>
                </a:lnTo>
                <a:lnTo>
                  <a:pt x="1033010" y="113119"/>
                </a:lnTo>
                <a:lnTo>
                  <a:pt x="1030164" y="114354"/>
                </a:lnTo>
                <a:lnTo>
                  <a:pt x="1025799" y="117144"/>
                </a:lnTo>
                <a:lnTo>
                  <a:pt x="1020642" y="120421"/>
                </a:lnTo>
                <a:lnTo>
                  <a:pt x="1016829" y="124446"/>
                </a:lnTo>
                <a:lnTo>
                  <a:pt x="1012091" y="128856"/>
                </a:lnTo>
                <a:lnTo>
                  <a:pt x="1006233" y="130762"/>
                </a:lnTo>
                <a:lnTo>
                  <a:pt x="1002127" y="132399"/>
                </a:lnTo>
                <a:lnTo>
                  <a:pt x="998139" y="134959"/>
                </a:lnTo>
                <a:lnTo>
                  <a:pt x="990996" y="141808"/>
                </a:lnTo>
                <a:lnTo>
                  <a:pt x="986790" y="142673"/>
                </a:lnTo>
                <a:lnTo>
                  <a:pt x="979348" y="142702"/>
                </a:lnTo>
                <a:lnTo>
                  <a:pt x="972422" y="145975"/>
                </a:lnTo>
                <a:lnTo>
                  <a:pt x="964971" y="148080"/>
                </a:lnTo>
                <a:lnTo>
                  <a:pt x="962557" y="150974"/>
                </a:lnTo>
                <a:lnTo>
                  <a:pt x="955335" y="155055"/>
                </a:lnTo>
                <a:lnTo>
                  <a:pt x="951924" y="158956"/>
                </a:lnTo>
                <a:lnTo>
                  <a:pt x="950016" y="163563"/>
                </a:lnTo>
                <a:lnTo>
                  <a:pt x="950083" y="178337"/>
                </a:lnTo>
                <a:lnTo>
                  <a:pt x="948356" y="185994"/>
                </a:lnTo>
                <a:lnTo>
                  <a:pt x="944776" y="191071"/>
                </a:lnTo>
                <a:lnTo>
                  <a:pt x="938651" y="197453"/>
                </a:lnTo>
                <a:lnTo>
                  <a:pt x="935450" y="198981"/>
                </a:lnTo>
                <a:lnTo>
                  <a:pt x="929044" y="200719"/>
                </a:lnTo>
                <a:lnTo>
                  <a:pt x="923223" y="201332"/>
                </a:lnTo>
                <a:lnTo>
                  <a:pt x="918908" y="201969"/>
                </a:lnTo>
                <a:lnTo>
                  <a:pt x="911295" y="203361"/>
                </a:lnTo>
                <a:lnTo>
                  <a:pt x="892516" y="204125"/>
                </a:lnTo>
                <a:lnTo>
                  <a:pt x="885383" y="204124"/>
                </a:lnTo>
                <a:lnTo>
                  <a:pt x="883191" y="204156"/>
                </a:lnTo>
                <a:lnTo>
                  <a:pt x="881250" y="205348"/>
                </a:lnTo>
                <a:lnTo>
                  <a:pt x="879982" y="205364"/>
                </a:lnTo>
                <a:lnTo>
                  <a:pt x="876170" y="205079"/>
                </a:lnTo>
                <a:lnTo>
                  <a:pt x="872232" y="204733"/>
                </a:lnTo>
                <a:lnTo>
                  <a:pt x="867466" y="204045"/>
                </a:lnTo>
                <a:lnTo>
                  <a:pt x="863204" y="203184"/>
                </a:lnTo>
                <a:lnTo>
                  <a:pt x="858598" y="202330"/>
                </a:lnTo>
                <a:lnTo>
                  <a:pt x="854023" y="201275"/>
                </a:lnTo>
                <a:lnTo>
                  <a:pt x="850656" y="200621"/>
                </a:lnTo>
                <a:lnTo>
                  <a:pt x="845849" y="200073"/>
                </a:lnTo>
                <a:lnTo>
                  <a:pt x="842576" y="199738"/>
                </a:lnTo>
                <a:lnTo>
                  <a:pt x="838678" y="198468"/>
                </a:lnTo>
                <a:lnTo>
                  <a:pt x="833784" y="196155"/>
                </a:lnTo>
                <a:lnTo>
                  <a:pt x="829265" y="194331"/>
                </a:lnTo>
                <a:lnTo>
                  <a:pt x="825005" y="192765"/>
                </a:lnTo>
                <a:lnTo>
                  <a:pt x="817574" y="190786"/>
                </a:lnTo>
                <a:lnTo>
                  <a:pt x="813413" y="189529"/>
                </a:lnTo>
                <a:lnTo>
                  <a:pt x="807193" y="187405"/>
                </a:lnTo>
                <a:lnTo>
                  <a:pt x="795047" y="184282"/>
                </a:lnTo>
                <a:lnTo>
                  <a:pt x="785832" y="181435"/>
                </a:lnTo>
                <a:lnTo>
                  <a:pt x="778848" y="178987"/>
                </a:lnTo>
                <a:lnTo>
                  <a:pt x="774287" y="179427"/>
                </a:lnTo>
                <a:lnTo>
                  <a:pt x="769432" y="179064"/>
                </a:lnTo>
                <a:lnTo>
                  <a:pt x="768036" y="177777"/>
                </a:lnTo>
                <a:lnTo>
                  <a:pt x="767660" y="177945"/>
                </a:lnTo>
                <a:lnTo>
                  <a:pt x="763887" y="174559"/>
                </a:lnTo>
                <a:lnTo>
                  <a:pt x="758893" y="171017"/>
                </a:lnTo>
                <a:lnTo>
                  <a:pt x="753593" y="169289"/>
                </a:lnTo>
                <a:lnTo>
                  <a:pt x="750269" y="168556"/>
                </a:lnTo>
                <a:lnTo>
                  <a:pt x="746813" y="168589"/>
                </a:lnTo>
                <a:lnTo>
                  <a:pt x="743872" y="168189"/>
                </a:lnTo>
                <a:lnTo>
                  <a:pt x="740651" y="168576"/>
                </a:lnTo>
                <a:lnTo>
                  <a:pt x="736691" y="170782"/>
                </a:lnTo>
                <a:lnTo>
                  <a:pt x="735698" y="174244"/>
                </a:lnTo>
                <a:lnTo>
                  <a:pt x="732506" y="177309"/>
                </a:lnTo>
                <a:lnTo>
                  <a:pt x="726128" y="178962"/>
                </a:lnTo>
                <a:lnTo>
                  <a:pt x="710993" y="178060"/>
                </a:lnTo>
                <a:lnTo>
                  <a:pt x="698233" y="177453"/>
                </a:lnTo>
                <a:lnTo>
                  <a:pt x="690644" y="176634"/>
                </a:lnTo>
                <a:lnTo>
                  <a:pt x="685400" y="176866"/>
                </a:lnTo>
                <a:lnTo>
                  <a:pt x="681785" y="176986"/>
                </a:lnTo>
                <a:lnTo>
                  <a:pt x="677256" y="177209"/>
                </a:lnTo>
                <a:lnTo>
                  <a:pt x="675085" y="176248"/>
                </a:lnTo>
                <a:lnTo>
                  <a:pt x="670552" y="175008"/>
                </a:lnTo>
                <a:lnTo>
                  <a:pt x="652015" y="170753"/>
                </a:lnTo>
                <a:lnTo>
                  <a:pt x="645122" y="168843"/>
                </a:lnTo>
                <a:lnTo>
                  <a:pt x="636563" y="165796"/>
                </a:lnTo>
                <a:lnTo>
                  <a:pt x="624644" y="164453"/>
                </a:lnTo>
                <a:lnTo>
                  <a:pt x="620114" y="163565"/>
                </a:lnTo>
                <a:lnTo>
                  <a:pt x="613262" y="160804"/>
                </a:lnTo>
                <a:lnTo>
                  <a:pt x="610149" y="159595"/>
                </a:lnTo>
                <a:lnTo>
                  <a:pt x="605984" y="158871"/>
                </a:lnTo>
                <a:lnTo>
                  <a:pt x="597160" y="157135"/>
                </a:lnTo>
                <a:lnTo>
                  <a:pt x="592350" y="155115"/>
                </a:lnTo>
                <a:lnTo>
                  <a:pt x="588372" y="153510"/>
                </a:lnTo>
                <a:lnTo>
                  <a:pt x="584614" y="152364"/>
                </a:lnTo>
                <a:lnTo>
                  <a:pt x="581326" y="151093"/>
                </a:lnTo>
                <a:lnTo>
                  <a:pt x="576757" y="150449"/>
                </a:lnTo>
                <a:lnTo>
                  <a:pt x="569564" y="149556"/>
                </a:lnTo>
                <a:lnTo>
                  <a:pt x="562397" y="147954"/>
                </a:lnTo>
                <a:lnTo>
                  <a:pt x="558582" y="147022"/>
                </a:lnTo>
                <a:lnTo>
                  <a:pt x="555767" y="145805"/>
                </a:lnTo>
                <a:lnTo>
                  <a:pt x="550015" y="145891"/>
                </a:lnTo>
                <a:lnTo>
                  <a:pt x="546396" y="146273"/>
                </a:lnTo>
                <a:lnTo>
                  <a:pt x="541894" y="147434"/>
                </a:lnTo>
                <a:lnTo>
                  <a:pt x="535789" y="153539"/>
                </a:lnTo>
                <a:lnTo>
                  <a:pt x="534087" y="158189"/>
                </a:lnTo>
                <a:lnTo>
                  <a:pt x="532484" y="164487"/>
                </a:lnTo>
                <a:lnTo>
                  <a:pt x="530866" y="173666"/>
                </a:lnTo>
                <a:lnTo>
                  <a:pt x="528429" y="179856"/>
                </a:lnTo>
                <a:lnTo>
                  <a:pt x="525618" y="183896"/>
                </a:lnTo>
                <a:lnTo>
                  <a:pt x="521259" y="189705"/>
                </a:lnTo>
                <a:lnTo>
                  <a:pt x="519665" y="194543"/>
                </a:lnTo>
                <a:lnTo>
                  <a:pt x="519762" y="199630"/>
                </a:lnTo>
                <a:lnTo>
                  <a:pt x="524083" y="202242"/>
                </a:lnTo>
                <a:lnTo>
                  <a:pt x="529426" y="205426"/>
                </a:lnTo>
                <a:lnTo>
                  <a:pt x="534996" y="209046"/>
                </a:lnTo>
                <a:lnTo>
                  <a:pt x="537241" y="212625"/>
                </a:lnTo>
                <a:lnTo>
                  <a:pt x="541565" y="217173"/>
                </a:lnTo>
                <a:lnTo>
                  <a:pt x="554478" y="223966"/>
                </a:lnTo>
                <a:lnTo>
                  <a:pt x="561693" y="228233"/>
                </a:lnTo>
                <a:lnTo>
                  <a:pt x="566863" y="232607"/>
                </a:lnTo>
                <a:lnTo>
                  <a:pt x="568302" y="236943"/>
                </a:lnTo>
                <a:lnTo>
                  <a:pt x="570371" y="239657"/>
                </a:lnTo>
                <a:lnTo>
                  <a:pt x="573565" y="241781"/>
                </a:lnTo>
                <a:lnTo>
                  <a:pt x="578067" y="243375"/>
                </a:lnTo>
                <a:lnTo>
                  <a:pt x="581356" y="243468"/>
                </a:lnTo>
                <a:lnTo>
                  <a:pt x="582652" y="243704"/>
                </a:lnTo>
                <a:lnTo>
                  <a:pt x="584128" y="248066"/>
                </a:lnTo>
                <a:lnTo>
                  <a:pt x="585560" y="252852"/>
                </a:lnTo>
                <a:lnTo>
                  <a:pt x="592414" y="256118"/>
                </a:lnTo>
                <a:lnTo>
                  <a:pt x="598818" y="253556"/>
                </a:lnTo>
                <a:lnTo>
                  <a:pt x="606082" y="252164"/>
                </a:lnTo>
                <a:lnTo>
                  <a:pt x="612170" y="253707"/>
                </a:lnTo>
                <a:lnTo>
                  <a:pt x="616944" y="256199"/>
                </a:lnTo>
                <a:lnTo>
                  <a:pt x="621032" y="256418"/>
                </a:lnTo>
                <a:lnTo>
                  <a:pt x="629659" y="256243"/>
                </a:lnTo>
                <a:lnTo>
                  <a:pt x="644805" y="258633"/>
                </a:lnTo>
                <a:lnTo>
                  <a:pt x="650019" y="260708"/>
                </a:lnTo>
                <a:lnTo>
                  <a:pt x="658422" y="261259"/>
                </a:lnTo>
                <a:lnTo>
                  <a:pt x="663224" y="265885"/>
                </a:lnTo>
                <a:lnTo>
                  <a:pt x="661449" y="268506"/>
                </a:lnTo>
                <a:lnTo>
                  <a:pt x="655826" y="271148"/>
                </a:lnTo>
                <a:lnTo>
                  <a:pt x="637283" y="270956"/>
                </a:lnTo>
                <a:lnTo>
                  <a:pt x="635070" y="272785"/>
                </a:lnTo>
                <a:lnTo>
                  <a:pt x="636500" y="273666"/>
                </a:lnTo>
                <a:lnTo>
                  <a:pt x="621494" y="272593"/>
                </a:lnTo>
                <a:lnTo>
                  <a:pt x="608959" y="268808"/>
                </a:lnTo>
                <a:lnTo>
                  <a:pt x="599280" y="271349"/>
                </a:lnTo>
                <a:lnTo>
                  <a:pt x="587405" y="272884"/>
                </a:lnTo>
                <a:lnTo>
                  <a:pt x="583336" y="274197"/>
                </a:lnTo>
                <a:lnTo>
                  <a:pt x="575397" y="275611"/>
                </a:lnTo>
                <a:lnTo>
                  <a:pt x="561272" y="276533"/>
                </a:lnTo>
                <a:lnTo>
                  <a:pt x="556082" y="275103"/>
                </a:lnTo>
                <a:lnTo>
                  <a:pt x="548467" y="275476"/>
                </a:lnTo>
                <a:lnTo>
                  <a:pt x="538893" y="278365"/>
                </a:lnTo>
                <a:lnTo>
                  <a:pt x="530358" y="277014"/>
                </a:lnTo>
                <a:lnTo>
                  <a:pt x="522168" y="276123"/>
                </a:lnTo>
                <a:lnTo>
                  <a:pt x="516089" y="281520"/>
                </a:lnTo>
                <a:lnTo>
                  <a:pt x="509674" y="286212"/>
                </a:lnTo>
                <a:lnTo>
                  <a:pt x="500801" y="289696"/>
                </a:lnTo>
                <a:lnTo>
                  <a:pt x="485738" y="297189"/>
                </a:lnTo>
                <a:lnTo>
                  <a:pt x="485820" y="300788"/>
                </a:lnTo>
                <a:lnTo>
                  <a:pt x="494168" y="304666"/>
                </a:lnTo>
                <a:lnTo>
                  <a:pt x="504966" y="310116"/>
                </a:lnTo>
                <a:lnTo>
                  <a:pt x="512677" y="314599"/>
                </a:lnTo>
                <a:lnTo>
                  <a:pt x="517301" y="317004"/>
                </a:lnTo>
                <a:lnTo>
                  <a:pt x="525481" y="316200"/>
                </a:lnTo>
                <a:lnTo>
                  <a:pt x="538416" y="316316"/>
                </a:lnTo>
                <a:lnTo>
                  <a:pt x="546126" y="322272"/>
                </a:lnTo>
                <a:lnTo>
                  <a:pt x="548306" y="323326"/>
                </a:lnTo>
                <a:lnTo>
                  <a:pt x="550006" y="324714"/>
                </a:lnTo>
                <a:lnTo>
                  <a:pt x="547164" y="326991"/>
                </a:lnTo>
                <a:lnTo>
                  <a:pt x="543402" y="328111"/>
                </a:lnTo>
                <a:lnTo>
                  <a:pt x="540253" y="331305"/>
                </a:lnTo>
                <a:lnTo>
                  <a:pt x="536459" y="336711"/>
                </a:lnTo>
                <a:lnTo>
                  <a:pt x="495439" y="330146"/>
                </a:lnTo>
                <a:lnTo>
                  <a:pt x="476929" y="329313"/>
                </a:lnTo>
                <a:lnTo>
                  <a:pt x="471929" y="330939"/>
                </a:lnTo>
                <a:lnTo>
                  <a:pt x="469602" y="332835"/>
                </a:lnTo>
                <a:lnTo>
                  <a:pt x="461253" y="332048"/>
                </a:lnTo>
                <a:lnTo>
                  <a:pt x="450679" y="328761"/>
                </a:lnTo>
                <a:lnTo>
                  <a:pt x="444263" y="327878"/>
                </a:lnTo>
                <a:lnTo>
                  <a:pt x="434442" y="324900"/>
                </a:lnTo>
                <a:lnTo>
                  <a:pt x="422584" y="323952"/>
                </a:lnTo>
                <a:lnTo>
                  <a:pt x="412804" y="323346"/>
                </a:lnTo>
                <a:lnTo>
                  <a:pt x="404752" y="319216"/>
                </a:lnTo>
                <a:lnTo>
                  <a:pt x="392254" y="318136"/>
                </a:lnTo>
                <a:lnTo>
                  <a:pt x="380766" y="317772"/>
                </a:lnTo>
                <a:lnTo>
                  <a:pt x="377548" y="317179"/>
                </a:lnTo>
                <a:lnTo>
                  <a:pt x="375665" y="316905"/>
                </a:lnTo>
                <a:lnTo>
                  <a:pt x="370533" y="317238"/>
                </a:lnTo>
                <a:lnTo>
                  <a:pt x="365996" y="317839"/>
                </a:lnTo>
                <a:lnTo>
                  <a:pt x="359225" y="318400"/>
                </a:lnTo>
                <a:lnTo>
                  <a:pt x="351830" y="318262"/>
                </a:lnTo>
                <a:lnTo>
                  <a:pt x="344039" y="317623"/>
                </a:lnTo>
                <a:lnTo>
                  <a:pt x="336883" y="316728"/>
                </a:lnTo>
                <a:lnTo>
                  <a:pt x="330245" y="315895"/>
                </a:lnTo>
                <a:lnTo>
                  <a:pt x="327973" y="314595"/>
                </a:lnTo>
                <a:lnTo>
                  <a:pt x="327875" y="312646"/>
                </a:lnTo>
                <a:lnTo>
                  <a:pt x="328026" y="311518"/>
                </a:lnTo>
                <a:lnTo>
                  <a:pt x="328656" y="310570"/>
                </a:lnTo>
                <a:lnTo>
                  <a:pt x="329889" y="309725"/>
                </a:lnTo>
                <a:lnTo>
                  <a:pt x="333920" y="305564"/>
                </a:lnTo>
                <a:lnTo>
                  <a:pt x="335894" y="304098"/>
                </a:lnTo>
                <a:lnTo>
                  <a:pt x="339376" y="303007"/>
                </a:lnTo>
                <a:lnTo>
                  <a:pt x="348406" y="300584"/>
                </a:lnTo>
                <a:lnTo>
                  <a:pt x="348911" y="297415"/>
                </a:lnTo>
                <a:lnTo>
                  <a:pt x="347618" y="293747"/>
                </a:lnTo>
                <a:lnTo>
                  <a:pt x="344776" y="292500"/>
                </a:lnTo>
                <a:lnTo>
                  <a:pt x="341199" y="291990"/>
                </a:lnTo>
                <a:lnTo>
                  <a:pt x="336551" y="291288"/>
                </a:lnTo>
                <a:lnTo>
                  <a:pt x="331108" y="289309"/>
                </a:lnTo>
                <a:lnTo>
                  <a:pt x="327361" y="287435"/>
                </a:lnTo>
                <a:lnTo>
                  <a:pt x="324761" y="285992"/>
                </a:lnTo>
                <a:lnTo>
                  <a:pt x="319978" y="285955"/>
                </a:lnTo>
                <a:lnTo>
                  <a:pt x="315919" y="285459"/>
                </a:lnTo>
                <a:lnTo>
                  <a:pt x="311066" y="283926"/>
                </a:lnTo>
                <a:lnTo>
                  <a:pt x="303631" y="284015"/>
                </a:lnTo>
                <a:lnTo>
                  <a:pt x="300698" y="283543"/>
                </a:lnTo>
                <a:lnTo>
                  <a:pt x="297938" y="282881"/>
                </a:lnTo>
                <a:lnTo>
                  <a:pt x="294798" y="281430"/>
                </a:lnTo>
                <a:lnTo>
                  <a:pt x="292024" y="281076"/>
                </a:lnTo>
                <a:lnTo>
                  <a:pt x="289113" y="281198"/>
                </a:lnTo>
                <a:lnTo>
                  <a:pt x="287813" y="281860"/>
                </a:lnTo>
                <a:lnTo>
                  <a:pt x="285147" y="282919"/>
                </a:lnTo>
                <a:lnTo>
                  <a:pt x="282066" y="284151"/>
                </a:lnTo>
                <a:lnTo>
                  <a:pt x="281334" y="286194"/>
                </a:lnTo>
                <a:lnTo>
                  <a:pt x="283682" y="289323"/>
                </a:lnTo>
                <a:lnTo>
                  <a:pt x="289946" y="293296"/>
                </a:lnTo>
                <a:lnTo>
                  <a:pt x="295210" y="294869"/>
                </a:lnTo>
                <a:lnTo>
                  <a:pt x="297051" y="298785"/>
                </a:lnTo>
                <a:lnTo>
                  <a:pt x="300791" y="304401"/>
                </a:lnTo>
                <a:lnTo>
                  <a:pt x="313067" y="311778"/>
                </a:lnTo>
                <a:lnTo>
                  <a:pt x="317407" y="317514"/>
                </a:lnTo>
                <a:lnTo>
                  <a:pt x="309533" y="322197"/>
                </a:lnTo>
                <a:lnTo>
                  <a:pt x="302819" y="327480"/>
                </a:lnTo>
                <a:lnTo>
                  <a:pt x="296013" y="328214"/>
                </a:lnTo>
                <a:lnTo>
                  <a:pt x="286278" y="327481"/>
                </a:lnTo>
                <a:lnTo>
                  <a:pt x="279465" y="325951"/>
                </a:lnTo>
                <a:lnTo>
                  <a:pt x="273192" y="323296"/>
                </a:lnTo>
                <a:lnTo>
                  <a:pt x="263079" y="325982"/>
                </a:lnTo>
                <a:lnTo>
                  <a:pt x="262575" y="326368"/>
                </a:lnTo>
                <a:lnTo>
                  <a:pt x="255789" y="325846"/>
                </a:lnTo>
                <a:lnTo>
                  <a:pt x="234926" y="315637"/>
                </a:lnTo>
                <a:lnTo>
                  <a:pt x="223845" y="310004"/>
                </a:lnTo>
                <a:lnTo>
                  <a:pt x="215814" y="303492"/>
                </a:lnTo>
                <a:lnTo>
                  <a:pt x="218844" y="295315"/>
                </a:lnTo>
                <a:lnTo>
                  <a:pt x="214969" y="290881"/>
                </a:lnTo>
                <a:lnTo>
                  <a:pt x="208214" y="284486"/>
                </a:lnTo>
                <a:lnTo>
                  <a:pt x="204577" y="287286"/>
                </a:lnTo>
                <a:lnTo>
                  <a:pt x="195857" y="289128"/>
                </a:lnTo>
                <a:lnTo>
                  <a:pt x="191473" y="289101"/>
                </a:lnTo>
                <a:lnTo>
                  <a:pt x="182196" y="285860"/>
                </a:lnTo>
                <a:lnTo>
                  <a:pt x="178488" y="285796"/>
                </a:lnTo>
                <a:lnTo>
                  <a:pt x="177025" y="286642"/>
                </a:lnTo>
                <a:lnTo>
                  <a:pt x="166543" y="295276"/>
                </a:lnTo>
                <a:lnTo>
                  <a:pt x="149995" y="295426"/>
                </a:lnTo>
                <a:lnTo>
                  <a:pt x="145975" y="292532"/>
                </a:lnTo>
                <a:lnTo>
                  <a:pt x="141972" y="292331"/>
                </a:lnTo>
                <a:lnTo>
                  <a:pt x="138013" y="292935"/>
                </a:lnTo>
                <a:lnTo>
                  <a:pt x="133269" y="293244"/>
                </a:lnTo>
                <a:lnTo>
                  <a:pt x="123072" y="289792"/>
                </a:lnTo>
                <a:lnTo>
                  <a:pt x="114801" y="288831"/>
                </a:lnTo>
                <a:lnTo>
                  <a:pt x="111432" y="290253"/>
                </a:lnTo>
                <a:lnTo>
                  <a:pt x="108960" y="294165"/>
                </a:lnTo>
                <a:lnTo>
                  <a:pt x="104837" y="297528"/>
                </a:lnTo>
                <a:lnTo>
                  <a:pt x="99230" y="301192"/>
                </a:lnTo>
                <a:lnTo>
                  <a:pt x="93059" y="309829"/>
                </a:lnTo>
                <a:lnTo>
                  <a:pt x="86260" y="313148"/>
                </a:lnTo>
                <a:lnTo>
                  <a:pt x="81447" y="315241"/>
                </a:lnTo>
                <a:lnTo>
                  <a:pt x="73023" y="325495"/>
                </a:lnTo>
                <a:lnTo>
                  <a:pt x="63831" y="336376"/>
                </a:lnTo>
                <a:lnTo>
                  <a:pt x="55797" y="346920"/>
                </a:lnTo>
                <a:lnTo>
                  <a:pt x="47597" y="352320"/>
                </a:lnTo>
                <a:lnTo>
                  <a:pt x="42570" y="356924"/>
                </a:lnTo>
                <a:lnTo>
                  <a:pt x="36824" y="362748"/>
                </a:lnTo>
                <a:lnTo>
                  <a:pt x="34802" y="364853"/>
                </a:lnTo>
                <a:lnTo>
                  <a:pt x="28038" y="366343"/>
                </a:lnTo>
                <a:lnTo>
                  <a:pt x="21241" y="367119"/>
                </a:lnTo>
                <a:lnTo>
                  <a:pt x="15649" y="369375"/>
                </a:lnTo>
                <a:lnTo>
                  <a:pt x="14947" y="371620"/>
                </a:lnTo>
                <a:lnTo>
                  <a:pt x="13881" y="378127"/>
                </a:lnTo>
                <a:lnTo>
                  <a:pt x="11748" y="392713"/>
                </a:lnTo>
                <a:lnTo>
                  <a:pt x="11768" y="395952"/>
                </a:lnTo>
                <a:lnTo>
                  <a:pt x="12265" y="400452"/>
                </a:lnTo>
                <a:lnTo>
                  <a:pt x="12261" y="407023"/>
                </a:lnTo>
                <a:lnTo>
                  <a:pt x="13301" y="413688"/>
                </a:lnTo>
                <a:lnTo>
                  <a:pt x="10901" y="420734"/>
                </a:lnTo>
                <a:lnTo>
                  <a:pt x="9362" y="427107"/>
                </a:lnTo>
                <a:lnTo>
                  <a:pt x="13528" y="436654"/>
                </a:lnTo>
                <a:lnTo>
                  <a:pt x="15309" y="445953"/>
                </a:lnTo>
                <a:lnTo>
                  <a:pt x="11698" y="455351"/>
                </a:lnTo>
                <a:lnTo>
                  <a:pt x="4885" y="459462"/>
                </a:lnTo>
                <a:lnTo>
                  <a:pt x="4697" y="462662"/>
                </a:lnTo>
                <a:lnTo>
                  <a:pt x="4278" y="470290"/>
                </a:lnTo>
                <a:lnTo>
                  <a:pt x="3044" y="473996"/>
                </a:lnTo>
                <a:lnTo>
                  <a:pt x="2090" y="475906"/>
                </a:lnTo>
                <a:lnTo>
                  <a:pt x="0" y="477818"/>
                </a:lnTo>
                <a:lnTo>
                  <a:pt x="3049" y="482581"/>
                </a:lnTo>
                <a:lnTo>
                  <a:pt x="8465" y="488003"/>
                </a:lnTo>
                <a:lnTo>
                  <a:pt x="13144" y="488900"/>
                </a:lnTo>
                <a:lnTo>
                  <a:pt x="16908" y="489927"/>
                </a:lnTo>
                <a:lnTo>
                  <a:pt x="22245" y="490377"/>
                </a:lnTo>
                <a:lnTo>
                  <a:pt x="28961" y="489605"/>
                </a:lnTo>
                <a:lnTo>
                  <a:pt x="31956" y="489468"/>
                </a:lnTo>
                <a:lnTo>
                  <a:pt x="35546" y="488260"/>
                </a:lnTo>
                <a:lnTo>
                  <a:pt x="38469" y="486186"/>
                </a:lnTo>
                <a:lnTo>
                  <a:pt x="40985" y="486755"/>
                </a:lnTo>
                <a:lnTo>
                  <a:pt x="44456" y="488518"/>
                </a:lnTo>
                <a:lnTo>
                  <a:pt x="48163" y="490025"/>
                </a:lnTo>
                <a:lnTo>
                  <a:pt x="54379" y="488775"/>
                </a:lnTo>
                <a:lnTo>
                  <a:pt x="59757" y="486691"/>
                </a:lnTo>
                <a:lnTo>
                  <a:pt x="64516" y="484893"/>
                </a:lnTo>
                <a:lnTo>
                  <a:pt x="69619" y="484368"/>
                </a:lnTo>
                <a:lnTo>
                  <a:pt x="74745" y="484608"/>
                </a:lnTo>
                <a:lnTo>
                  <a:pt x="77879" y="484543"/>
                </a:lnTo>
                <a:lnTo>
                  <a:pt x="83293" y="484487"/>
                </a:lnTo>
                <a:lnTo>
                  <a:pt x="86384" y="483752"/>
                </a:lnTo>
                <a:lnTo>
                  <a:pt x="86887" y="482756"/>
                </a:lnTo>
                <a:lnTo>
                  <a:pt x="89804" y="482049"/>
                </a:lnTo>
                <a:lnTo>
                  <a:pt x="94090" y="481826"/>
                </a:lnTo>
                <a:lnTo>
                  <a:pt x="100476" y="482329"/>
                </a:lnTo>
                <a:lnTo>
                  <a:pt x="103661" y="482046"/>
                </a:lnTo>
                <a:lnTo>
                  <a:pt x="106465" y="481623"/>
                </a:lnTo>
                <a:lnTo>
                  <a:pt x="111408" y="481041"/>
                </a:lnTo>
                <a:lnTo>
                  <a:pt x="113771" y="480427"/>
                </a:lnTo>
                <a:lnTo>
                  <a:pt x="119436" y="479370"/>
                </a:lnTo>
                <a:lnTo>
                  <a:pt x="128696" y="480513"/>
                </a:lnTo>
                <a:lnTo>
                  <a:pt x="137332" y="482452"/>
                </a:lnTo>
                <a:lnTo>
                  <a:pt x="145775" y="480944"/>
                </a:lnTo>
                <a:lnTo>
                  <a:pt x="153985" y="480077"/>
                </a:lnTo>
                <a:lnTo>
                  <a:pt x="160773" y="483898"/>
                </a:lnTo>
                <a:lnTo>
                  <a:pt x="161731" y="489859"/>
                </a:lnTo>
                <a:lnTo>
                  <a:pt x="159658" y="495058"/>
                </a:lnTo>
                <a:lnTo>
                  <a:pt x="157313" y="501146"/>
                </a:lnTo>
                <a:lnTo>
                  <a:pt x="153879" y="502940"/>
                </a:lnTo>
                <a:lnTo>
                  <a:pt x="148800" y="503224"/>
                </a:lnTo>
                <a:lnTo>
                  <a:pt x="146105" y="504580"/>
                </a:lnTo>
                <a:lnTo>
                  <a:pt x="144058" y="508078"/>
                </a:lnTo>
                <a:lnTo>
                  <a:pt x="142211" y="511990"/>
                </a:lnTo>
                <a:lnTo>
                  <a:pt x="140215" y="514114"/>
                </a:lnTo>
                <a:lnTo>
                  <a:pt x="136379" y="516143"/>
                </a:lnTo>
                <a:lnTo>
                  <a:pt x="132385" y="520383"/>
                </a:lnTo>
                <a:lnTo>
                  <a:pt x="129857" y="523097"/>
                </a:lnTo>
                <a:lnTo>
                  <a:pt x="123800" y="526609"/>
                </a:lnTo>
                <a:lnTo>
                  <a:pt x="112788" y="527067"/>
                </a:lnTo>
                <a:lnTo>
                  <a:pt x="107337" y="524926"/>
                </a:lnTo>
                <a:lnTo>
                  <a:pt x="106465" y="520907"/>
                </a:lnTo>
                <a:lnTo>
                  <a:pt x="104146" y="521556"/>
                </a:lnTo>
                <a:lnTo>
                  <a:pt x="103567" y="527853"/>
                </a:lnTo>
                <a:lnTo>
                  <a:pt x="105922" y="537075"/>
                </a:lnTo>
                <a:lnTo>
                  <a:pt x="113441" y="542882"/>
                </a:lnTo>
                <a:lnTo>
                  <a:pt x="116111" y="547794"/>
                </a:lnTo>
                <a:lnTo>
                  <a:pt x="121808" y="553685"/>
                </a:lnTo>
                <a:lnTo>
                  <a:pt x="127113" y="560741"/>
                </a:lnTo>
                <a:lnTo>
                  <a:pt x="129046" y="566430"/>
                </a:lnTo>
                <a:lnTo>
                  <a:pt x="130188" y="568925"/>
                </a:lnTo>
                <a:lnTo>
                  <a:pt x="134536" y="570066"/>
                </a:lnTo>
                <a:lnTo>
                  <a:pt x="136272" y="570357"/>
                </a:lnTo>
                <a:lnTo>
                  <a:pt x="137979" y="572356"/>
                </a:lnTo>
                <a:lnTo>
                  <a:pt x="146956" y="582289"/>
                </a:lnTo>
                <a:lnTo>
                  <a:pt x="151197" y="586710"/>
                </a:lnTo>
                <a:lnTo>
                  <a:pt x="152476" y="588990"/>
                </a:lnTo>
                <a:lnTo>
                  <a:pt x="153014" y="594429"/>
                </a:lnTo>
                <a:lnTo>
                  <a:pt x="152319" y="599757"/>
                </a:lnTo>
                <a:lnTo>
                  <a:pt x="149257" y="600951"/>
                </a:lnTo>
                <a:lnTo>
                  <a:pt x="143351" y="602917"/>
                </a:lnTo>
                <a:lnTo>
                  <a:pt x="142332" y="610134"/>
                </a:lnTo>
                <a:lnTo>
                  <a:pt x="141910" y="615747"/>
                </a:lnTo>
                <a:lnTo>
                  <a:pt x="142354" y="620832"/>
                </a:lnTo>
                <a:lnTo>
                  <a:pt x="147093" y="624271"/>
                </a:lnTo>
                <a:lnTo>
                  <a:pt x="148279" y="628444"/>
                </a:lnTo>
                <a:lnTo>
                  <a:pt x="156060" y="631452"/>
                </a:lnTo>
                <a:lnTo>
                  <a:pt x="171848" y="630184"/>
                </a:lnTo>
                <a:lnTo>
                  <a:pt x="176067" y="634120"/>
                </a:lnTo>
                <a:lnTo>
                  <a:pt x="179355" y="633205"/>
                </a:lnTo>
                <a:lnTo>
                  <a:pt x="185966" y="631938"/>
                </a:lnTo>
                <a:lnTo>
                  <a:pt x="187896" y="633430"/>
                </a:lnTo>
                <a:lnTo>
                  <a:pt x="188947" y="638335"/>
                </a:lnTo>
                <a:lnTo>
                  <a:pt x="190210" y="644747"/>
                </a:lnTo>
                <a:lnTo>
                  <a:pt x="188459" y="648177"/>
                </a:lnTo>
                <a:lnTo>
                  <a:pt x="182782" y="647298"/>
                </a:lnTo>
                <a:lnTo>
                  <a:pt x="177966" y="646330"/>
                </a:lnTo>
                <a:lnTo>
                  <a:pt x="174123" y="645239"/>
                </a:lnTo>
                <a:lnTo>
                  <a:pt x="171514" y="646572"/>
                </a:lnTo>
                <a:lnTo>
                  <a:pt x="171140" y="648128"/>
                </a:lnTo>
                <a:lnTo>
                  <a:pt x="170214" y="652226"/>
                </a:lnTo>
                <a:lnTo>
                  <a:pt x="165615" y="653648"/>
                </a:lnTo>
                <a:lnTo>
                  <a:pt x="163705" y="653917"/>
                </a:lnTo>
                <a:lnTo>
                  <a:pt x="163037" y="657000"/>
                </a:lnTo>
                <a:lnTo>
                  <a:pt x="165400" y="663764"/>
                </a:lnTo>
                <a:lnTo>
                  <a:pt x="161468" y="669803"/>
                </a:lnTo>
                <a:lnTo>
                  <a:pt x="154501" y="670843"/>
                </a:lnTo>
                <a:lnTo>
                  <a:pt x="152288" y="670048"/>
                </a:lnTo>
                <a:lnTo>
                  <a:pt x="146407" y="668573"/>
                </a:lnTo>
                <a:lnTo>
                  <a:pt x="142534" y="671184"/>
                </a:lnTo>
                <a:lnTo>
                  <a:pt x="137237" y="673262"/>
                </a:lnTo>
                <a:lnTo>
                  <a:pt x="133587" y="676238"/>
                </a:lnTo>
                <a:lnTo>
                  <a:pt x="132822" y="680243"/>
                </a:lnTo>
                <a:lnTo>
                  <a:pt x="131476" y="683431"/>
                </a:lnTo>
                <a:lnTo>
                  <a:pt x="132044" y="685071"/>
                </a:lnTo>
                <a:lnTo>
                  <a:pt x="134453" y="692012"/>
                </a:lnTo>
                <a:lnTo>
                  <a:pt x="137755" y="697005"/>
                </a:lnTo>
                <a:lnTo>
                  <a:pt x="138436" y="697538"/>
                </a:lnTo>
                <a:lnTo>
                  <a:pt x="144376" y="698619"/>
                </a:lnTo>
                <a:lnTo>
                  <a:pt x="151536" y="700809"/>
                </a:lnTo>
                <a:lnTo>
                  <a:pt x="151930" y="703893"/>
                </a:lnTo>
                <a:lnTo>
                  <a:pt x="152221" y="708060"/>
                </a:lnTo>
                <a:lnTo>
                  <a:pt x="155331" y="712379"/>
                </a:lnTo>
                <a:lnTo>
                  <a:pt x="156705" y="716264"/>
                </a:lnTo>
                <a:lnTo>
                  <a:pt x="157423" y="722058"/>
                </a:lnTo>
                <a:lnTo>
                  <a:pt x="158994" y="725023"/>
                </a:lnTo>
                <a:lnTo>
                  <a:pt x="160671" y="726535"/>
                </a:lnTo>
                <a:lnTo>
                  <a:pt x="162904" y="727622"/>
                </a:lnTo>
                <a:lnTo>
                  <a:pt x="164350" y="730535"/>
                </a:lnTo>
                <a:lnTo>
                  <a:pt x="166918" y="735295"/>
                </a:lnTo>
                <a:lnTo>
                  <a:pt x="171366" y="740642"/>
                </a:lnTo>
                <a:lnTo>
                  <a:pt x="175654" y="741102"/>
                </a:lnTo>
                <a:lnTo>
                  <a:pt x="179567" y="740352"/>
                </a:lnTo>
                <a:lnTo>
                  <a:pt x="181052" y="738865"/>
                </a:lnTo>
                <a:lnTo>
                  <a:pt x="183423" y="738019"/>
                </a:lnTo>
                <a:lnTo>
                  <a:pt x="185699" y="737382"/>
                </a:lnTo>
                <a:lnTo>
                  <a:pt x="188344" y="737816"/>
                </a:lnTo>
                <a:lnTo>
                  <a:pt x="191477" y="738797"/>
                </a:lnTo>
                <a:lnTo>
                  <a:pt x="194415" y="739678"/>
                </a:lnTo>
                <a:lnTo>
                  <a:pt x="196057" y="739722"/>
                </a:lnTo>
                <a:lnTo>
                  <a:pt x="197159" y="739320"/>
                </a:lnTo>
                <a:lnTo>
                  <a:pt x="198322" y="738516"/>
                </a:lnTo>
                <a:lnTo>
                  <a:pt x="199247" y="738233"/>
                </a:lnTo>
                <a:lnTo>
                  <a:pt x="201087" y="737988"/>
                </a:lnTo>
                <a:lnTo>
                  <a:pt x="203295" y="737859"/>
                </a:lnTo>
                <a:lnTo>
                  <a:pt x="205235" y="738057"/>
                </a:lnTo>
                <a:lnTo>
                  <a:pt x="208792" y="739366"/>
                </a:lnTo>
                <a:lnTo>
                  <a:pt x="210270" y="740207"/>
                </a:lnTo>
                <a:lnTo>
                  <a:pt x="210894" y="741208"/>
                </a:lnTo>
                <a:lnTo>
                  <a:pt x="210275" y="742710"/>
                </a:lnTo>
                <a:lnTo>
                  <a:pt x="209034" y="744621"/>
                </a:lnTo>
                <a:lnTo>
                  <a:pt x="207303" y="746393"/>
                </a:lnTo>
                <a:lnTo>
                  <a:pt x="206009" y="748173"/>
                </a:lnTo>
                <a:lnTo>
                  <a:pt x="205281" y="749509"/>
                </a:lnTo>
                <a:lnTo>
                  <a:pt x="203951" y="751450"/>
                </a:lnTo>
                <a:lnTo>
                  <a:pt x="199073" y="751239"/>
                </a:lnTo>
                <a:lnTo>
                  <a:pt x="195088" y="750630"/>
                </a:lnTo>
                <a:lnTo>
                  <a:pt x="190402" y="749852"/>
                </a:lnTo>
                <a:lnTo>
                  <a:pt x="187061" y="749447"/>
                </a:lnTo>
                <a:lnTo>
                  <a:pt x="184556" y="749188"/>
                </a:lnTo>
                <a:lnTo>
                  <a:pt x="183421" y="749371"/>
                </a:lnTo>
                <a:lnTo>
                  <a:pt x="181223" y="749720"/>
                </a:lnTo>
                <a:lnTo>
                  <a:pt x="178849" y="750228"/>
                </a:lnTo>
                <a:lnTo>
                  <a:pt x="177609" y="750822"/>
                </a:lnTo>
                <a:lnTo>
                  <a:pt x="175253" y="751848"/>
                </a:lnTo>
                <a:lnTo>
                  <a:pt x="172654" y="753336"/>
                </a:lnTo>
                <a:lnTo>
                  <a:pt x="167941" y="755539"/>
                </a:lnTo>
                <a:lnTo>
                  <a:pt x="160303" y="756201"/>
                </a:lnTo>
                <a:lnTo>
                  <a:pt x="143858" y="755668"/>
                </a:lnTo>
                <a:lnTo>
                  <a:pt x="139974" y="752581"/>
                </a:lnTo>
                <a:lnTo>
                  <a:pt x="136901" y="747905"/>
                </a:lnTo>
                <a:lnTo>
                  <a:pt x="133719" y="744121"/>
                </a:lnTo>
                <a:lnTo>
                  <a:pt x="130718" y="741465"/>
                </a:lnTo>
                <a:lnTo>
                  <a:pt x="126646" y="739505"/>
                </a:lnTo>
                <a:lnTo>
                  <a:pt x="123802" y="739604"/>
                </a:lnTo>
                <a:lnTo>
                  <a:pt x="123265" y="741358"/>
                </a:lnTo>
                <a:lnTo>
                  <a:pt x="121980" y="745099"/>
                </a:lnTo>
                <a:lnTo>
                  <a:pt x="120668" y="748680"/>
                </a:lnTo>
                <a:lnTo>
                  <a:pt x="120438" y="752051"/>
                </a:lnTo>
                <a:lnTo>
                  <a:pt x="121143" y="757173"/>
                </a:lnTo>
                <a:lnTo>
                  <a:pt x="121100" y="760416"/>
                </a:lnTo>
                <a:lnTo>
                  <a:pt x="117724" y="761710"/>
                </a:lnTo>
                <a:lnTo>
                  <a:pt x="114900" y="759122"/>
                </a:lnTo>
                <a:lnTo>
                  <a:pt x="114342" y="755851"/>
                </a:lnTo>
                <a:lnTo>
                  <a:pt x="114200" y="750427"/>
                </a:lnTo>
                <a:lnTo>
                  <a:pt x="111832" y="746870"/>
                </a:lnTo>
                <a:lnTo>
                  <a:pt x="108344" y="744711"/>
                </a:lnTo>
                <a:lnTo>
                  <a:pt x="106899" y="741124"/>
                </a:lnTo>
                <a:lnTo>
                  <a:pt x="106999" y="732008"/>
                </a:lnTo>
                <a:lnTo>
                  <a:pt x="109751" y="728655"/>
                </a:lnTo>
                <a:lnTo>
                  <a:pt x="113257" y="727630"/>
                </a:lnTo>
                <a:lnTo>
                  <a:pt x="112204" y="719629"/>
                </a:lnTo>
                <a:lnTo>
                  <a:pt x="111213" y="716383"/>
                </a:lnTo>
                <a:lnTo>
                  <a:pt x="109864" y="714476"/>
                </a:lnTo>
                <a:lnTo>
                  <a:pt x="107266" y="713039"/>
                </a:lnTo>
                <a:lnTo>
                  <a:pt x="105683" y="711716"/>
                </a:lnTo>
                <a:lnTo>
                  <a:pt x="104146" y="709931"/>
                </a:lnTo>
                <a:lnTo>
                  <a:pt x="102122" y="705801"/>
                </a:lnTo>
                <a:lnTo>
                  <a:pt x="100995" y="703130"/>
                </a:lnTo>
                <a:lnTo>
                  <a:pt x="97565" y="697318"/>
                </a:lnTo>
                <a:lnTo>
                  <a:pt x="95722" y="695045"/>
                </a:lnTo>
                <a:lnTo>
                  <a:pt x="95189" y="694027"/>
                </a:lnTo>
                <a:lnTo>
                  <a:pt x="94359" y="691134"/>
                </a:lnTo>
                <a:lnTo>
                  <a:pt x="92864" y="687023"/>
                </a:lnTo>
                <a:lnTo>
                  <a:pt x="91320" y="684126"/>
                </a:lnTo>
                <a:lnTo>
                  <a:pt x="89680" y="681879"/>
                </a:lnTo>
                <a:lnTo>
                  <a:pt x="86625" y="679071"/>
                </a:lnTo>
                <a:lnTo>
                  <a:pt x="82838" y="676581"/>
                </a:lnTo>
                <a:lnTo>
                  <a:pt x="75687" y="674266"/>
                </a:lnTo>
                <a:lnTo>
                  <a:pt x="63651" y="676345"/>
                </a:lnTo>
                <a:lnTo>
                  <a:pt x="62319" y="679577"/>
                </a:lnTo>
                <a:lnTo>
                  <a:pt x="62128" y="684805"/>
                </a:lnTo>
                <a:lnTo>
                  <a:pt x="62267" y="699083"/>
                </a:lnTo>
                <a:lnTo>
                  <a:pt x="64053" y="704713"/>
                </a:lnTo>
                <a:lnTo>
                  <a:pt x="68942" y="713248"/>
                </a:lnTo>
                <a:lnTo>
                  <a:pt x="69042" y="719146"/>
                </a:lnTo>
                <a:lnTo>
                  <a:pt x="68406" y="721880"/>
                </a:lnTo>
                <a:lnTo>
                  <a:pt x="67562" y="724984"/>
                </a:lnTo>
                <a:lnTo>
                  <a:pt x="69007" y="727569"/>
                </a:lnTo>
                <a:lnTo>
                  <a:pt x="78587" y="728442"/>
                </a:lnTo>
                <a:lnTo>
                  <a:pt x="84351" y="733008"/>
                </a:lnTo>
                <a:lnTo>
                  <a:pt x="85610" y="738868"/>
                </a:lnTo>
                <a:lnTo>
                  <a:pt x="81113" y="740103"/>
                </a:lnTo>
                <a:lnTo>
                  <a:pt x="80185" y="743476"/>
                </a:lnTo>
                <a:lnTo>
                  <a:pt x="75630" y="752557"/>
                </a:lnTo>
                <a:lnTo>
                  <a:pt x="69936" y="752714"/>
                </a:lnTo>
                <a:lnTo>
                  <a:pt x="65351" y="751188"/>
                </a:lnTo>
                <a:lnTo>
                  <a:pt x="63454" y="751182"/>
                </a:lnTo>
                <a:lnTo>
                  <a:pt x="62131" y="752531"/>
                </a:lnTo>
                <a:lnTo>
                  <a:pt x="60009" y="755145"/>
                </a:lnTo>
                <a:lnTo>
                  <a:pt x="56708" y="757871"/>
                </a:lnTo>
                <a:lnTo>
                  <a:pt x="49935" y="760810"/>
                </a:lnTo>
                <a:lnTo>
                  <a:pt x="42701" y="763082"/>
                </a:lnTo>
                <a:lnTo>
                  <a:pt x="40290" y="764550"/>
                </a:lnTo>
                <a:lnTo>
                  <a:pt x="39839" y="766062"/>
                </a:lnTo>
                <a:lnTo>
                  <a:pt x="42638" y="771315"/>
                </a:lnTo>
                <a:lnTo>
                  <a:pt x="44952" y="773456"/>
                </a:lnTo>
                <a:lnTo>
                  <a:pt x="48990" y="772882"/>
                </a:lnTo>
                <a:lnTo>
                  <a:pt x="54751" y="773993"/>
                </a:lnTo>
                <a:lnTo>
                  <a:pt x="56052" y="776209"/>
                </a:lnTo>
                <a:lnTo>
                  <a:pt x="67258" y="778063"/>
                </a:lnTo>
                <a:lnTo>
                  <a:pt x="73761" y="783265"/>
                </a:lnTo>
                <a:lnTo>
                  <a:pt x="76389" y="785470"/>
                </a:lnTo>
                <a:lnTo>
                  <a:pt x="79428" y="786619"/>
                </a:lnTo>
                <a:lnTo>
                  <a:pt x="82405" y="789435"/>
                </a:lnTo>
                <a:lnTo>
                  <a:pt x="84821" y="790457"/>
                </a:lnTo>
                <a:lnTo>
                  <a:pt x="93015" y="792881"/>
                </a:lnTo>
                <a:lnTo>
                  <a:pt x="95317" y="795420"/>
                </a:lnTo>
                <a:lnTo>
                  <a:pt x="97960" y="800332"/>
                </a:lnTo>
                <a:lnTo>
                  <a:pt x="99957" y="804776"/>
                </a:lnTo>
                <a:lnTo>
                  <a:pt x="104185" y="805678"/>
                </a:lnTo>
                <a:lnTo>
                  <a:pt x="106282" y="808753"/>
                </a:lnTo>
                <a:lnTo>
                  <a:pt x="108209" y="811348"/>
                </a:lnTo>
                <a:lnTo>
                  <a:pt x="110178" y="810560"/>
                </a:lnTo>
                <a:lnTo>
                  <a:pt x="111914" y="805053"/>
                </a:lnTo>
                <a:lnTo>
                  <a:pt x="116343" y="802685"/>
                </a:lnTo>
                <a:lnTo>
                  <a:pt x="117157" y="799498"/>
                </a:lnTo>
                <a:lnTo>
                  <a:pt x="116682" y="794403"/>
                </a:lnTo>
                <a:lnTo>
                  <a:pt x="117822" y="790700"/>
                </a:lnTo>
                <a:lnTo>
                  <a:pt x="143066" y="792001"/>
                </a:lnTo>
                <a:lnTo>
                  <a:pt x="143653" y="798572"/>
                </a:lnTo>
                <a:lnTo>
                  <a:pt x="142341" y="801065"/>
                </a:lnTo>
                <a:lnTo>
                  <a:pt x="140797" y="803761"/>
                </a:lnTo>
                <a:lnTo>
                  <a:pt x="142435" y="806132"/>
                </a:lnTo>
                <a:lnTo>
                  <a:pt x="149341" y="808188"/>
                </a:lnTo>
                <a:lnTo>
                  <a:pt x="154722" y="817538"/>
                </a:lnTo>
                <a:lnTo>
                  <a:pt x="160079" y="829130"/>
                </a:lnTo>
                <a:lnTo>
                  <a:pt x="163074" y="829131"/>
                </a:lnTo>
                <a:lnTo>
                  <a:pt x="177503" y="826059"/>
                </a:lnTo>
                <a:lnTo>
                  <a:pt x="188107" y="829608"/>
                </a:lnTo>
                <a:lnTo>
                  <a:pt x="201818" y="839244"/>
                </a:lnTo>
                <a:lnTo>
                  <a:pt x="205081" y="843128"/>
                </a:lnTo>
                <a:lnTo>
                  <a:pt x="206600" y="845681"/>
                </a:lnTo>
                <a:lnTo>
                  <a:pt x="211722" y="847586"/>
                </a:lnTo>
                <a:lnTo>
                  <a:pt x="215796" y="849609"/>
                </a:lnTo>
                <a:lnTo>
                  <a:pt x="228757" y="852204"/>
                </a:lnTo>
                <a:lnTo>
                  <a:pt x="234212" y="858213"/>
                </a:lnTo>
                <a:lnTo>
                  <a:pt x="235222" y="864090"/>
                </a:lnTo>
                <a:lnTo>
                  <a:pt x="236179" y="870311"/>
                </a:lnTo>
                <a:lnTo>
                  <a:pt x="230284" y="874178"/>
                </a:lnTo>
                <a:lnTo>
                  <a:pt x="229702" y="881385"/>
                </a:lnTo>
                <a:lnTo>
                  <a:pt x="232568" y="892302"/>
                </a:lnTo>
                <a:lnTo>
                  <a:pt x="232640" y="900842"/>
                </a:lnTo>
                <a:lnTo>
                  <a:pt x="224784" y="911242"/>
                </a:lnTo>
                <a:lnTo>
                  <a:pt x="220238" y="913243"/>
                </a:lnTo>
                <a:lnTo>
                  <a:pt x="211641" y="912465"/>
                </a:lnTo>
                <a:lnTo>
                  <a:pt x="207938" y="911955"/>
                </a:lnTo>
                <a:lnTo>
                  <a:pt x="204031" y="911988"/>
                </a:lnTo>
                <a:lnTo>
                  <a:pt x="201883" y="913069"/>
                </a:lnTo>
                <a:lnTo>
                  <a:pt x="199062" y="912663"/>
                </a:lnTo>
                <a:lnTo>
                  <a:pt x="193767" y="912004"/>
                </a:lnTo>
                <a:lnTo>
                  <a:pt x="190704" y="916471"/>
                </a:lnTo>
                <a:lnTo>
                  <a:pt x="199051" y="921042"/>
                </a:lnTo>
                <a:lnTo>
                  <a:pt x="203553" y="922279"/>
                </a:lnTo>
                <a:lnTo>
                  <a:pt x="205844" y="923685"/>
                </a:lnTo>
                <a:lnTo>
                  <a:pt x="208136" y="925447"/>
                </a:lnTo>
                <a:lnTo>
                  <a:pt x="211182" y="927754"/>
                </a:lnTo>
                <a:lnTo>
                  <a:pt x="212625" y="931011"/>
                </a:lnTo>
                <a:lnTo>
                  <a:pt x="213359" y="933252"/>
                </a:lnTo>
                <a:lnTo>
                  <a:pt x="214593" y="935978"/>
                </a:lnTo>
                <a:lnTo>
                  <a:pt x="216975" y="938624"/>
                </a:lnTo>
                <a:lnTo>
                  <a:pt x="218430" y="942071"/>
                </a:lnTo>
                <a:lnTo>
                  <a:pt x="220301" y="952660"/>
                </a:lnTo>
                <a:lnTo>
                  <a:pt x="221171" y="955306"/>
                </a:lnTo>
                <a:lnTo>
                  <a:pt x="222305" y="958042"/>
                </a:lnTo>
                <a:lnTo>
                  <a:pt x="222861" y="960447"/>
                </a:lnTo>
                <a:lnTo>
                  <a:pt x="221547" y="963165"/>
                </a:lnTo>
                <a:lnTo>
                  <a:pt x="221231" y="964386"/>
                </a:lnTo>
                <a:lnTo>
                  <a:pt x="222747" y="965888"/>
                </a:lnTo>
                <a:lnTo>
                  <a:pt x="226490" y="967191"/>
                </a:lnTo>
                <a:lnTo>
                  <a:pt x="228203" y="968127"/>
                </a:lnTo>
                <a:lnTo>
                  <a:pt x="230127" y="972383"/>
                </a:lnTo>
                <a:lnTo>
                  <a:pt x="229695" y="980666"/>
                </a:lnTo>
                <a:lnTo>
                  <a:pt x="229383" y="985708"/>
                </a:lnTo>
                <a:lnTo>
                  <a:pt x="229250" y="991529"/>
                </a:lnTo>
                <a:lnTo>
                  <a:pt x="238415" y="996003"/>
                </a:lnTo>
                <a:lnTo>
                  <a:pt x="243302" y="996137"/>
                </a:lnTo>
                <a:lnTo>
                  <a:pt x="248438" y="996102"/>
                </a:lnTo>
                <a:lnTo>
                  <a:pt x="257492" y="996385"/>
                </a:lnTo>
                <a:lnTo>
                  <a:pt x="258125" y="996780"/>
                </a:lnTo>
                <a:lnTo>
                  <a:pt x="261158" y="1000498"/>
                </a:lnTo>
                <a:lnTo>
                  <a:pt x="264199" y="1005691"/>
                </a:lnTo>
                <a:lnTo>
                  <a:pt x="269414" y="1006155"/>
                </a:lnTo>
                <a:lnTo>
                  <a:pt x="273285" y="1005091"/>
                </a:lnTo>
                <a:lnTo>
                  <a:pt x="276130" y="1005983"/>
                </a:lnTo>
                <a:lnTo>
                  <a:pt x="277494" y="1007900"/>
                </a:lnTo>
                <a:lnTo>
                  <a:pt x="277605" y="1011117"/>
                </a:lnTo>
                <a:lnTo>
                  <a:pt x="277248" y="1014201"/>
                </a:lnTo>
                <a:lnTo>
                  <a:pt x="277911" y="1015886"/>
                </a:lnTo>
                <a:lnTo>
                  <a:pt x="280556" y="1016101"/>
                </a:lnTo>
                <a:lnTo>
                  <a:pt x="284013" y="1015582"/>
                </a:lnTo>
                <a:lnTo>
                  <a:pt x="285274" y="1018580"/>
                </a:lnTo>
                <a:lnTo>
                  <a:pt x="286316" y="1022476"/>
                </a:lnTo>
                <a:lnTo>
                  <a:pt x="288943" y="1022683"/>
                </a:lnTo>
                <a:lnTo>
                  <a:pt x="290198" y="1022272"/>
                </a:lnTo>
                <a:lnTo>
                  <a:pt x="291467" y="1020677"/>
                </a:lnTo>
                <a:lnTo>
                  <a:pt x="293829" y="1017190"/>
                </a:lnTo>
                <a:lnTo>
                  <a:pt x="294940" y="1016668"/>
                </a:lnTo>
                <a:lnTo>
                  <a:pt x="297884" y="1016687"/>
                </a:lnTo>
                <a:lnTo>
                  <a:pt x="301982" y="1018520"/>
                </a:lnTo>
                <a:lnTo>
                  <a:pt x="306288" y="1019521"/>
                </a:lnTo>
                <a:lnTo>
                  <a:pt x="300249" y="1029124"/>
                </a:lnTo>
                <a:lnTo>
                  <a:pt x="301009" y="1034524"/>
                </a:lnTo>
                <a:lnTo>
                  <a:pt x="298678" y="1035127"/>
                </a:lnTo>
                <a:lnTo>
                  <a:pt x="293536" y="1034971"/>
                </a:lnTo>
                <a:lnTo>
                  <a:pt x="291202" y="1036340"/>
                </a:lnTo>
                <a:lnTo>
                  <a:pt x="292453" y="1040828"/>
                </a:lnTo>
                <a:lnTo>
                  <a:pt x="294328" y="1045128"/>
                </a:lnTo>
                <a:lnTo>
                  <a:pt x="294146" y="1046603"/>
                </a:lnTo>
                <a:lnTo>
                  <a:pt x="292197" y="1049458"/>
                </a:lnTo>
                <a:lnTo>
                  <a:pt x="288769" y="1051638"/>
                </a:lnTo>
                <a:lnTo>
                  <a:pt x="285299" y="1052496"/>
                </a:lnTo>
                <a:lnTo>
                  <a:pt x="282872" y="1053188"/>
                </a:lnTo>
                <a:lnTo>
                  <a:pt x="279222" y="1054337"/>
                </a:lnTo>
                <a:lnTo>
                  <a:pt x="277578" y="1054451"/>
                </a:lnTo>
                <a:lnTo>
                  <a:pt x="274809" y="1052902"/>
                </a:lnTo>
                <a:lnTo>
                  <a:pt x="270959" y="1049066"/>
                </a:lnTo>
                <a:lnTo>
                  <a:pt x="268790" y="1048219"/>
                </a:lnTo>
                <a:lnTo>
                  <a:pt x="266555" y="1047689"/>
                </a:lnTo>
                <a:lnTo>
                  <a:pt x="264756" y="1046797"/>
                </a:lnTo>
                <a:lnTo>
                  <a:pt x="263280" y="1043479"/>
                </a:lnTo>
                <a:lnTo>
                  <a:pt x="262021" y="1041226"/>
                </a:lnTo>
                <a:lnTo>
                  <a:pt x="260180" y="1040307"/>
                </a:lnTo>
                <a:lnTo>
                  <a:pt x="258475" y="1040407"/>
                </a:lnTo>
                <a:lnTo>
                  <a:pt x="254992" y="1040651"/>
                </a:lnTo>
                <a:lnTo>
                  <a:pt x="250340" y="1039722"/>
                </a:lnTo>
                <a:lnTo>
                  <a:pt x="249723" y="1040260"/>
                </a:lnTo>
                <a:lnTo>
                  <a:pt x="248959" y="1041636"/>
                </a:lnTo>
                <a:lnTo>
                  <a:pt x="248338" y="1043623"/>
                </a:lnTo>
                <a:lnTo>
                  <a:pt x="246773" y="1044581"/>
                </a:lnTo>
                <a:lnTo>
                  <a:pt x="244055" y="1044159"/>
                </a:lnTo>
                <a:lnTo>
                  <a:pt x="241368" y="1043427"/>
                </a:lnTo>
                <a:lnTo>
                  <a:pt x="238884" y="1043747"/>
                </a:lnTo>
                <a:lnTo>
                  <a:pt x="237818" y="1045795"/>
                </a:lnTo>
                <a:lnTo>
                  <a:pt x="238418" y="1047403"/>
                </a:lnTo>
                <a:lnTo>
                  <a:pt x="240658" y="1049321"/>
                </a:lnTo>
                <a:lnTo>
                  <a:pt x="241553" y="1052663"/>
                </a:lnTo>
                <a:lnTo>
                  <a:pt x="237491" y="1053402"/>
                </a:lnTo>
                <a:lnTo>
                  <a:pt x="235905" y="1055121"/>
                </a:lnTo>
                <a:lnTo>
                  <a:pt x="235605" y="1062450"/>
                </a:lnTo>
                <a:lnTo>
                  <a:pt x="237662" y="1066059"/>
                </a:lnTo>
                <a:lnTo>
                  <a:pt x="241124" y="1070184"/>
                </a:lnTo>
                <a:lnTo>
                  <a:pt x="243017" y="1074476"/>
                </a:lnTo>
                <a:lnTo>
                  <a:pt x="243970" y="1079861"/>
                </a:lnTo>
                <a:lnTo>
                  <a:pt x="247576" y="1082924"/>
                </a:lnTo>
                <a:lnTo>
                  <a:pt x="251065" y="1082254"/>
                </a:lnTo>
                <a:lnTo>
                  <a:pt x="251467" y="1079403"/>
                </a:lnTo>
                <a:lnTo>
                  <a:pt x="253762" y="1076439"/>
                </a:lnTo>
                <a:lnTo>
                  <a:pt x="256534" y="1073995"/>
                </a:lnTo>
                <a:lnTo>
                  <a:pt x="258972" y="1072390"/>
                </a:lnTo>
                <a:lnTo>
                  <a:pt x="260467" y="1071389"/>
                </a:lnTo>
                <a:lnTo>
                  <a:pt x="261365" y="1071168"/>
                </a:lnTo>
                <a:lnTo>
                  <a:pt x="265297" y="1071372"/>
                </a:lnTo>
                <a:lnTo>
                  <a:pt x="268382" y="1072114"/>
                </a:lnTo>
                <a:lnTo>
                  <a:pt x="272518" y="1073712"/>
                </a:lnTo>
                <a:lnTo>
                  <a:pt x="274697" y="1074518"/>
                </a:lnTo>
                <a:lnTo>
                  <a:pt x="276206" y="1075928"/>
                </a:lnTo>
                <a:lnTo>
                  <a:pt x="277447" y="1077864"/>
                </a:lnTo>
                <a:lnTo>
                  <a:pt x="277413" y="1080108"/>
                </a:lnTo>
                <a:lnTo>
                  <a:pt x="278278" y="1082756"/>
                </a:lnTo>
                <a:lnTo>
                  <a:pt x="280383" y="1085232"/>
                </a:lnTo>
                <a:lnTo>
                  <a:pt x="282307" y="1085619"/>
                </a:lnTo>
                <a:lnTo>
                  <a:pt x="284351" y="1084979"/>
                </a:lnTo>
                <a:lnTo>
                  <a:pt x="285257" y="1083930"/>
                </a:lnTo>
                <a:lnTo>
                  <a:pt x="285067" y="1083348"/>
                </a:lnTo>
                <a:lnTo>
                  <a:pt x="286974" y="1082763"/>
                </a:lnTo>
                <a:lnTo>
                  <a:pt x="289431" y="1082629"/>
                </a:lnTo>
                <a:lnTo>
                  <a:pt x="288714" y="1082571"/>
                </a:lnTo>
                <a:lnTo>
                  <a:pt x="293418" y="1083525"/>
                </a:lnTo>
                <a:lnTo>
                  <a:pt x="300240" y="1083981"/>
                </a:lnTo>
                <a:lnTo>
                  <a:pt x="302115" y="1085337"/>
                </a:lnTo>
                <a:lnTo>
                  <a:pt x="305708" y="1085818"/>
                </a:lnTo>
                <a:lnTo>
                  <a:pt x="313993" y="1085201"/>
                </a:lnTo>
                <a:lnTo>
                  <a:pt x="315645" y="1083974"/>
                </a:lnTo>
                <a:lnTo>
                  <a:pt x="321678" y="1082953"/>
                </a:lnTo>
                <a:lnTo>
                  <a:pt x="325031" y="1083139"/>
                </a:lnTo>
                <a:lnTo>
                  <a:pt x="329825" y="1084876"/>
                </a:lnTo>
                <a:lnTo>
                  <a:pt x="331564" y="1085281"/>
                </a:lnTo>
                <a:lnTo>
                  <a:pt x="334064" y="1085488"/>
                </a:lnTo>
                <a:lnTo>
                  <a:pt x="337031" y="1085762"/>
                </a:lnTo>
                <a:lnTo>
                  <a:pt x="339342" y="1085678"/>
                </a:lnTo>
                <a:lnTo>
                  <a:pt x="341023" y="1085414"/>
                </a:lnTo>
                <a:lnTo>
                  <a:pt x="342728" y="1084254"/>
                </a:lnTo>
                <a:lnTo>
                  <a:pt x="343155" y="1083907"/>
                </a:lnTo>
                <a:lnTo>
                  <a:pt x="344971" y="1083772"/>
                </a:lnTo>
                <a:lnTo>
                  <a:pt x="348532" y="1083735"/>
                </a:lnTo>
                <a:lnTo>
                  <a:pt x="350343" y="1083549"/>
                </a:lnTo>
                <a:lnTo>
                  <a:pt x="353279" y="1083380"/>
                </a:lnTo>
                <a:lnTo>
                  <a:pt x="357207" y="1083192"/>
                </a:lnTo>
                <a:lnTo>
                  <a:pt x="359520" y="1082347"/>
                </a:lnTo>
                <a:lnTo>
                  <a:pt x="361826" y="1080944"/>
                </a:lnTo>
                <a:lnTo>
                  <a:pt x="362928" y="1079971"/>
                </a:lnTo>
                <a:lnTo>
                  <a:pt x="363900" y="1079470"/>
                </a:lnTo>
                <a:lnTo>
                  <a:pt x="366370" y="1079822"/>
                </a:lnTo>
                <a:lnTo>
                  <a:pt x="367842" y="1080839"/>
                </a:lnTo>
                <a:lnTo>
                  <a:pt x="369607" y="1081545"/>
                </a:lnTo>
                <a:lnTo>
                  <a:pt x="370490" y="1081917"/>
                </a:lnTo>
                <a:lnTo>
                  <a:pt x="373374" y="1083479"/>
                </a:lnTo>
                <a:lnTo>
                  <a:pt x="375705" y="1084338"/>
                </a:lnTo>
                <a:lnTo>
                  <a:pt x="378746" y="1084931"/>
                </a:lnTo>
                <a:lnTo>
                  <a:pt x="381410" y="1084461"/>
                </a:lnTo>
                <a:lnTo>
                  <a:pt x="382091" y="1084247"/>
                </a:lnTo>
                <a:lnTo>
                  <a:pt x="383468" y="1083812"/>
                </a:lnTo>
                <a:lnTo>
                  <a:pt x="385954" y="1083841"/>
                </a:lnTo>
                <a:lnTo>
                  <a:pt x="388555" y="1084121"/>
                </a:lnTo>
                <a:lnTo>
                  <a:pt x="390832" y="1084080"/>
                </a:lnTo>
                <a:lnTo>
                  <a:pt x="396629" y="1084218"/>
                </a:lnTo>
                <a:lnTo>
                  <a:pt x="399926" y="1084385"/>
                </a:lnTo>
                <a:lnTo>
                  <a:pt x="403942" y="1084486"/>
                </a:lnTo>
                <a:lnTo>
                  <a:pt x="406865" y="1084198"/>
                </a:lnTo>
                <a:lnTo>
                  <a:pt x="410604" y="1084026"/>
                </a:lnTo>
                <a:lnTo>
                  <a:pt x="412475" y="1083987"/>
                </a:lnTo>
                <a:lnTo>
                  <a:pt x="414160" y="1084134"/>
                </a:lnTo>
                <a:lnTo>
                  <a:pt x="417361" y="1084406"/>
                </a:lnTo>
                <a:lnTo>
                  <a:pt x="420022" y="1084904"/>
                </a:lnTo>
                <a:lnTo>
                  <a:pt x="421087" y="1084418"/>
                </a:lnTo>
                <a:lnTo>
                  <a:pt x="423513" y="1083069"/>
                </a:lnTo>
                <a:lnTo>
                  <a:pt x="425394" y="1082942"/>
                </a:lnTo>
                <a:lnTo>
                  <a:pt x="428658" y="1082703"/>
                </a:lnTo>
                <a:lnTo>
                  <a:pt x="433147" y="1082807"/>
                </a:lnTo>
                <a:lnTo>
                  <a:pt x="436853" y="1082355"/>
                </a:lnTo>
                <a:lnTo>
                  <a:pt x="441620" y="1084200"/>
                </a:lnTo>
                <a:lnTo>
                  <a:pt x="440610" y="1087613"/>
                </a:lnTo>
                <a:lnTo>
                  <a:pt x="435826" y="1087967"/>
                </a:lnTo>
                <a:lnTo>
                  <a:pt x="432285" y="1089065"/>
                </a:lnTo>
                <a:lnTo>
                  <a:pt x="430967" y="1090990"/>
                </a:lnTo>
                <a:lnTo>
                  <a:pt x="428831" y="1092205"/>
                </a:lnTo>
                <a:lnTo>
                  <a:pt x="426076" y="1092779"/>
                </a:lnTo>
                <a:lnTo>
                  <a:pt x="421879" y="1097234"/>
                </a:lnTo>
                <a:lnTo>
                  <a:pt x="419422" y="1100800"/>
                </a:lnTo>
                <a:lnTo>
                  <a:pt x="413753" y="1102432"/>
                </a:lnTo>
                <a:lnTo>
                  <a:pt x="408780" y="1104115"/>
                </a:lnTo>
                <a:lnTo>
                  <a:pt x="400463" y="1103215"/>
                </a:lnTo>
                <a:lnTo>
                  <a:pt x="396900" y="1104434"/>
                </a:lnTo>
                <a:lnTo>
                  <a:pt x="391553" y="1109384"/>
                </a:lnTo>
                <a:lnTo>
                  <a:pt x="389243" y="1111925"/>
                </a:lnTo>
                <a:lnTo>
                  <a:pt x="390401" y="1113817"/>
                </a:lnTo>
                <a:lnTo>
                  <a:pt x="392146" y="1115318"/>
                </a:lnTo>
                <a:lnTo>
                  <a:pt x="389823" y="1116893"/>
                </a:lnTo>
                <a:lnTo>
                  <a:pt x="386866" y="1118833"/>
                </a:lnTo>
                <a:lnTo>
                  <a:pt x="385230" y="1120710"/>
                </a:lnTo>
                <a:lnTo>
                  <a:pt x="385559" y="1122426"/>
                </a:lnTo>
                <a:lnTo>
                  <a:pt x="387021" y="1123596"/>
                </a:lnTo>
                <a:lnTo>
                  <a:pt x="389446" y="1124466"/>
                </a:lnTo>
                <a:lnTo>
                  <a:pt x="392265" y="1124801"/>
                </a:lnTo>
                <a:lnTo>
                  <a:pt x="394228" y="1126763"/>
                </a:lnTo>
                <a:lnTo>
                  <a:pt x="391776" y="1131986"/>
                </a:lnTo>
                <a:lnTo>
                  <a:pt x="389378" y="1132253"/>
                </a:lnTo>
                <a:lnTo>
                  <a:pt x="383066" y="1132295"/>
                </a:lnTo>
                <a:lnTo>
                  <a:pt x="377553" y="1132413"/>
                </a:lnTo>
                <a:lnTo>
                  <a:pt x="376555" y="1131614"/>
                </a:lnTo>
                <a:lnTo>
                  <a:pt x="372986" y="1131232"/>
                </a:lnTo>
                <a:lnTo>
                  <a:pt x="367418" y="1130962"/>
                </a:lnTo>
                <a:lnTo>
                  <a:pt x="363341" y="1130668"/>
                </a:lnTo>
                <a:lnTo>
                  <a:pt x="361019" y="1130153"/>
                </a:lnTo>
                <a:lnTo>
                  <a:pt x="359537" y="1128815"/>
                </a:lnTo>
                <a:lnTo>
                  <a:pt x="356967" y="1128982"/>
                </a:lnTo>
                <a:lnTo>
                  <a:pt x="354490" y="1129258"/>
                </a:lnTo>
                <a:lnTo>
                  <a:pt x="354239" y="1129590"/>
                </a:lnTo>
                <a:lnTo>
                  <a:pt x="344385" y="1127584"/>
                </a:lnTo>
                <a:lnTo>
                  <a:pt x="338699" y="1127721"/>
                </a:lnTo>
                <a:lnTo>
                  <a:pt x="336112" y="1130696"/>
                </a:lnTo>
                <a:lnTo>
                  <a:pt x="334580" y="1132081"/>
                </a:lnTo>
                <a:lnTo>
                  <a:pt x="332732" y="1132827"/>
                </a:lnTo>
                <a:lnTo>
                  <a:pt x="330311" y="1132961"/>
                </a:lnTo>
                <a:lnTo>
                  <a:pt x="328358" y="1132423"/>
                </a:lnTo>
                <a:lnTo>
                  <a:pt x="324537" y="1130541"/>
                </a:lnTo>
                <a:lnTo>
                  <a:pt x="320604" y="1128361"/>
                </a:lnTo>
                <a:lnTo>
                  <a:pt x="316531" y="1125780"/>
                </a:lnTo>
                <a:lnTo>
                  <a:pt x="315238" y="1124903"/>
                </a:lnTo>
                <a:lnTo>
                  <a:pt x="313766" y="1126109"/>
                </a:lnTo>
                <a:lnTo>
                  <a:pt x="313060" y="1129202"/>
                </a:lnTo>
                <a:lnTo>
                  <a:pt x="310019" y="1130806"/>
                </a:lnTo>
                <a:lnTo>
                  <a:pt x="303657" y="1131567"/>
                </a:lnTo>
                <a:lnTo>
                  <a:pt x="300310" y="1131764"/>
                </a:lnTo>
                <a:lnTo>
                  <a:pt x="297689" y="1132126"/>
                </a:lnTo>
                <a:lnTo>
                  <a:pt x="294482" y="1132491"/>
                </a:lnTo>
                <a:lnTo>
                  <a:pt x="291607" y="1132581"/>
                </a:lnTo>
                <a:lnTo>
                  <a:pt x="287506" y="1132489"/>
                </a:lnTo>
                <a:lnTo>
                  <a:pt x="283364" y="1132595"/>
                </a:lnTo>
                <a:lnTo>
                  <a:pt x="280994" y="1131874"/>
                </a:lnTo>
                <a:lnTo>
                  <a:pt x="278504" y="1131739"/>
                </a:lnTo>
                <a:lnTo>
                  <a:pt x="275158" y="1132790"/>
                </a:lnTo>
                <a:lnTo>
                  <a:pt x="273700" y="1135364"/>
                </a:lnTo>
                <a:lnTo>
                  <a:pt x="273376" y="1137267"/>
                </a:lnTo>
                <a:lnTo>
                  <a:pt x="271935" y="1139164"/>
                </a:lnTo>
                <a:lnTo>
                  <a:pt x="268693" y="1139463"/>
                </a:lnTo>
                <a:lnTo>
                  <a:pt x="265111" y="1140445"/>
                </a:lnTo>
                <a:lnTo>
                  <a:pt x="262492" y="1142484"/>
                </a:lnTo>
                <a:lnTo>
                  <a:pt x="264209" y="1146042"/>
                </a:lnTo>
                <a:lnTo>
                  <a:pt x="266201" y="1148870"/>
                </a:lnTo>
                <a:lnTo>
                  <a:pt x="267182" y="1150661"/>
                </a:lnTo>
                <a:lnTo>
                  <a:pt x="270645" y="1152391"/>
                </a:lnTo>
                <a:lnTo>
                  <a:pt x="273498" y="1153710"/>
                </a:lnTo>
                <a:lnTo>
                  <a:pt x="275352" y="1154444"/>
                </a:lnTo>
                <a:lnTo>
                  <a:pt x="278527" y="1156017"/>
                </a:lnTo>
                <a:lnTo>
                  <a:pt x="280891" y="1156742"/>
                </a:lnTo>
                <a:lnTo>
                  <a:pt x="283376" y="1157072"/>
                </a:lnTo>
                <a:lnTo>
                  <a:pt x="285847" y="1154970"/>
                </a:lnTo>
                <a:lnTo>
                  <a:pt x="287457" y="1153713"/>
                </a:lnTo>
                <a:lnTo>
                  <a:pt x="288752" y="1152849"/>
                </a:lnTo>
                <a:lnTo>
                  <a:pt x="292012" y="1152783"/>
                </a:lnTo>
                <a:lnTo>
                  <a:pt x="294598" y="1153096"/>
                </a:lnTo>
                <a:lnTo>
                  <a:pt x="296838" y="1153621"/>
                </a:lnTo>
                <a:lnTo>
                  <a:pt x="300559" y="1154290"/>
                </a:lnTo>
                <a:lnTo>
                  <a:pt x="303951" y="1154007"/>
                </a:lnTo>
                <a:lnTo>
                  <a:pt x="306104" y="1153378"/>
                </a:lnTo>
                <a:lnTo>
                  <a:pt x="309760" y="1153735"/>
                </a:lnTo>
                <a:lnTo>
                  <a:pt x="314467" y="1153946"/>
                </a:lnTo>
                <a:lnTo>
                  <a:pt x="319049" y="1154052"/>
                </a:lnTo>
                <a:lnTo>
                  <a:pt x="319751" y="1154219"/>
                </a:lnTo>
                <a:lnTo>
                  <a:pt x="321791" y="1152713"/>
                </a:lnTo>
                <a:lnTo>
                  <a:pt x="323224" y="1150180"/>
                </a:lnTo>
                <a:lnTo>
                  <a:pt x="324176" y="1147964"/>
                </a:lnTo>
                <a:lnTo>
                  <a:pt x="325148" y="1146124"/>
                </a:lnTo>
                <a:lnTo>
                  <a:pt x="325756" y="1144415"/>
                </a:lnTo>
                <a:lnTo>
                  <a:pt x="326726" y="1143272"/>
                </a:lnTo>
                <a:lnTo>
                  <a:pt x="328351" y="1142135"/>
                </a:lnTo>
                <a:lnTo>
                  <a:pt x="331523" y="1140645"/>
                </a:lnTo>
                <a:lnTo>
                  <a:pt x="332893" y="1139572"/>
                </a:lnTo>
                <a:lnTo>
                  <a:pt x="335377" y="1138911"/>
                </a:lnTo>
                <a:lnTo>
                  <a:pt x="338062" y="1138674"/>
                </a:lnTo>
                <a:lnTo>
                  <a:pt x="341056" y="1138904"/>
                </a:lnTo>
                <a:lnTo>
                  <a:pt x="343510" y="1139300"/>
                </a:lnTo>
                <a:lnTo>
                  <a:pt x="345616" y="1139589"/>
                </a:lnTo>
                <a:lnTo>
                  <a:pt x="347238" y="1140313"/>
                </a:lnTo>
                <a:lnTo>
                  <a:pt x="351194" y="1141626"/>
                </a:lnTo>
                <a:lnTo>
                  <a:pt x="354323" y="1142537"/>
                </a:lnTo>
                <a:lnTo>
                  <a:pt x="355853" y="1143415"/>
                </a:lnTo>
                <a:lnTo>
                  <a:pt x="359682" y="1144173"/>
                </a:lnTo>
                <a:lnTo>
                  <a:pt x="363739" y="1144333"/>
                </a:lnTo>
                <a:lnTo>
                  <a:pt x="364668" y="1142604"/>
                </a:lnTo>
                <a:lnTo>
                  <a:pt x="366991" y="1142180"/>
                </a:lnTo>
                <a:lnTo>
                  <a:pt x="372395" y="1143332"/>
                </a:lnTo>
                <a:lnTo>
                  <a:pt x="374201" y="1144016"/>
                </a:lnTo>
                <a:lnTo>
                  <a:pt x="376127" y="1143038"/>
                </a:lnTo>
                <a:lnTo>
                  <a:pt x="376458" y="1142558"/>
                </a:lnTo>
                <a:lnTo>
                  <a:pt x="378926" y="1142299"/>
                </a:lnTo>
                <a:lnTo>
                  <a:pt x="381369" y="1142577"/>
                </a:lnTo>
                <a:lnTo>
                  <a:pt x="384004" y="1142684"/>
                </a:lnTo>
                <a:lnTo>
                  <a:pt x="387127" y="1142672"/>
                </a:lnTo>
                <a:lnTo>
                  <a:pt x="388208" y="1142423"/>
                </a:lnTo>
                <a:lnTo>
                  <a:pt x="390681" y="1141490"/>
                </a:lnTo>
                <a:lnTo>
                  <a:pt x="392537" y="1140895"/>
                </a:lnTo>
                <a:lnTo>
                  <a:pt x="394385" y="1139554"/>
                </a:lnTo>
                <a:lnTo>
                  <a:pt x="396029" y="1137434"/>
                </a:lnTo>
                <a:lnTo>
                  <a:pt x="401069" y="1134099"/>
                </a:lnTo>
                <a:lnTo>
                  <a:pt x="407944" y="1137268"/>
                </a:lnTo>
                <a:lnTo>
                  <a:pt x="407890" y="1139343"/>
                </a:lnTo>
                <a:lnTo>
                  <a:pt x="407597" y="1141453"/>
                </a:lnTo>
                <a:lnTo>
                  <a:pt x="406621" y="1142860"/>
                </a:lnTo>
                <a:lnTo>
                  <a:pt x="404972" y="1144190"/>
                </a:lnTo>
                <a:lnTo>
                  <a:pt x="402404" y="1143743"/>
                </a:lnTo>
                <a:lnTo>
                  <a:pt x="400756" y="1144562"/>
                </a:lnTo>
                <a:lnTo>
                  <a:pt x="400482" y="1146034"/>
                </a:lnTo>
                <a:lnTo>
                  <a:pt x="401694" y="1147265"/>
                </a:lnTo>
                <a:lnTo>
                  <a:pt x="402647" y="1149466"/>
                </a:lnTo>
                <a:lnTo>
                  <a:pt x="403444" y="1152088"/>
                </a:lnTo>
                <a:lnTo>
                  <a:pt x="397937" y="1151743"/>
                </a:lnTo>
                <a:lnTo>
                  <a:pt x="392206" y="1151013"/>
                </a:lnTo>
                <a:lnTo>
                  <a:pt x="388290" y="1152801"/>
                </a:lnTo>
                <a:lnTo>
                  <a:pt x="384996" y="1155433"/>
                </a:lnTo>
                <a:lnTo>
                  <a:pt x="382718" y="1157356"/>
                </a:lnTo>
                <a:lnTo>
                  <a:pt x="382580" y="1159623"/>
                </a:lnTo>
                <a:lnTo>
                  <a:pt x="384668" y="1160898"/>
                </a:lnTo>
                <a:lnTo>
                  <a:pt x="387560" y="1161608"/>
                </a:lnTo>
                <a:lnTo>
                  <a:pt x="391850" y="1163357"/>
                </a:lnTo>
                <a:lnTo>
                  <a:pt x="395008" y="1165453"/>
                </a:lnTo>
                <a:lnTo>
                  <a:pt x="397104" y="1167192"/>
                </a:lnTo>
                <a:lnTo>
                  <a:pt x="396711" y="1177096"/>
                </a:lnTo>
                <a:lnTo>
                  <a:pt x="383152" y="1177009"/>
                </a:lnTo>
                <a:lnTo>
                  <a:pt x="380103" y="1178006"/>
                </a:lnTo>
                <a:lnTo>
                  <a:pt x="381389" y="1181488"/>
                </a:lnTo>
                <a:lnTo>
                  <a:pt x="382010" y="1182739"/>
                </a:lnTo>
                <a:lnTo>
                  <a:pt x="383181" y="1184133"/>
                </a:lnTo>
                <a:lnTo>
                  <a:pt x="384931" y="1186301"/>
                </a:lnTo>
                <a:lnTo>
                  <a:pt x="385694" y="1188137"/>
                </a:lnTo>
                <a:lnTo>
                  <a:pt x="386745" y="1189170"/>
                </a:lnTo>
                <a:lnTo>
                  <a:pt x="389235" y="1189040"/>
                </a:lnTo>
                <a:lnTo>
                  <a:pt x="390173" y="1189497"/>
                </a:lnTo>
                <a:lnTo>
                  <a:pt x="391550" y="1189480"/>
                </a:lnTo>
                <a:lnTo>
                  <a:pt x="393341" y="1189790"/>
                </a:lnTo>
                <a:lnTo>
                  <a:pt x="394480" y="1189142"/>
                </a:lnTo>
                <a:lnTo>
                  <a:pt x="395350" y="1187957"/>
                </a:lnTo>
                <a:lnTo>
                  <a:pt x="395975" y="1186559"/>
                </a:lnTo>
                <a:lnTo>
                  <a:pt x="396828" y="1185056"/>
                </a:lnTo>
                <a:lnTo>
                  <a:pt x="397259" y="1184237"/>
                </a:lnTo>
                <a:lnTo>
                  <a:pt x="398798" y="1182906"/>
                </a:lnTo>
                <a:lnTo>
                  <a:pt x="400740" y="1182669"/>
                </a:lnTo>
                <a:lnTo>
                  <a:pt x="404157" y="1182681"/>
                </a:lnTo>
                <a:lnTo>
                  <a:pt x="406679" y="1182290"/>
                </a:lnTo>
                <a:lnTo>
                  <a:pt x="409625" y="1182175"/>
                </a:lnTo>
                <a:lnTo>
                  <a:pt x="412114" y="1180282"/>
                </a:lnTo>
                <a:lnTo>
                  <a:pt x="411557" y="1172218"/>
                </a:lnTo>
                <a:lnTo>
                  <a:pt x="413983" y="1170723"/>
                </a:lnTo>
                <a:lnTo>
                  <a:pt x="416479" y="1169319"/>
                </a:lnTo>
                <a:lnTo>
                  <a:pt x="417458" y="1167031"/>
                </a:lnTo>
                <a:lnTo>
                  <a:pt x="418209" y="1165102"/>
                </a:lnTo>
                <a:lnTo>
                  <a:pt x="419387" y="1163920"/>
                </a:lnTo>
                <a:lnTo>
                  <a:pt x="420550" y="1162591"/>
                </a:lnTo>
                <a:lnTo>
                  <a:pt x="423409" y="1162387"/>
                </a:lnTo>
                <a:lnTo>
                  <a:pt x="425933" y="1162436"/>
                </a:lnTo>
                <a:lnTo>
                  <a:pt x="427410" y="1162324"/>
                </a:lnTo>
                <a:lnTo>
                  <a:pt x="429618" y="1159795"/>
                </a:lnTo>
                <a:lnTo>
                  <a:pt x="431495" y="1158420"/>
                </a:lnTo>
                <a:lnTo>
                  <a:pt x="437778" y="1156072"/>
                </a:lnTo>
                <a:lnTo>
                  <a:pt x="439182" y="1154143"/>
                </a:lnTo>
                <a:lnTo>
                  <a:pt x="438557" y="1151999"/>
                </a:lnTo>
                <a:lnTo>
                  <a:pt x="436315" y="1149238"/>
                </a:lnTo>
                <a:lnTo>
                  <a:pt x="435381" y="1148257"/>
                </a:lnTo>
                <a:lnTo>
                  <a:pt x="433306" y="1146822"/>
                </a:lnTo>
                <a:lnTo>
                  <a:pt x="431807" y="1145533"/>
                </a:lnTo>
                <a:lnTo>
                  <a:pt x="431354" y="1142920"/>
                </a:lnTo>
                <a:lnTo>
                  <a:pt x="430613" y="1139466"/>
                </a:lnTo>
                <a:lnTo>
                  <a:pt x="429589" y="1132566"/>
                </a:lnTo>
                <a:lnTo>
                  <a:pt x="429282" y="1131587"/>
                </a:lnTo>
                <a:lnTo>
                  <a:pt x="428793" y="1129752"/>
                </a:lnTo>
                <a:lnTo>
                  <a:pt x="428379" y="1128379"/>
                </a:lnTo>
                <a:lnTo>
                  <a:pt x="430151" y="1127001"/>
                </a:lnTo>
                <a:lnTo>
                  <a:pt x="431602" y="1126725"/>
                </a:lnTo>
                <a:lnTo>
                  <a:pt x="433532" y="1126869"/>
                </a:lnTo>
                <a:lnTo>
                  <a:pt x="434869" y="1126960"/>
                </a:lnTo>
                <a:lnTo>
                  <a:pt x="436719" y="1128021"/>
                </a:lnTo>
                <a:lnTo>
                  <a:pt x="438530" y="1129507"/>
                </a:lnTo>
                <a:lnTo>
                  <a:pt x="438718" y="1131658"/>
                </a:lnTo>
                <a:lnTo>
                  <a:pt x="438049" y="1132814"/>
                </a:lnTo>
                <a:lnTo>
                  <a:pt x="436956" y="1133356"/>
                </a:lnTo>
                <a:lnTo>
                  <a:pt x="436028" y="1133770"/>
                </a:lnTo>
                <a:lnTo>
                  <a:pt x="435950" y="1134916"/>
                </a:lnTo>
                <a:lnTo>
                  <a:pt x="435980" y="1136257"/>
                </a:lnTo>
                <a:lnTo>
                  <a:pt x="436048" y="1138155"/>
                </a:lnTo>
                <a:lnTo>
                  <a:pt x="436994" y="1139016"/>
                </a:lnTo>
                <a:lnTo>
                  <a:pt x="439606" y="1139939"/>
                </a:lnTo>
                <a:lnTo>
                  <a:pt x="440605" y="1139906"/>
                </a:lnTo>
                <a:lnTo>
                  <a:pt x="442050" y="1139295"/>
                </a:lnTo>
                <a:lnTo>
                  <a:pt x="443475" y="1138316"/>
                </a:lnTo>
                <a:lnTo>
                  <a:pt x="444130" y="1137557"/>
                </a:lnTo>
                <a:lnTo>
                  <a:pt x="446254" y="1137156"/>
                </a:lnTo>
                <a:lnTo>
                  <a:pt x="447262" y="1137210"/>
                </a:lnTo>
                <a:lnTo>
                  <a:pt x="448955" y="1137464"/>
                </a:lnTo>
                <a:lnTo>
                  <a:pt x="450532" y="1137892"/>
                </a:lnTo>
                <a:lnTo>
                  <a:pt x="452551" y="1139226"/>
                </a:lnTo>
                <a:lnTo>
                  <a:pt x="454388" y="1140643"/>
                </a:lnTo>
                <a:lnTo>
                  <a:pt x="456819" y="1141726"/>
                </a:lnTo>
                <a:lnTo>
                  <a:pt x="458278" y="1142350"/>
                </a:lnTo>
                <a:lnTo>
                  <a:pt x="459715" y="1142744"/>
                </a:lnTo>
                <a:lnTo>
                  <a:pt x="460944" y="1142645"/>
                </a:lnTo>
                <a:lnTo>
                  <a:pt x="461626" y="1141969"/>
                </a:lnTo>
                <a:lnTo>
                  <a:pt x="461816" y="1141356"/>
                </a:lnTo>
                <a:lnTo>
                  <a:pt x="461934" y="1140950"/>
                </a:lnTo>
                <a:lnTo>
                  <a:pt x="462504" y="1140344"/>
                </a:lnTo>
                <a:lnTo>
                  <a:pt x="462224" y="1138059"/>
                </a:lnTo>
                <a:lnTo>
                  <a:pt x="463207" y="1138243"/>
                </a:lnTo>
                <a:lnTo>
                  <a:pt x="459817" y="1135274"/>
                </a:lnTo>
                <a:lnTo>
                  <a:pt x="457795" y="1133740"/>
                </a:lnTo>
                <a:lnTo>
                  <a:pt x="457535" y="1133616"/>
                </a:lnTo>
                <a:lnTo>
                  <a:pt x="456035" y="1132070"/>
                </a:lnTo>
                <a:lnTo>
                  <a:pt x="455699" y="1131152"/>
                </a:lnTo>
                <a:lnTo>
                  <a:pt x="456062" y="1128313"/>
                </a:lnTo>
                <a:lnTo>
                  <a:pt x="456291" y="1127903"/>
                </a:lnTo>
                <a:lnTo>
                  <a:pt x="457671" y="1127784"/>
                </a:lnTo>
                <a:lnTo>
                  <a:pt x="459592" y="1128212"/>
                </a:lnTo>
                <a:lnTo>
                  <a:pt x="460981" y="1129083"/>
                </a:lnTo>
                <a:lnTo>
                  <a:pt x="462746" y="1129217"/>
                </a:lnTo>
                <a:lnTo>
                  <a:pt x="464017" y="1129232"/>
                </a:lnTo>
                <a:lnTo>
                  <a:pt x="465106" y="1127737"/>
                </a:lnTo>
                <a:lnTo>
                  <a:pt x="465859" y="1126529"/>
                </a:lnTo>
                <a:lnTo>
                  <a:pt x="467636" y="1125434"/>
                </a:lnTo>
                <a:lnTo>
                  <a:pt x="469935" y="1125992"/>
                </a:lnTo>
                <a:lnTo>
                  <a:pt x="472117" y="1126456"/>
                </a:lnTo>
                <a:lnTo>
                  <a:pt x="471548" y="1127669"/>
                </a:lnTo>
                <a:lnTo>
                  <a:pt x="470670" y="1128816"/>
                </a:lnTo>
                <a:lnTo>
                  <a:pt x="470170" y="1129998"/>
                </a:lnTo>
                <a:lnTo>
                  <a:pt x="469451" y="1131714"/>
                </a:lnTo>
                <a:lnTo>
                  <a:pt x="470656" y="1133348"/>
                </a:lnTo>
                <a:lnTo>
                  <a:pt x="471858" y="1134627"/>
                </a:lnTo>
                <a:lnTo>
                  <a:pt x="473428" y="1136446"/>
                </a:lnTo>
                <a:lnTo>
                  <a:pt x="474002" y="1138034"/>
                </a:lnTo>
                <a:lnTo>
                  <a:pt x="475488" y="1139446"/>
                </a:lnTo>
                <a:lnTo>
                  <a:pt x="475496" y="1139518"/>
                </a:lnTo>
                <a:lnTo>
                  <a:pt x="477784" y="1141246"/>
                </a:lnTo>
                <a:lnTo>
                  <a:pt x="479572" y="1142563"/>
                </a:lnTo>
                <a:lnTo>
                  <a:pt x="481094" y="1144027"/>
                </a:lnTo>
                <a:lnTo>
                  <a:pt x="481498" y="1144975"/>
                </a:lnTo>
                <a:lnTo>
                  <a:pt x="482048" y="1145331"/>
                </a:lnTo>
                <a:lnTo>
                  <a:pt x="483277" y="1146229"/>
                </a:lnTo>
                <a:lnTo>
                  <a:pt x="484770" y="1145469"/>
                </a:lnTo>
                <a:lnTo>
                  <a:pt x="485934" y="1144527"/>
                </a:lnTo>
                <a:lnTo>
                  <a:pt x="486206" y="1143960"/>
                </a:lnTo>
                <a:lnTo>
                  <a:pt x="488613" y="1142152"/>
                </a:lnTo>
                <a:lnTo>
                  <a:pt x="490075" y="1141556"/>
                </a:lnTo>
                <a:lnTo>
                  <a:pt x="491744" y="1141615"/>
                </a:lnTo>
                <a:lnTo>
                  <a:pt x="493625" y="1142259"/>
                </a:lnTo>
                <a:lnTo>
                  <a:pt x="495036" y="1142963"/>
                </a:lnTo>
                <a:lnTo>
                  <a:pt x="496548" y="1143601"/>
                </a:lnTo>
                <a:lnTo>
                  <a:pt x="499034" y="1144423"/>
                </a:lnTo>
                <a:lnTo>
                  <a:pt x="501174" y="1145047"/>
                </a:lnTo>
                <a:lnTo>
                  <a:pt x="502247" y="1147488"/>
                </a:lnTo>
                <a:lnTo>
                  <a:pt x="502074" y="1149293"/>
                </a:lnTo>
                <a:lnTo>
                  <a:pt x="501734" y="1152267"/>
                </a:lnTo>
                <a:lnTo>
                  <a:pt x="501437" y="1154397"/>
                </a:lnTo>
                <a:lnTo>
                  <a:pt x="501192" y="1155208"/>
                </a:lnTo>
                <a:lnTo>
                  <a:pt x="501919" y="1157295"/>
                </a:lnTo>
                <a:lnTo>
                  <a:pt x="502768" y="1159608"/>
                </a:lnTo>
                <a:lnTo>
                  <a:pt x="503066" y="1162016"/>
                </a:lnTo>
                <a:lnTo>
                  <a:pt x="502979" y="1163296"/>
                </a:lnTo>
                <a:lnTo>
                  <a:pt x="502397" y="1164797"/>
                </a:lnTo>
                <a:lnTo>
                  <a:pt x="503172" y="1166565"/>
                </a:lnTo>
                <a:lnTo>
                  <a:pt x="504848" y="1168473"/>
                </a:lnTo>
                <a:lnTo>
                  <a:pt x="506420" y="1168236"/>
                </a:lnTo>
                <a:lnTo>
                  <a:pt x="507981" y="1167832"/>
                </a:lnTo>
                <a:lnTo>
                  <a:pt x="508645" y="1167587"/>
                </a:lnTo>
                <a:lnTo>
                  <a:pt x="510868" y="1168552"/>
                </a:lnTo>
                <a:lnTo>
                  <a:pt x="512782" y="1169773"/>
                </a:lnTo>
                <a:lnTo>
                  <a:pt x="514549" y="1171424"/>
                </a:lnTo>
                <a:lnTo>
                  <a:pt x="515171" y="1171878"/>
                </a:lnTo>
                <a:lnTo>
                  <a:pt x="517249" y="1171883"/>
                </a:lnTo>
                <a:lnTo>
                  <a:pt x="518689" y="1171542"/>
                </a:lnTo>
                <a:lnTo>
                  <a:pt x="520253" y="1170903"/>
                </a:lnTo>
                <a:lnTo>
                  <a:pt x="521813" y="1170498"/>
                </a:lnTo>
                <a:lnTo>
                  <a:pt x="524899" y="1170825"/>
                </a:lnTo>
                <a:lnTo>
                  <a:pt x="526773" y="1171508"/>
                </a:lnTo>
                <a:lnTo>
                  <a:pt x="526675" y="1171626"/>
                </a:lnTo>
                <a:lnTo>
                  <a:pt x="531420" y="1174127"/>
                </a:lnTo>
                <a:lnTo>
                  <a:pt x="534372" y="1176047"/>
                </a:lnTo>
                <a:lnTo>
                  <a:pt x="534349" y="1175347"/>
                </a:lnTo>
                <a:lnTo>
                  <a:pt x="535535" y="1178600"/>
                </a:lnTo>
                <a:lnTo>
                  <a:pt x="536488" y="1179985"/>
                </a:lnTo>
                <a:lnTo>
                  <a:pt x="540008" y="1182222"/>
                </a:lnTo>
                <a:lnTo>
                  <a:pt x="541887" y="1183831"/>
                </a:lnTo>
                <a:lnTo>
                  <a:pt x="543622" y="1186227"/>
                </a:lnTo>
                <a:lnTo>
                  <a:pt x="543570" y="1187778"/>
                </a:lnTo>
                <a:lnTo>
                  <a:pt x="544671" y="1190392"/>
                </a:lnTo>
                <a:lnTo>
                  <a:pt x="545822" y="1192060"/>
                </a:lnTo>
                <a:lnTo>
                  <a:pt x="548170" y="1194116"/>
                </a:lnTo>
                <a:lnTo>
                  <a:pt x="550404" y="1193653"/>
                </a:lnTo>
                <a:lnTo>
                  <a:pt x="550847" y="1193133"/>
                </a:lnTo>
                <a:lnTo>
                  <a:pt x="551762" y="1190325"/>
                </a:lnTo>
                <a:lnTo>
                  <a:pt x="551948" y="1187802"/>
                </a:lnTo>
                <a:lnTo>
                  <a:pt x="551583" y="1185829"/>
                </a:lnTo>
                <a:lnTo>
                  <a:pt x="551371" y="1184004"/>
                </a:lnTo>
                <a:lnTo>
                  <a:pt x="551617" y="1180978"/>
                </a:lnTo>
                <a:lnTo>
                  <a:pt x="552078" y="1179360"/>
                </a:lnTo>
                <a:lnTo>
                  <a:pt x="552805" y="1177721"/>
                </a:lnTo>
                <a:lnTo>
                  <a:pt x="552701" y="1176182"/>
                </a:lnTo>
                <a:lnTo>
                  <a:pt x="552656" y="1174774"/>
                </a:lnTo>
                <a:lnTo>
                  <a:pt x="553376" y="1173208"/>
                </a:lnTo>
                <a:lnTo>
                  <a:pt x="555440" y="1171767"/>
                </a:lnTo>
                <a:lnTo>
                  <a:pt x="557918" y="1171279"/>
                </a:lnTo>
                <a:lnTo>
                  <a:pt x="559470" y="1170914"/>
                </a:lnTo>
                <a:lnTo>
                  <a:pt x="561743" y="1169456"/>
                </a:lnTo>
                <a:lnTo>
                  <a:pt x="563629" y="1168465"/>
                </a:lnTo>
                <a:lnTo>
                  <a:pt x="565119" y="1169129"/>
                </a:lnTo>
                <a:lnTo>
                  <a:pt x="567003" y="1170540"/>
                </a:lnTo>
                <a:lnTo>
                  <a:pt x="568440" y="1171767"/>
                </a:lnTo>
                <a:lnTo>
                  <a:pt x="569742" y="1173029"/>
                </a:lnTo>
                <a:lnTo>
                  <a:pt x="571062" y="1174145"/>
                </a:lnTo>
                <a:lnTo>
                  <a:pt x="572178" y="1174879"/>
                </a:lnTo>
                <a:lnTo>
                  <a:pt x="574088" y="1175892"/>
                </a:lnTo>
                <a:lnTo>
                  <a:pt x="576590" y="1176772"/>
                </a:lnTo>
                <a:lnTo>
                  <a:pt x="578469" y="1177528"/>
                </a:lnTo>
                <a:lnTo>
                  <a:pt x="580928" y="1178135"/>
                </a:lnTo>
                <a:lnTo>
                  <a:pt x="583409" y="1178889"/>
                </a:lnTo>
                <a:lnTo>
                  <a:pt x="584617" y="1179150"/>
                </a:lnTo>
                <a:lnTo>
                  <a:pt x="587959" y="1180994"/>
                </a:lnTo>
                <a:lnTo>
                  <a:pt x="589219" y="1181762"/>
                </a:lnTo>
                <a:lnTo>
                  <a:pt x="590370" y="1182977"/>
                </a:lnTo>
                <a:lnTo>
                  <a:pt x="591730" y="1184119"/>
                </a:lnTo>
                <a:lnTo>
                  <a:pt x="592860" y="1188274"/>
                </a:lnTo>
                <a:lnTo>
                  <a:pt x="592936" y="1190165"/>
                </a:lnTo>
                <a:lnTo>
                  <a:pt x="593035" y="1192296"/>
                </a:lnTo>
                <a:lnTo>
                  <a:pt x="589187" y="1193297"/>
                </a:lnTo>
                <a:lnTo>
                  <a:pt x="586626" y="1193645"/>
                </a:lnTo>
                <a:lnTo>
                  <a:pt x="585378" y="1196461"/>
                </a:lnTo>
                <a:lnTo>
                  <a:pt x="583486" y="1199505"/>
                </a:lnTo>
                <a:lnTo>
                  <a:pt x="579740" y="1201722"/>
                </a:lnTo>
                <a:lnTo>
                  <a:pt x="576772" y="1204533"/>
                </a:lnTo>
                <a:lnTo>
                  <a:pt x="577149" y="1206987"/>
                </a:lnTo>
                <a:lnTo>
                  <a:pt x="578564" y="1208345"/>
                </a:lnTo>
                <a:lnTo>
                  <a:pt x="580981" y="1209368"/>
                </a:lnTo>
                <a:lnTo>
                  <a:pt x="584029" y="1209588"/>
                </a:lnTo>
                <a:lnTo>
                  <a:pt x="586585" y="1209657"/>
                </a:lnTo>
                <a:lnTo>
                  <a:pt x="589747" y="1211304"/>
                </a:lnTo>
                <a:lnTo>
                  <a:pt x="591164" y="1211626"/>
                </a:lnTo>
                <a:lnTo>
                  <a:pt x="592423" y="1211613"/>
                </a:lnTo>
                <a:lnTo>
                  <a:pt x="594007" y="1211720"/>
                </a:lnTo>
                <a:lnTo>
                  <a:pt x="595781" y="1211554"/>
                </a:lnTo>
                <a:lnTo>
                  <a:pt x="598028" y="1211802"/>
                </a:lnTo>
                <a:lnTo>
                  <a:pt x="599909" y="1212677"/>
                </a:lnTo>
                <a:lnTo>
                  <a:pt x="601503" y="1213344"/>
                </a:lnTo>
                <a:lnTo>
                  <a:pt x="603098" y="1214487"/>
                </a:lnTo>
                <a:lnTo>
                  <a:pt x="602093" y="1216247"/>
                </a:lnTo>
                <a:lnTo>
                  <a:pt x="600801" y="1217794"/>
                </a:lnTo>
                <a:lnTo>
                  <a:pt x="600125" y="1219386"/>
                </a:lnTo>
                <a:lnTo>
                  <a:pt x="600066" y="1224673"/>
                </a:lnTo>
                <a:lnTo>
                  <a:pt x="599675" y="1231132"/>
                </a:lnTo>
                <a:lnTo>
                  <a:pt x="600701" y="1235402"/>
                </a:lnTo>
                <a:lnTo>
                  <a:pt x="601737" y="1239371"/>
                </a:lnTo>
                <a:lnTo>
                  <a:pt x="602353" y="1242193"/>
                </a:lnTo>
                <a:lnTo>
                  <a:pt x="601464" y="1245444"/>
                </a:lnTo>
                <a:lnTo>
                  <a:pt x="600509" y="1247019"/>
                </a:lnTo>
                <a:lnTo>
                  <a:pt x="600285" y="1249020"/>
                </a:lnTo>
                <a:lnTo>
                  <a:pt x="606007" y="1253517"/>
                </a:lnTo>
                <a:lnTo>
                  <a:pt x="607388" y="1255012"/>
                </a:lnTo>
                <a:lnTo>
                  <a:pt x="609590" y="1257435"/>
                </a:lnTo>
                <a:lnTo>
                  <a:pt x="618360" y="1261868"/>
                </a:lnTo>
                <a:lnTo>
                  <a:pt x="620158" y="1262602"/>
                </a:lnTo>
                <a:lnTo>
                  <a:pt x="622686" y="1264113"/>
                </a:lnTo>
                <a:lnTo>
                  <a:pt x="625072" y="1265756"/>
                </a:lnTo>
                <a:lnTo>
                  <a:pt x="627480" y="1269135"/>
                </a:lnTo>
                <a:lnTo>
                  <a:pt x="629114" y="1271583"/>
                </a:lnTo>
                <a:lnTo>
                  <a:pt x="633053" y="1272223"/>
                </a:lnTo>
                <a:lnTo>
                  <a:pt x="635357" y="1272995"/>
                </a:lnTo>
                <a:lnTo>
                  <a:pt x="636899" y="1273273"/>
                </a:lnTo>
                <a:lnTo>
                  <a:pt x="648977" y="1284342"/>
                </a:lnTo>
                <a:lnTo>
                  <a:pt x="651473" y="1284153"/>
                </a:lnTo>
                <a:lnTo>
                  <a:pt x="655329" y="1284944"/>
                </a:lnTo>
                <a:lnTo>
                  <a:pt x="659387" y="1288772"/>
                </a:lnTo>
                <a:lnTo>
                  <a:pt x="664131" y="1291082"/>
                </a:lnTo>
                <a:lnTo>
                  <a:pt x="671265" y="1292836"/>
                </a:lnTo>
                <a:lnTo>
                  <a:pt x="674235" y="1293241"/>
                </a:lnTo>
                <a:lnTo>
                  <a:pt x="678515" y="1294495"/>
                </a:lnTo>
                <a:lnTo>
                  <a:pt x="682212" y="1296062"/>
                </a:lnTo>
                <a:lnTo>
                  <a:pt x="688714" y="1298988"/>
                </a:lnTo>
                <a:lnTo>
                  <a:pt x="692533" y="1298533"/>
                </a:lnTo>
                <a:lnTo>
                  <a:pt x="694870" y="1299106"/>
                </a:lnTo>
                <a:lnTo>
                  <a:pt x="700472" y="1303440"/>
                </a:lnTo>
                <a:lnTo>
                  <a:pt x="702469" y="1305829"/>
                </a:lnTo>
                <a:lnTo>
                  <a:pt x="705051" y="1308134"/>
                </a:lnTo>
                <a:lnTo>
                  <a:pt x="709709" y="1311035"/>
                </a:lnTo>
                <a:lnTo>
                  <a:pt x="713168" y="1312160"/>
                </a:lnTo>
                <a:lnTo>
                  <a:pt x="716011" y="1311861"/>
                </a:lnTo>
                <a:lnTo>
                  <a:pt x="717700" y="1311031"/>
                </a:lnTo>
                <a:lnTo>
                  <a:pt x="720396" y="1311296"/>
                </a:lnTo>
                <a:lnTo>
                  <a:pt x="726536" y="1312360"/>
                </a:lnTo>
                <a:lnTo>
                  <a:pt x="728351" y="1311688"/>
                </a:lnTo>
                <a:lnTo>
                  <a:pt x="731728" y="1313853"/>
                </a:lnTo>
                <a:lnTo>
                  <a:pt x="734626" y="1314174"/>
                </a:lnTo>
                <a:lnTo>
                  <a:pt x="738510" y="1313078"/>
                </a:lnTo>
                <a:lnTo>
                  <a:pt x="740139" y="1312158"/>
                </a:lnTo>
                <a:lnTo>
                  <a:pt x="742951" y="1310211"/>
                </a:lnTo>
                <a:lnTo>
                  <a:pt x="744552" y="1309551"/>
                </a:lnTo>
                <a:lnTo>
                  <a:pt x="746716" y="1306195"/>
                </a:lnTo>
                <a:lnTo>
                  <a:pt x="747902" y="1304404"/>
                </a:lnTo>
                <a:lnTo>
                  <a:pt x="749052" y="1303164"/>
                </a:lnTo>
                <a:lnTo>
                  <a:pt x="754701" y="1302615"/>
                </a:lnTo>
                <a:lnTo>
                  <a:pt x="758840" y="1302264"/>
                </a:lnTo>
                <a:lnTo>
                  <a:pt x="760110" y="1302929"/>
                </a:lnTo>
                <a:lnTo>
                  <a:pt x="762950" y="1300677"/>
                </a:lnTo>
                <a:lnTo>
                  <a:pt x="764695" y="1299278"/>
                </a:lnTo>
                <a:lnTo>
                  <a:pt x="767931" y="1296380"/>
                </a:lnTo>
                <a:lnTo>
                  <a:pt x="773942" y="1297002"/>
                </a:lnTo>
                <a:lnTo>
                  <a:pt x="776450" y="1297411"/>
                </a:lnTo>
                <a:lnTo>
                  <a:pt x="777336" y="1298207"/>
                </a:lnTo>
                <a:lnTo>
                  <a:pt x="779369" y="1296686"/>
                </a:lnTo>
                <a:lnTo>
                  <a:pt x="780885" y="1295428"/>
                </a:lnTo>
                <a:lnTo>
                  <a:pt x="782688" y="1293587"/>
                </a:lnTo>
                <a:lnTo>
                  <a:pt x="784527" y="1292769"/>
                </a:lnTo>
                <a:lnTo>
                  <a:pt x="786181" y="1292183"/>
                </a:lnTo>
                <a:lnTo>
                  <a:pt x="788036" y="1292353"/>
                </a:lnTo>
                <a:lnTo>
                  <a:pt x="791386" y="1293210"/>
                </a:lnTo>
                <a:lnTo>
                  <a:pt x="793527" y="1294335"/>
                </a:lnTo>
                <a:lnTo>
                  <a:pt x="798354" y="1295189"/>
                </a:lnTo>
                <a:lnTo>
                  <a:pt x="801072" y="1294107"/>
                </a:lnTo>
                <a:lnTo>
                  <a:pt x="803683" y="1292172"/>
                </a:lnTo>
                <a:lnTo>
                  <a:pt x="805972" y="1291202"/>
                </a:lnTo>
                <a:lnTo>
                  <a:pt x="806244" y="1289265"/>
                </a:lnTo>
                <a:lnTo>
                  <a:pt x="805923" y="1287611"/>
                </a:lnTo>
                <a:lnTo>
                  <a:pt x="805641" y="1286638"/>
                </a:lnTo>
                <a:lnTo>
                  <a:pt x="807148" y="1284913"/>
                </a:lnTo>
                <a:lnTo>
                  <a:pt x="810729" y="1284610"/>
                </a:lnTo>
                <a:lnTo>
                  <a:pt x="816364" y="1285194"/>
                </a:lnTo>
                <a:lnTo>
                  <a:pt x="818638" y="1285221"/>
                </a:lnTo>
                <a:lnTo>
                  <a:pt x="821766" y="1285029"/>
                </a:lnTo>
                <a:lnTo>
                  <a:pt x="826049" y="1283869"/>
                </a:lnTo>
                <a:lnTo>
                  <a:pt x="828146" y="1283450"/>
                </a:lnTo>
                <a:lnTo>
                  <a:pt x="830818" y="1284386"/>
                </a:lnTo>
                <a:lnTo>
                  <a:pt x="833711" y="1286950"/>
                </a:lnTo>
                <a:lnTo>
                  <a:pt x="837017" y="1288707"/>
                </a:lnTo>
                <a:lnTo>
                  <a:pt x="840759" y="1290155"/>
                </a:lnTo>
                <a:lnTo>
                  <a:pt x="844216" y="1291745"/>
                </a:lnTo>
                <a:lnTo>
                  <a:pt x="847600" y="1293089"/>
                </a:lnTo>
                <a:lnTo>
                  <a:pt x="851314" y="1294650"/>
                </a:lnTo>
                <a:lnTo>
                  <a:pt x="852011" y="1294372"/>
                </a:lnTo>
                <a:lnTo>
                  <a:pt x="856119" y="1297851"/>
                </a:lnTo>
                <a:lnTo>
                  <a:pt x="858082" y="1300103"/>
                </a:lnTo>
                <a:lnTo>
                  <a:pt x="858898" y="1301516"/>
                </a:lnTo>
                <a:lnTo>
                  <a:pt x="861169" y="1303923"/>
                </a:lnTo>
                <a:lnTo>
                  <a:pt x="862692" y="1303238"/>
                </a:lnTo>
                <a:lnTo>
                  <a:pt x="864091" y="1301674"/>
                </a:lnTo>
                <a:lnTo>
                  <a:pt x="866044" y="1299742"/>
                </a:lnTo>
                <a:lnTo>
                  <a:pt x="869915" y="1296951"/>
                </a:lnTo>
                <a:lnTo>
                  <a:pt x="873732" y="1292371"/>
                </a:lnTo>
                <a:lnTo>
                  <a:pt x="873014" y="1291496"/>
                </a:lnTo>
                <a:lnTo>
                  <a:pt x="871928" y="1288816"/>
                </a:lnTo>
                <a:lnTo>
                  <a:pt x="871268" y="1286433"/>
                </a:lnTo>
                <a:lnTo>
                  <a:pt x="873874" y="1284275"/>
                </a:lnTo>
                <a:lnTo>
                  <a:pt x="878114" y="1282515"/>
                </a:lnTo>
                <a:lnTo>
                  <a:pt x="875883" y="1278387"/>
                </a:lnTo>
                <a:lnTo>
                  <a:pt x="873260" y="1274675"/>
                </a:lnTo>
                <a:lnTo>
                  <a:pt x="872350" y="1272985"/>
                </a:lnTo>
                <a:lnTo>
                  <a:pt x="869502" y="1267552"/>
                </a:lnTo>
                <a:lnTo>
                  <a:pt x="868785" y="1262516"/>
                </a:lnTo>
                <a:lnTo>
                  <a:pt x="869047" y="1258634"/>
                </a:lnTo>
                <a:lnTo>
                  <a:pt x="871287" y="1254098"/>
                </a:lnTo>
                <a:lnTo>
                  <a:pt x="874390" y="1251223"/>
                </a:lnTo>
                <a:lnTo>
                  <a:pt x="878290" y="1248033"/>
                </a:lnTo>
                <a:lnTo>
                  <a:pt x="880123" y="1240301"/>
                </a:lnTo>
                <a:lnTo>
                  <a:pt x="880587" y="1237258"/>
                </a:lnTo>
                <a:lnTo>
                  <a:pt x="881130" y="1234543"/>
                </a:lnTo>
                <a:lnTo>
                  <a:pt x="882791" y="1231728"/>
                </a:lnTo>
                <a:lnTo>
                  <a:pt x="885033" y="1228592"/>
                </a:lnTo>
                <a:lnTo>
                  <a:pt x="886079" y="1226951"/>
                </a:lnTo>
                <a:lnTo>
                  <a:pt x="885792" y="1223254"/>
                </a:lnTo>
                <a:lnTo>
                  <a:pt x="880286" y="1220011"/>
                </a:lnTo>
                <a:lnTo>
                  <a:pt x="878754" y="1217398"/>
                </a:lnTo>
                <a:lnTo>
                  <a:pt x="878664" y="1214015"/>
                </a:lnTo>
                <a:lnTo>
                  <a:pt x="879364" y="1211970"/>
                </a:lnTo>
                <a:lnTo>
                  <a:pt x="880917" y="1209950"/>
                </a:lnTo>
                <a:lnTo>
                  <a:pt x="883500" y="1208398"/>
                </a:lnTo>
                <a:lnTo>
                  <a:pt x="884393" y="1205778"/>
                </a:lnTo>
                <a:lnTo>
                  <a:pt x="883229" y="1201808"/>
                </a:lnTo>
                <a:lnTo>
                  <a:pt x="881504" y="1199246"/>
                </a:lnTo>
                <a:lnTo>
                  <a:pt x="879858" y="1196101"/>
                </a:lnTo>
                <a:lnTo>
                  <a:pt x="878496" y="1193446"/>
                </a:lnTo>
                <a:lnTo>
                  <a:pt x="878505" y="1191574"/>
                </a:lnTo>
                <a:lnTo>
                  <a:pt x="878902" y="1190031"/>
                </a:lnTo>
                <a:lnTo>
                  <a:pt x="879538" y="1188672"/>
                </a:lnTo>
                <a:lnTo>
                  <a:pt x="881350" y="1186547"/>
                </a:lnTo>
                <a:lnTo>
                  <a:pt x="881837" y="1182025"/>
                </a:lnTo>
                <a:lnTo>
                  <a:pt x="883167" y="1175247"/>
                </a:lnTo>
                <a:lnTo>
                  <a:pt x="885278" y="1172280"/>
                </a:lnTo>
                <a:lnTo>
                  <a:pt x="886790" y="1169824"/>
                </a:lnTo>
                <a:lnTo>
                  <a:pt x="887636" y="1167964"/>
                </a:lnTo>
                <a:lnTo>
                  <a:pt x="888522" y="1166167"/>
                </a:lnTo>
                <a:lnTo>
                  <a:pt x="889571" y="1164531"/>
                </a:lnTo>
                <a:lnTo>
                  <a:pt x="892161" y="1162858"/>
                </a:lnTo>
                <a:lnTo>
                  <a:pt x="895041" y="1161278"/>
                </a:lnTo>
                <a:lnTo>
                  <a:pt x="898996" y="1161735"/>
                </a:lnTo>
                <a:lnTo>
                  <a:pt x="902006" y="1163195"/>
                </a:lnTo>
                <a:lnTo>
                  <a:pt x="905057" y="1165958"/>
                </a:lnTo>
                <a:lnTo>
                  <a:pt x="907728" y="1167860"/>
                </a:lnTo>
                <a:lnTo>
                  <a:pt x="910684" y="1169251"/>
                </a:lnTo>
                <a:lnTo>
                  <a:pt x="923188" y="1170692"/>
                </a:lnTo>
                <a:lnTo>
                  <a:pt x="928775" y="1171292"/>
                </a:lnTo>
                <a:lnTo>
                  <a:pt x="936132" y="1171466"/>
                </a:lnTo>
                <a:lnTo>
                  <a:pt x="943684" y="1167915"/>
                </a:lnTo>
                <a:lnTo>
                  <a:pt x="944207" y="1166947"/>
                </a:lnTo>
                <a:lnTo>
                  <a:pt x="948093" y="1167305"/>
                </a:lnTo>
                <a:lnTo>
                  <a:pt x="954327" y="1169041"/>
                </a:lnTo>
                <a:lnTo>
                  <a:pt x="959047" y="1170464"/>
                </a:lnTo>
                <a:lnTo>
                  <a:pt x="963283" y="1171343"/>
                </a:lnTo>
                <a:lnTo>
                  <a:pt x="969036" y="1171716"/>
                </a:lnTo>
                <a:lnTo>
                  <a:pt x="973407" y="1173125"/>
                </a:lnTo>
                <a:lnTo>
                  <a:pt x="979970" y="1176698"/>
                </a:lnTo>
                <a:lnTo>
                  <a:pt x="982580" y="1178064"/>
                </a:lnTo>
                <a:lnTo>
                  <a:pt x="983982" y="1178279"/>
                </a:lnTo>
                <a:lnTo>
                  <a:pt x="985706" y="1178565"/>
                </a:lnTo>
                <a:lnTo>
                  <a:pt x="994524" y="1180094"/>
                </a:lnTo>
                <a:lnTo>
                  <a:pt x="999566" y="1180936"/>
                </a:lnTo>
                <a:lnTo>
                  <a:pt x="1003563" y="1181118"/>
                </a:lnTo>
                <a:lnTo>
                  <a:pt x="1007775" y="1180967"/>
                </a:lnTo>
                <a:lnTo>
                  <a:pt x="1008821" y="1181103"/>
                </a:lnTo>
                <a:lnTo>
                  <a:pt x="1012423" y="1182779"/>
                </a:lnTo>
                <a:lnTo>
                  <a:pt x="1016183" y="1184987"/>
                </a:lnTo>
                <a:lnTo>
                  <a:pt x="1018661" y="1186438"/>
                </a:lnTo>
                <a:lnTo>
                  <a:pt x="1021208" y="1187760"/>
                </a:lnTo>
                <a:lnTo>
                  <a:pt x="1024436" y="1189817"/>
                </a:lnTo>
                <a:lnTo>
                  <a:pt x="1027155" y="1191786"/>
                </a:lnTo>
                <a:lnTo>
                  <a:pt x="1031628" y="1195060"/>
                </a:lnTo>
                <a:lnTo>
                  <a:pt x="1035482" y="1197701"/>
                </a:lnTo>
                <a:lnTo>
                  <a:pt x="1040213" y="1199383"/>
                </a:lnTo>
                <a:lnTo>
                  <a:pt x="1043850" y="1200340"/>
                </a:lnTo>
                <a:lnTo>
                  <a:pt x="1046530" y="1201098"/>
                </a:lnTo>
                <a:lnTo>
                  <a:pt x="1049364" y="1202112"/>
                </a:lnTo>
                <a:lnTo>
                  <a:pt x="1052655" y="1203536"/>
                </a:lnTo>
                <a:lnTo>
                  <a:pt x="1054830" y="1204644"/>
                </a:lnTo>
                <a:lnTo>
                  <a:pt x="1057731" y="1206438"/>
                </a:lnTo>
                <a:lnTo>
                  <a:pt x="1059842" y="1208233"/>
                </a:lnTo>
                <a:lnTo>
                  <a:pt x="1061952" y="1210205"/>
                </a:lnTo>
                <a:lnTo>
                  <a:pt x="1065971" y="1212686"/>
                </a:lnTo>
                <a:lnTo>
                  <a:pt x="1068476" y="1213973"/>
                </a:lnTo>
                <a:lnTo>
                  <a:pt x="1072048" y="1216182"/>
                </a:lnTo>
                <a:lnTo>
                  <a:pt x="1074426" y="1217136"/>
                </a:lnTo>
                <a:lnTo>
                  <a:pt x="1077190" y="1218441"/>
                </a:lnTo>
                <a:lnTo>
                  <a:pt x="1079904" y="1220245"/>
                </a:lnTo>
                <a:lnTo>
                  <a:pt x="1082059" y="1221973"/>
                </a:lnTo>
                <a:lnTo>
                  <a:pt x="1084181" y="1223657"/>
                </a:lnTo>
                <a:lnTo>
                  <a:pt x="1087128" y="1223409"/>
                </a:lnTo>
                <a:lnTo>
                  <a:pt x="1088843" y="1223052"/>
                </a:lnTo>
                <a:lnTo>
                  <a:pt x="1089938" y="1223740"/>
                </a:lnTo>
                <a:lnTo>
                  <a:pt x="1093799" y="1227681"/>
                </a:lnTo>
                <a:lnTo>
                  <a:pt x="1095899" y="1228841"/>
                </a:lnTo>
                <a:lnTo>
                  <a:pt x="1097862" y="1229982"/>
                </a:lnTo>
                <a:lnTo>
                  <a:pt x="1101626" y="1231681"/>
                </a:lnTo>
                <a:lnTo>
                  <a:pt x="1104307" y="1232523"/>
                </a:lnTo>
                <a:lnTo>
                  <a:pt x="1105873" y="1233155"/>
                </a:lnTo>
                <a:lnTo>
                  <a:pt x="1111264" y="1237832"/>
                </a:lnTo>
                <a:lnTo>
                  <a:pt x="1141188" y="1248475"/>
                </a:lnTo>
                <a:lnTo>
                  <a:pt x="1142312" y="1248981"/>
                </a:lnTo>
                <a:lnTo>
                  <a:pt x="1146203" y="1250567"/>
                </a:lnTo>
                <a:lnTo>
                  <a:pt x="1147859" y="1251379"/>
                </a:lnTo>
                <a:lnTo>
                  <a:pt x="1152710" y="1254891"/>
                </a:lnTo>
                <a:lnTo>
                  <a:pt x="1157458" y="1258340"/>
                </a:lnTo>
                <a:lnTo>
                  <a:pt x="1161431" y="1260771"/>
                </a:lnTo>
                <a:lnTo>
                  <a:pt x="1168426" y="1264617"/>
                </a:lnTo>
                <a:lnTo>
                  <a:pt x="1170237" y="1265591"/>
                </a:lnTo>
                <a:lnTo>
                  <a:pt x="1172794" y="1267323"/>
                </a:lnTo>
                <a:lnTo>
                  <a:pt x="1173529" y="1268741"/>
                </a:lnTo>
                <a:lnTo>
                  <a:pt x="1176419" y="1270861"/>
                </a:lnTo>
                <a:lnTo>
                  <a:pt x="1179003" y="1272517"/>
                </a:lnTo>
                <a:lnTo>
                  <a:pt x="1178804" y="1272227"/>
                </a:lnTo>
                <a:lnTo>
                  <a:pt x="1181983" y="1274918"/>
                </a:lnTo>
                <a:lnTo>
                  <a:pt x="1184819" y="1278730"/>
                </a:lnTo>
                <a:lnTo>
                  <a:pt x="1185724" y="1280882"/>
                </a:lnTo>
                <a:lnTo>
                  <a:pt x="1189565" y="1285063"/>
                </a:lnTo>
                <a:lnTo>
                  <a:pt x="1193836" y="1289080"/>
                </a:lnTo>
                <a:lnTo>
                  <a:pt x="1194849" y="1290123"/>
                </a:lnTo>
                <a:lnTo>
                  <a:pt x="1196808" y="1294443"/>
                </a:lnTo>
                <a:lnTo>
                  <a:pt x="1196792" y="1299082"/>
                </a:lnTo>
                <a:lnTo>
                  <a:pt x="1200305" y="1305723"/>
                </a:lnTo>
                <a:lnTo>
                  <a:pt x="1203691" y="1307565"/>
                </a:lnTo>
                <a:lnTo>
                  <a:pt x="1209794" y="1309990"/>
                </a:lnTo>
                <a:lnTo>
                  <a:pt x="1211691" y="1315423"/>
                </a:lnTo>
                <a:lnTo>
                  <a:pt x="1212904" y="1318249"/>
                </a:lnTo>
                <a:lnTo>
                  <a:pt x="1217326" y="1322878"/>
                </a:lnTo>
                <a:lnTo>
                  <a:pt x="1219613" y="1322872"/>
                </a:lnTo>
                <a:lnTo>
                  <a:pt x="1221348" y="1328470"/>
                </a:lnTo>
                <a:lnTo>
                  <a:pt x="1221818" y="1332641"/>
                </a:lnTo>
                <a:lnTo>
                  <a:pt x="1232734" y="1340596"/>
                </a:lnTo>
                <a:lnTo>
                  <a:pt x="1242186" y="1347167"/>
                </a:lnTo>
                <a:lnTo>
                  <a:pt x="1249614" y="1352197"/>
                </a:lnTo>
                <a:lnTo>
                  <a:pt x="1259595" y="1354231"/>
                </a:lnTo>
                <a:lnTo>
                  <a:pt x="1268725" y="1358200"/>
                </a:lnTo>
                <a:lnTo>
                  <a:pt x="1273554" y="1360964"/>
                </a:lnTo>
                <a:lnTo>
                  <a:pt x="1275069" y="1361880"/>
                </a:lnTo>
                <a:lnTo>
                  <a:pt x="1277409" y="1363770"/>
                </a:lnTo>
                <a:lnTo>
                  <a:pt x="1284579" y="1367000"/>
                </a:lnTo>
                <a:lnTo>
                  <a:pt x="1286768" y="1367591"/>
                </a:lnTo>
                <a:lnTo>
                  <a:pt x="1289820" y="1367724"/>
                </a:lnTo>
                <a:lnTo>
                  <a:pt x="1299567" y="1371830"/>
                </a:lnTo>
                <a:lnTo>
                  <a:pt x="1308029" y="1373485"/>
                </a:lnTo>
                <a:lnTo>
                  <a:pt x="1314078" y="1373836"/>
                </a:lnTo>
                <a:lnTo>
                  <a:pt x="1319459" y="1372115"/>
                </a:lnTo>
                <a:lnTo>
                  <a:pt x="1321241" y="1371232"/>
                </a:lnTo>
                <a:lnTo>
                  <a:pt x="1324172" y="1370754"/>
                </a:lnTo>
                <a:lnTo>
                  <a:pt x="1327391" y="1370944"/>
                </a:lnTo>
                <a:lnTo>
                  <a:pt x="1331126" y="1369305"/>
                </a:lnTo>
                <a:lnTo>
                  <a:pt x="1335054" y="1367844"/>
                </a:lnTo>
                <a:lnTo>
                  <a:pt x="1338802" y="1366514"/>
                </a:lnTo>
                <a:lnTo>
                  <a:pt x="1342212" y="1365636"/>
                </a:lnTo>
                <a:lnTo>
                  <a:pt x="1346575" y="1364408"/>
                </a:lnTo>
                <a:lnTo>
                  <a:pt x="1354263" y="1364950"/>
                </a:lnTo>
                <a:lnTo>
                  <a:pt x="1358707" y="1367233"/>
                </a:lnTo>
                <a:lnTo>
                  <a:pt x="1365158" y="1369429"/>
                </a:lnTo>
                <a:lnTo>
                  <a:pt x="1372827" y="1368829"/>
                </a:lnTo>
                <a:lnTo>
                  <a:pt x="1375203" y="1367159"/>
                </a:lnTo>
                <a:lnTo>
                  <a:pt x="1376840" y="1364769"/>
                </a:lnTo>
                <a:lnTo>
                  <a:pt x="1377996" y="1362742"/>
                </a:lnTo>
                <a:lnTo>
                  <a:pt x="1380119" y="1359887"/>
                </a:lnTo>
                <a:lnTo>
                  <a:pt x="1387998" y="1359554"/>
                </a:lnTo>
                <a:lnTo>
                  <a:pt x="1392763" y="1359195"/>
                </a:lnTo>
                <a:lnTo>
                  <a:pt x="1400244" y="1360678"/>
                </a:lnTo>
                <a:lnTo>
                  <a:pt x="1406834" y="1361620"/>
                </a:lnTo>
                <a:lnTo>
                  <a:pt x="1411326" y="1359850"/>
                </a:lnTo>
                <a:lnTo>
                  <a:pt x="1416621" y="1359494"/>
                </a:lnTo>
                <a:lnTo>
                  <a:pt x="1421964" y="1359594"/>
                </a:lnTo>
                <a:lnTo>
                  <a:pt x="1425396" y="1358876"/>
                </a:lnTo>
                <a:lnTo>
                  <a:pt x="1430342" y="1361215"/>
                </a:lnTo>
                <a:lnTo>
                  <a:pt x="1431888" y="1361467"/>
                </a:lnTo>
                <a:lnTo>
                  <a:pt x="1438080" y="1356813"/>
                </a:lnTo>
                <a:lnTo>
                  <a:pt x="1440704" y="1355861"/>
                </a:lnTo>
                <a:lnTo>
                  <a:pt x="1445254" y="1356041"/>
                </a:lnTo>
                <a:lnTo>
                  <a:pt x="1454938" y="1357791"/>
                </a:lnTo>
                <a:lnTo>
                  <a:pt x="1458577" y="1360076"/>
                </a:lnTo>
                <a:lnTo>
                  <a:pt x="1460765" y="1362392"/>
                </a:lnTo>
                <a:lnTo>
                  <a:pt x="1461967" y="1356765"/>
                </a:lnTo>
                <a:lnTo>
                  <a:pt x="1465300" y="1356657"/>
                </a:lnTo>
                <a:lnTo>
                  <a:pt x="1468254" y="1356174"/>
                </a:lnTo>
                <a:lnTo>
                  <a:pt x="1472636" y="1354626"/>
                </a:lnTo>
                <a:lnTo>
                  <a:pt x="1473394" y="1352215"/>
                </a:lnTo>
                <a:lnTo>
                  <a:pt x="1475390" y="1351106"/>
                </a:lnTo>
                <a:lnTo>
                  <a:pt x="1478017" y="1350675"/>
                </a:lnTo>
                <a:lnTo>
                  <a:pt x="1480026" y="1352119"/>
                </a:lnTo>
                <a:lnTo>
                  <a:pt x="1482108" y="1354271"/>
                </a:lnTo>
                <a:lnTo>
                  <a:pt x="1485038" y="1357682"/>
                </a:lnTo>
                <a:lnTo>
                  <a:pt x="1487642" y="1359008"/>
                </a:lnTo>
                <a:lnTo>
                  <a:pt x="1489062" y="1359215"/>
                </a:lnTo>
                <a:lnTo>
                  <a:pt x="1489778" y="1355671"/>
                </a:lnTo>
                <a:lnTo>
                  <a:pt x="1490867" y="1353875"/>
                </a:lnTo>
                <a:lnTo>
                  <a:pt x="1493141" y="1352894"/>
                </a:lnTo>
                <a:lnTo>
                  <a:pt x="1495471" y="1350114"/>
                </a:lnTo>
                <a:lnTo>
                  <a:pt x="1498113" y="1347773"/>
                </a:lnTo>
                <a:lnTo>
                  <a:pt x="1502476" y="1346204"/>
                </a:lnTo>
                <a:lnTo>
                  <a:pt x="1507820" y="1343301"/>
                </a:lnTo>
                <a:lnTo>
                  <a:pt x="1509717" y="1339471"/>
                </a:lnTo>
                <a:lnTo>
                  <a:pt x="1509965" y="1335129"/>
                </a:lnTo>
                <a:lnTo>
                  <a:pt x="1511421" y="1332308"/>
                </a:lnTo>
                <a:lnTo>
                  <a:pt x="1513822" y="1328666"/>
                </a:lnTo>
                <a:lnTo>
                  <a:pt x="1517151" y="1325205"/>
                </a:lnTo>
                <a:lnTo>
                  <a:pt x="1517671" y="1323779"/>
                </a:lnTo>
                <a:lnTo>
                  <a:pt x="1517663" y="1320546"/>
                </a:lnTo>
                <a:lnTo>
                  <a:pt x="1522052" y="1320998"/>
                </a:lnTo>
                <a:lnTo>
                  <a:pt x="1526626" y="1324152"/>
                </a:lnTo>
                <a:lnTo>
                  <a:pt x="1531112" y="1327128"/>
                </a:lnTo>
                <a:lnTo>
                  <a:pt x="1534053" y="1328297"/>
                </a:lnTo>
                <a:lnTo>
                  <a:pt x="1535581" y="1329919"/>
                </a:lnTo>
                <a:lnTo>
                  <a:pt x="1536506" y="1332060"/>
                </a:lnTo>
                <a:lnTo>
                  <a:pt x="1537063" y="1334164"/>
                </a:lnTo>
                <a:lnTo>
                  <a:pt x="1537800" y="1336062"/>
                </a:lnTo>
                <a:lnTo>
                  <a:pt x="1537987" y="1338972"/>
                </a:lnTo>
                <a:lnTo>
                  <a:pt x="1540999" y="1336610"/>
                </a:lnTo>
                <a:lnTo>
                  <a:pt x="1543045" y="1333745"/>
                </a:lnTo>
                <a:lnTo>
                  <a:pt x="1544962" y="1330897"/>
                </a:lnTo>
                <a:lnTo>
                  <a:pt x="1545487" y="1329512"/>
                </a:lnTo>
                <a:lnTo>
                  <a:pt x="1547986" y="1328414"/>
                </a:lnTo>
                <a:lnTo>
                  <a:pt x="1550783" y="1327660"/>
                </a:lnTo>
                <a:lnTo>
                  <a:pt x="1554468" y="1326776"/>
                </a:lnTo>
                <a:lnTo>
                  <a:pt x="1555728" y="1326002"/>
                </a:lnTo>
                <a:lnTo>
                  <a:pt x="1557403" y="1322649"/>
                </a:lnTo>
                <a:lnTo>
                  <a:pt x="1558423" y="1321195"/>
                </a:lnTo>
                <a:lnTo>
                  <a:pt x="1559072" y="1318274"/>
                </a:lnTo>
                <a:lnTo>
                  <a:pt x="1558402" y="1314750"/>
                </a:lnTo>
                <a:lnTo>
                  <a:pt x="1559095" y="1312146"/>
                </a:lnTo>
                <a:lnTo>
                  <a:pt x="1558943" y="1308968"/>
                </a:lnTo>
                <a:lnTo>
                  <a:pt x="1558394" y="1305291"/>
                </a:lnTo>
                <a:lnTo>
                  <a:pt x="1557659" y="1303523"/>
                </a:lnTo>
                <a:lnTo>
                  <a:pt x="1558888" y="1301692"/>
                </a:lnTo>
                <a:lnTo>
                  <a:pt x="1560760" y="1299708"/>
                </a:lnTo>
                <a:lnTo>
                  <a:pt x="1564323" y="1296546"/>
                </a:lnTo>
                <a:lnTo>
                  <a:pt x="1567681" y="1293233"/>
                </a:lnTo>
                <a:lnTo>
                  <a:pt x="1570961" y="1290405"/>
                </a:lnTo>
                <a:lnTo>
                  <a:pt x="1573984" y="1288278"/>
                </a:lnTo>
                <a:lnTo>
                  <a:pt x="1577057" y="1285844"/>
                </a:lnTo>
                <a:lnTo>
                  <a:pt x="1579290" y="1282610"/>
                </a:lnTo>
                <a:lnTo>
                  <a:pt x="1580134" y="1276040"/>
                </a:lnTo>
                <a:lnTo>
                  <a:pt x="1581902" y="1272769"/>
                </a:lnTo>
                <a:lnTo>
                  <a:pt x="1585610" y="1273503"/>
                </a:lnTo>
                <a:lnTo>
                  <a:pt x="1590928" y="1265408"/>
                </a:lnTo>
                <a:lnTo>
                  <a:pt x="1593102" y="1261313"/>
                </a:lnTo>
                <a:lnTo>
                  <a:pt x="1597429" y="1257072"/>
                </a:lnTo>
                <a:lnTo>
                  <a:pt x="1600443" y="1254477"/>
                </a:lnTo>
                <a:lnTo>
                  <a:pt x="1602430" y="1252226"/>
                </a:lnTo>
                <a:lnTo>
                  <a:pt x="1604139" y="1250778"/>
                </a:lnTo>
                <a:lnTo>
                  <a:pt x="1606483" y="1251127"/>
                </a:lnTo>
                <a:lnTo>
                  <a:pt x="1608520" y="1250342"/>
                </a:lnTo>
                <a:lnTo>
                  <a:pt x="1610662" y="1248836"/>
                </a:lnTo>
                <a:lnTo>
                  <a:pt x="1613815" y="1245960"/>
                </a:lnTo>
                <a:lnTo>
                  <a:pt x="1615877" y="1243499"/>
                </a:lnTo>
                <a:lnTo>
                  <a:pt x="1618953" y="1240769"/>
                </a:lnTo>
                <a:lnTo>
                  <a:pt x="1621674" y="1239106"/>
                </a:lnTo>
                <a:lnTo>
                  <a:pt x="1622630" y="1238258"/>
                </a:lnTo>
                <a:lnTo>
                  <a:pt x="1624186" y="1235227"/>
                </a:lnTo>
                <a:lnTo>
                  <a:pt x="1625960" y="1232566"/>
                </a:lnTo>
                <a:lnTo>
                  <a:pt x="1627286" y="1231297"/>
                </a:lnTo>
                <a:lnTo>
                  <a:pt x="1630117" y="1228933"/>
                </a:lnTo>
                <a:lnTo>
                  <a:pt x="1632822" y="1226510"/>
                </a:lnTo>
                <a:lnTo>
                  <a:pt x="1635960" y="1225252"/>
                </a:lnTo>
                <a:lnTo>
                  <a:pt x="1639383" y="1224211"/>
                </a:lnTo>
                <a:lnTo>
                  <a:pt x="1643033" y="1222173"/>
                </a:lnTo>
                <a:lnTo>
                  <a:pt x="1645496" y="1220371"/>
                </a:lnTo>
                <a:lnTo>
                  <a:pt x="1647797" y="1218965"/>
                </a:lnTo>
                <a:lnTo>
                  <a:pt x="1649069" y="1217988"/>
                </a:lnTo>
                <a:lnTo>
                  <a:pt x="1654931" y="1216135"/>
                </a:lnTo>
                <a:lnTo>
                  <a:pt x="1660876" y="1215320"/>
                </a:lnTo>
                <a:lnTo>
                  <a:pt x="1664359" y="1215304"/>
                </a:lnTo>
                <a:lnTo>
                  <a:pt x="1667415" y="1215308"/>
                </a:lnTo>
                <a:lnTo>
                  <a:pt x="1672118" y="1215373"/>
                </a:lnTo>
                <a:lnTo>
                  <a:pt x="1676778" y="1215866"/>
                </a:lnTo>
                <a:lnTo>
                  <a:pt x="1681472" y="1216661"/>
                </a:lnTo>
                <a:lnTo>
                  <a:pt x="1685806" y="1217974"/>
                </a:lnTo>
                <a:lnTo>
                  <a:pt x="1688854" y="1220035"/>
                </a:lnTo>
                <a:lnTo>
                  <a:pt x="1693018" y="1221618"/>
                </a:lnTo>
                <a:lnTo>
                  <a:pt x="1699674" y="1223800"/>
                </a:lnTo>
                <a:lnTo>
                  <a:pt x="1700207" y="1225149"/>
                </a:lnTo>
                <a:lnTo>
                  <a:pt x="1702138" y="1227920"/>
                </a:lnTo>
                <a:lnTo>
                  <a:pt x="1704176" y="1231778"/>
                </a:lnTo>
                <a:lnTo>
                  <a:pt x="1706349" y="1233615"/>
                </a:lnTo>
                <a:lnTo>
                  <a:pt x="1711781" y="1235718"/>
                </a:lnTo>
                <a:lnTo>
                  <a:pt x="1717995" y="1238388"/>
                </a:lnTo>
                <a:lnTo>
                  <a:pt x="1722693" y="1238987"/>
                </a:lnTo>
                <a:lnTo>
                  <a:pt x="1728580" y="1240041"/>
                </a:lnTo>
                <a:lnTo>
                  <a:pt x="1732324" y="1244013"/>
                </a:lnTo>
                <a:lnTo>
                  <a:pt x="1737189" y="1246019"/>
                </a:lnTo>
                <a:lnTo>
                  <a:pt x="1741344" y="1247375"/>
                </a:lnTo>
                <a:lnTo>
                  <a:pt x="1747561" y="1249228"/>
                </a:lnTo>
                <a:lnTo>
                  <a:pt x="1749556" y="1250699"/>
                </a:lnTo>
                <a:lnTo>
                  <a:pt x="1753978" y="1253695"/>
                </a:lnTo>
                <a:lnTo>
                  <a:pt x="1757652" y="1256289"/>
                </a:lnTo>
                <a:lnTo>
                  <a:pt x="1759758" y="1258224"/>
                </a:lnTo>
                <a:lnTo>
                  <a:pt x="1762532" y="1260708"/>
                </a:lnTo>
                <a:lnTo>
                  <a:pt x="1769012" y="1263565"/>
                </a:lnTo>
                <a:lnTo>
                  <a:pt x="1773278" y="1265309"/>
                </a:lnTo>
                <a:lnTo>
                  <a:pt x="1777030" y="1267306"/>
                </a:lnTo>
                <a:lnTo>
                  <a:pt x="1781666" y="1268160"/>
                </a:lnTo>
                <a:lnTo>
                  <a:pt x="1785480" y="1268952"/>
                </a:lnTo>
                <a:lnTo>
                  <a:pt x="1785720" y="1265894"/>
                </a:lnTo>
                <a:lnTo>
                  <a:pt x="1784508" y="1263503"/>
                </a:lnTo>
                <a:lnTo>
                  <a:pt x="1783445" y="1261589"/>
                </a:lnTo>
                <a:lnTo>
                  <a:pt x="1783287" y="1261517"/>
                </a:lnTo>
                <a:lnTo>
                  <a:pt x="1779085" y="1259590"/>
                </a:lnTo>
                <a:lnTo>
                  <a:pt x="1775559" y="1258669"/>
                </a:lnTo>
                <a:lnTo>
                  <a:pt x="1774454" y="1257559"/>
                </a:lnTo>
                <a:lnTo>
                  <a:pt x="1771623" y="1255326"/>
                </a:lnTo>
                <a:lnTo>
                  <a:pt x="1769270" y="1252936"/>
                </a:lnTo>
                <a:lnTo>
                  <a:pt x="1769961" y="1252128"/>
                </a:lnTo>
                <a:lnTo>
                  <a:pt x="1771806" y="1250867"/>
                </a:lnTo>
                <a:lnTo>
                  <a:pt x="1774577" y="1251179"/>
                </a:lnTo>
                <a:lnTo>
                  <a:pt x="1777629" y="1252749"/>
                </a:lnTo>
                <a:lnTo>
                  <a:pt x="1780421" y="1253835"/>
                </a:lnTo>
                <a:lnTo>
                  <a:pt x="1782513" y="1254455"/>
                </a:lnTo>
                <a:lnTo>
                  <a:pt x="1784194" y="1254890"/>
                </a:lnTo>
                <a:lnTo>
                  <a:pt x="1792005" y="1261065"/>
                </a:lnTo>
                <a:lnTo>
                  <a:pt x="1796188" y="1265888"/>
                </a:lnTo>
                <a:lnTo>
                  <a:pt x="1800803" y="1269318"/>
                </a:lnTo>
                <a:lnTo>
                  <a:pt x="1805756" y="1269340"/>
                </a:lnTo>
                <a:lnTo>
                  <a:pt x="1810544" y="1268942"/>
                </a:lnTo>
                <a:lnTo>
                  <a:pt x="1818284" y="1267837"/>
                </a:lnTo>
                <a:lnTo>
                  <a:pt x="1822960" y="1267381"/>
                </a:lnTo>
                <a:lnTo>
                  <a:pt x="1829454" y="1268722"/>
                </a:lnTo>
                <a:lnTo>
                  <a:pt x="1838701" y="1271511"/>
                </a:lnTo>
                <a:lnTo>
                  <a:pt x="1846831" y="1272356"/>
                </a:lnTo>
                <a:lnTo>
                  <a:pt x="1850278" y="1271492"/>
                </a:lnTo>
                <a:lnTo>
                  <a:pt x="1855572" y="1265616"/>
                </a:lnTo>
                <a:lnTo>
                  <a:pt x="1857482" y="1261046"/>
                </a:lnTo>
                <a:lnTo>
                  <a:pt x="1858539" y="1255490"/>
                </a:lnTo>
                <a:lnTo>
                  <a:pt x="1860250" y="1251169"/>
                </a:lnTo>
                <a:lnTo>
                  <a:pt x="1861329" y="1249223"/>
                </a:lnTo>
                <a:lnTo>
                  <a:pt x="1864053" y="1247339"/>
                </a:lnTo>
                <a:lnTo>
                  <a:pt x="1865999" y="1245771"/>
                </a:lnTo>
                <a:lnTo>
                  <a:pt x="1869893" y="1243422"/>
                </a:lnTo>
                <a:lnTo>
                  <a:pt x="1873724" y="1239641"/>
                </a:lnTo>
                <a:lnTo>
                  <a:pt x="1870380" y="1239960"/>
                </a:lnTo>
                <a:lnTo>
                  <a:pt x="1866264" y="1240074"/>
                </a:lnTo>
                <a:lnTo>
                  <a:pt x="1863231" y="1239861"/>
                </a:lnTo>
                <a:lnTo>
                  <a:pt x="1859845" y="1239874"/>
                </a:lnTo>
                <a:lnTo>
                  <a:pt x="1857957" y="1239503"/>
                </a:lnTo>
                <a:lnTo>
                  <a:pt x="1854847" y="1239415"/>
                </a:lnTo>
                <a:lnTo>
                  <a:pt x="1848257" y="1239511"/>
                </a:lnTo>
                <a:lnTo>
                  <a:pt x="1847898" y="1237155"/>
                </a:lnTo>
                <a:lnTo>
                  <a:pt x="1849690" y="1234763"/>
                </a:lnTo>
                <a:lnTo>
                  <a:pt x="1854439" y="1233451"/>
                </a:lnTo>
                <a:lnTo>
                  <a:pt x="1858281" y="1232210"/>
                </a:lnTo>
                <a:lnTo>
                  <a:pt x="1865607" y="1230070"/>
                </a:lnTo>
                <a:lnTo>
                  <a:pt x="1872999" y="1229147"/>
                </a:lnTo>
                <a:lnTo>
                  <a:pt x="1878398" y="1227936"/>
                </a:lnTo>
                <a:lnTo>
                  <a:pt x="1883215" y="1225373"/>
                </a:lnTo>
                <a:lnTo>
                  <a:pt x="1886768" y="1222844"/>
                </a:lnTo>
                <a:lnTo>
                  <a:pt x="1889919" y="1219844"/>
                </a:lnTo>
                <a:lnTo>
                  <a:pt x="1892511" y="1216508"/>
                </a:lnTo>
                <a:lnTo>
                  <a:pt x="1895320" y="1213143"/>
                </a:lnTo>
                <a:lnTo>
                  <a:pt x="1897319" y="1210243"/>
                </a:lnTo>
                <a:lnTo>
                  <a:pt x="1898411" y="1208102"/>
                </a:lnTo>
                <a:lnTo>
                  <a:pt x="1903899" y="1204296"/>
                </a:lnTo>
                <a:lnTo>
                  <a:pt x="1904535" y="1202177"/>
                </a:lnTo>
                <a:lnTo>
                  <a:pt x="1904554" y="1199513"/>
                </a:lnTo>
                <a:lnTo>
                  <a:pt x="1907757" y="1198117"/>
                </a:lnTo>
                <a:lnTo>
                  <a:pt x="1913828" y="1195381"/>
                </a:lnTo>
                <a:lnTo>
                  <a:pt x="1920254" y="1193726"/>
                </a:lnTo>
                <a:lnTo>
                  <a:pt x="1925977" y="1197779"/>
                </a:lnTo>
                <a:lnTo>
                  <a:pt x="1932636" y="1202312"/>
                </a:lnTo>
                <a:lnTo>
                  <a:pt x="1940030" y="1205638"/>
                </a:lnTo>
                <a:lnTo>
                  <a:pt x="1947204" y="1210250"/>
                </a:lnTo>
                <a:lnTo>
                  <a:pt x="1954480" y="1218802"/>
                </a:lnTo>
                <a:lnTo>
                  <a:pt x="1956554" y="1224513"/>
                </a:lnTo>
                <a:lnTo>
                  <a:pt x="1958439" y="1241774"/>
                </a:lnTo>
                <a:lnTo>
                  <a:pt x="1961015" y="1255143"/>
                </a:lnTo>
                <a:lnTo>
                  <a:pt x="1959330" y="1265821"/>
                </a:lnTo>
                <a:lnTo>
                  <a:pt x="1952681" y="1267698"/>
                </a:lnTo>
                <a:lnTo>
                  <a:pt x="1948092" y="1268727"/>
                </a:lnTo>
                <a:lnTo>
                  <a:pt x="1946464" y="1269291"/>
                </a:lnTo>
                <a:lnTo>
                  <a:pt x="1943028" y="1274439"/>
                </a:lnTo>
                <a:lnTo>
                  <a:pt x="1939892" y="1279018"/>
                </a:lnTo>
                <a:lnTo>
                  <a:pt x="1935688" y="1283491"/>
                </a:lnTo>
                <a:lnTo>
                  <a:pt x="1930877" y="1285327"/>
                </a:lnTo>
                <a:lnTo>
                  <a:pt x="1927643" y="1290378"/>
                </a:lnTo>
                <a:lnTo>
                  <a:pt x="1925318" y="1293212"/>
                </a:lnTo>
                <a:lnTo>
                  <a:pt x="1919484" y="1295380"/>
                </a:lnTo>
                <a:lnTo>
                  <a:pt x="1916660" y="1297373"/>
                </a:lnTo>
                <a:lnTo>
                  <a:pt x="1915285" y="1300679"/>
                </a:lnTo>
                <a:lnTo>
                  <a:pt x="1913889" y="1304095"/>
                </a:lnTo>
                <a:lnTo>
                  <a:pt x="1910763" y="1308059"/>
                </a:lnTo>
                <a:lnTo>
                  <a:pt x="1905063" y="1311536"/>
                </a:lnTo>
                <a:lnTo>
                  <a:pt x="1900427" y="1316744"/>
                </a:lnTo>
                <a:lnTo>
                  <a:pt x="1897415" y="1319851"/>
                </a:lnTo>
                <a:lnTo>
                  <a:pt x="1896343" y="1321566"/>
                </a:lnTo>
                <a:lnTo>
                  <a:pt x="1895947" y="1327127"/>
                </a:lnTo>
                <a:lnTo>
                  <a:pt x="1896219" y="1331924"/>
                </a:lnTo>
                <a:lnTo>
                  <a:pt x="1897305" y="1338123"/>
                </a:lnTo>
                <a:lnTo>
                  <a:pt x="1898861" y="1343134"/>
                </a:lnTo>
                <a:lnTo>
                  <a:pt x="1900933" y="1345702"/>
                </a:lnTo>
                <a:lnTo>
                  <a:pt x="1903952" y="1349027"/>
                </a:lnTo>
                <a:lnTo>
                  <a:pt x="1908582" y="1353992"/>
                </a:lnTo>
                <a:lnTo>
                  <a:pt x="1912782" y="1358920"/>
                </a:lnTo>
                <a:lnTo>
                  <a:pt x="1916998" y="1364027"/>
                </a:lnTo>
                <a:lnTo>
                  <a:pt x="1921487" y="1368755"/>
                </a:lnTo>
                <a:lnTo>
                  <a:pt x="1924815" y="1373477"/>
                </a:lnTo>
                <a:lnTo>
                  <a:pt x="1929148" y="1380564"/>
                </a:lnTo>
                <a:lnTo>
                  <a:pt x="1932228" y="1385855"/>
                </a:lnTo>
                <a:lnTo>
                  <a:pt x="1934723" y="1390331"/>
                </a:lnTo>
                <a:lnTo>
                  <a:pt x="1937313" y="1395851"/>
                </a:lnTo>
                <a:lnTo>
                  <a:pt x="1937859" y="1399786"/>
                </a:lnTo>
                <a:lnTo>
                  <a:pt x="1937257" y="1402176"/>
                </a:lnTo>
                <a:lnTo>
                  <a:pt x="1936049" y="1404729"/>
                </a:lnTo>
                <a:lnTo>
                  <a:pt x="1933765" y="1407515"/>
                </a:lnTo>
                <a:lnTo>
                  <a:pt x="1931873" y="1409908"/>
                </a:lnTo>
                <a:lnTo>
                  <a:pt x="1930194" y="1413026"/>
                </a:lnTo>
                <a:lnTo>
                  <a:pt x="1929981" y="1414624"/>
                </a:lnTo>
                <a:lnTo>
                  <a:pt x="1932495" y="1419416"/>
                </a:lnTo>
                <a:lnTo>
                  <a:pt x="1936271" y="1420020"/>
                </a:lnTo>
                <a:lnTo>
                  <a:pt x="1948290" y="1421966"/>
                </a:lnTo>
                <a:lnTo>
                  <a:pt x="1951252" y="1423955"/>
                </a:lnTo>
                <a:lnTo>
                  <a:pt x="1961029" y="1432761"/>
                </a:lnTo>
                <a:lnTo>
                  <a:pt x="1973201" y="1437280"/>
                </a:lnTo>
                <a:lnTo>
                  <a:pt x="1985109" y="1446098"/>
                </a:lnTo>
                <a:lnTo>
                  <a:pt x="1990731" y="1432163"/>
                </a:lnTo>
                <a:lnTo>
                  <a:pt x="1997100" y="1420663"/>
                </a:lnTo>
                <a:lnTo>
                  <a:pt x="2007003" y="1414523"/>
                </a:lnTo>
                <a:lnTo>
                  <a:pt x="2008605" y="1406240"/>
                </a:lnTo>
                <a:lnTo>
                  <a:pt x="2018655" y="1407214"/>
                </a:lnTo>
                <a:lnTo>
                  <a:pt x="2019892" y="1397712"/>
                </a:lnTo>
                <a:lnTo>
                  <a:pt x="2015035" y="1359677"/>
                </a:lnTo>
                <a:lnTo>
                  <a:pt x="2031547" y="1358702"/>
                </a:lnTo>
                <a:lnTo>
                  <a:pt x="2042824" y="1352989"/>
                </a:lnTo>
                <a:lnTo>
                  <a:pt x="2054871" y="1354282"/>
                </a:lnTo>
                <a:lnTo>
                  <a:pt x="2063898" y="1354348"/>
                </a:lnTo>
                <a:lnTo>
                  <a:pt x="2070605" y="1352540"/>
                </a:lnTo>
                <a:lnTo>
                  <a:pt x="2071057" y="1344129"/>
                </a:lnTo>
                <a:lnTo>
                  <a:pt x="2051964" y="1317907"/>
                </a:lnTo>
                <a:lnTo>
                  <a:pt x="2041678" y="1300833"/>
                </a:lnTo>
                <a:lnTo>
                  <a:pt x="2039075" y="1284248"/>
                </a:lnTo>
                <a:lnTo>
                  <a:pt x="2043426" y="1280849"/>
                </a:lnTo>
                <a:lnTo>
                  <a:pt x="2043091" y="1274661"/>
                </a:lnTo>
                <a:lnTo>
                  <a:pt x="2035239" y="1252865"/>
                </a:lnTo>
                <a:lnTo>
                  <a:pt x="2041716" y="1227486"/>
                </a:lnTo>
                <a:lnTo>
                  <a:pt x="2053748" y="1214814"/>
                </a:lnTo>
                <a:lnTo>
                  <a:pt x="2065724" y="1219880"/>
                </a:lnTo>
                <a:lnTo>
                  <a:pt x="2073901" y="1223033"/>
                </a:lnTo>
                <a:lnTo>
                  <a:pt x="2088499" y="1228080"/>
                </a:lnTo>
                <a:lnTo>
                  <a:pt x="2108833" y="1231334"/>
                </a:lnTo>
                <a:lnTo>
                  <a:pt x="2117831" y="1234529"/>
                </a:lnTo>
                <a:lnTo>
                  <a:pt x="2121441" y="1239534"/>
                </a:lnTo>
                <a:lnTo>
                  <a:pt x="2124341" y="1248828"/>
                </a:lnTo>
                <a:lnTo>
                  <a:pt x="2128538" y="1254290"/>
                </a:lnTo>
                <a:lnTo>
                  <a:pt x="2139526" y="1258592"/>
                </a:lnTo>
                <a:lnTo>
                  <a:pt x="2150894" y="1254167"/>
                </a:lnTo>
                <a:lnTo>
                  <a:pt x="2159576" y="1251761"/>
                </a:lnTo>
                <a:lnTo>
                  <a:pt x="2174453" y="1252561"/>
                </a:lnTo>
                <a:lnTo>
                  <a:pt x="2197738" y="1252891"/>
                </a:lnTo>
                <a:lnTo>
                  <a:pt x="2220929" y="1245318"/>
                </a:lnTo>
                <a:lnTo>
                  <a:pt x="2231594" y="1238814"/>
                </a:lnTo>
                <a:lnTo>
                  <a:pt x="2239157" y="1236072"/>
                </a:lnTo>
                <a:lnTo>
                  <a:pt x="2245153" y="1234259"/>
                </a:lnTo>
                <a:lnTo>
                  <a:pt x="2272100" y="1229273"/>
                </a:lnTo>
                <a:lnTo>
                  <a:pt x="2290455" y="1221517"/>
                </a:lnTo>
                <a:lnTo>
                  <a:pt x="2301611" y="1214852"/>
                </a:lnTo>
                <a:lnTo>
                  <a:pt x="2314049" y="1207848"/>
                </a:lnTo>
                <a:lnTo>
                  <a:pt x="2327603" y="1200623"/>
                </a:lnTo>
                <a:lnTo>
                  <a:pt x="2336839" y="1196285"/>
                </a:lnTo>
                <a:lnTo>
                  <a:pt x="2359696" y="1197567"/>
                </a:lnTo>
                <a:lnTo>
                  <a:pt x="2394324" y="1206858"/>
                </a:lnTo>
                <a:lnTo>
                  <a:pt x="2426212" y="1226919"/>
                </a:lnTo>
                <a:lnTo>
                  <a:pt x="2453901" y="1241725"/>
                </a:lnTo>
                <a:lnTo>
                  <a:pt x="2477700" y="1240767"/>
                </a:lnTo>
                <a:lnTo>
                  <a:pt x="2499593" y="1240466"/>
                </a:lnTo>
                <a:lnTo>
                  <a:pt x="2532612" y="1246588"/>
                </a:lnTo>
                <a:lnTo>
                  <a:pt x="2551732" y="1244222"/>
                </a:lnTo>
                <a:lnTo>
                  <a:pt x="2570382" y="1240069"/>
                </a:lnTo>
                <a:lnTo>
                  <a:pt x="2598436" y="1233610"/>
                </a:lnTo>
                <a:lnTo>
                  <a:pt x="2617728" y="1228657"/>
                </a:lnTo>
                <a:lnTo>
                  <a:pt x="2634591" y="1223344"/>
                </a:lnTo>
                <a:lnTo>
                  <a:pt x="2656958" y="1217745"/>
                </a:lnTo>
                <a:lnTo>
                  <a:pt x="2673984" y="1208418"/>
                </a:lnTo>
                <a:lnTo>
                  <a:pt x="2690947" y="1197244"/>
                </a:lnTo>
                <a:lnTo>
                  <a:pt x="2707834" y="1187000"/>
                </a:lnTo>
                <a:lnTo>
                  <a:pt x="2710749" y="1185805"/>
                </a:lnTo>
                <a:lnTo>
                  <a:pt x="2714230" y="1184204"/>
                </a:lnTo>
                <a:lnTo>
                  <a:pt x="2726354" y="1178147"/>
                </a:lnTo>
                <a:lnTo>
                  <a:pt x="2731401" y="1175542"/>
                </a:lnTo>
                <a:lnTo>
                  <a:pt x="2734152" y="1173802"/>
                </a:lnTo>
                <a:lnTo>
                  <a:pt x="2741910" y="1161877"/>
                </a:lnTo>
                <a:lnTo>
                  <a:pt x="2754188" y="1157197"/>
                </a:lnTo>
                <a:lnTo>
                  <a:pt x="2769265" y="1154224"/>
                </a:lnTo>
                <a:lnTo>
                  <a:pt x="2803127" y="1134978"/>
                </a:lnTo>
                <a:lnTo>
                  <a:pt x="2810876" y="1131619"/>
                </a:lnTo>
                <a:lnTo>
                  <a:pt x="2820682" y="1130074"/>
                </a:lnTo>
                <a:lnTo>
                  <a:pt x="2877837" y="1132856"/>
                </a:lnTo>
                <a:lnTo>
                  <a:pt x="2895285" y="1135965"/>
                </a:lnTo>
                <a:lnTo>
                  <a:pt x="2908308" y="1137907"/>
                </a:lnTo>
                <a:lnTo>
                  <a:pt x="2920417" y="1133082"/>
                </a:lnTo>
                <a:lnTo>
                  <a:pt x="2939929" y="1132290"/>
                </a:lnTo>
                <a:lnTo>
                  <a:pt x="2956631" y="1132419"/>
                </a:lnTo>
                <a:lnTo>
                  <a:pt x="2975738" y="1128405"/>
                </a:lnTo>
                <a:lnTo>
                  <a:pt x="2979811" y="1127230"/>
                </a:lnTo>
                <a:lnTo>
                  <a:pt x="2986002" y="1125176"/>
                </a:lnTo>
                <a:lnTo>
                  <a:pt x="2993971" y="1122643"/>
                </a:lnTo>
                <a:lnTo>
                  <a:pt x="3012773" y="1119869"/>
                </a:lnTo>
                <a:lnTo>
                  <a:pt x="3041393" y="1109114"/>
                </a:lnTo>
                <a:lnTo>
                  <a:pt x="3056781" y="1098541"/>
                </a:lnTo>
                <a:lnTo>
                  <a:pt x="3067503" y="1083802"/>
                </a:lnTo>
                <a:lnTo>
                  <a:pt x="3075004" y="1079913"/>
                </a:lnTo>
                <a:lnTo>
                  <a:pt x="3090528" y="1083499"/>
                </a:lnTo>
                <a:lnTo>
                  <a:pt x="3095051" y="1094532"/>
                </a:lnTo>
                <a:lnTo>
                  <a:pt x="3105458" y="1104963"/>
                </a:lnTo>
                <a:lnTo>
                  <a:pt x="3109143" y="1106957"/>
                </a:lnTo>
                <a:lnTo>
                  <a:pt x="3112658" y="1106757"/>
                </a:lnTo>
                <a:lnTo>
                  <a:pt x="3117962" y="1105767"/>
                </a:lnTo>
                <a:lnTo>
                  <a:pt x="3122201" y="1104764"/>
                </a:lnTo>
                <a:lnTo>
                  <a:pt x="3128826" y="1103030"/>
                </a:lnTo>
                <a:lnTo>
                  <a:pt x="3135223" y="1099710"/>
                </a:lnTo>
                <a:lnTo>
                  <a:pt x="3137701" y="1096119"/>
                </a:lnTo>
                <a:lnTo>
                  <a:pt x="3141769" y="1092501"/>
                </a:lnTo>
                <a:lnTo>
                  <a:pt x="3143943" y="1089976"/>
                </a:lnTo>
                <a:lnTo>
                  <a:pt x="3145525" y="1087364"/>
                </a:lnTo>
                <a:lnTo>
                  <a:pt x="3147566" y="1083899"/>
                </a:lnTo>
                <a:lnTo>
                  <a:pt x="3149283" y="1080789"/>
                </a:lnTo>
                <a:lnTo>
                  <a:pt x="3150598" y="1077915"/>
                </a:lnTo>
                <a:lnTo>
                  <a:pt x="3151517" y="1075013"/>
                </a:lnTo>
                <a:lnTo>
                  <a:pt x="3153796" y="1071020"/>
                </a:lnTo>
                <a:lnTo>
                  <a:pt x="3156347" y="1067514"/>
                </a:lnTo>
                <a:lnTo>
                  <a:pt x="3162096" y="1062142"/>
                </a:lnTo>
                <a:lnTo>
                  <a:pt x="3168002" y="1057149"/>
                </a:lnTo>
                <a:lnTo>
                  <a:pt x="3172607" y="1055713"/>
                </a:lnTo>
                <a:lnTo>
                  <a:pt x="3176483" y="1055347"/>
                </a:lnTo>
                <a:lnTo>
                  <a:pt x="3180618" y="1056091"/>
                </a:lnTo>
                <a:lnTo>
                  <a:pt x="3189432" y="1060081"/>
                </a:lnTo>
                <a:lnTo>
                  <a:pt x="3195414" y="1062066"/>
                </a:lnTo>
                <a:lnTo>
                  <a:pt x="3198218" y="1063168"/>
                </a:lnTo>
                <a:lnTo>
                  <a:pt x="3207037" y="1063728"/>
                </a:lnTo>
                <a:lnTo>
                  <a:pt x="3208177" y="1063141"/>
                </a:lnTo>
                <a:lnTo>
                  <a:pt x="3210751" y="1061370"/>
                </a:lnTo>
                <a:lnTo>
                  <a:pt x="3214916" y="1058667"/>
                </a:lnTo>
                <a:lnTo>
                  <a:pt x="3217135" y="1057716"/>
                </a:lnTo>
                <a:lnTo>
                  <a:pt x="3219909" y="1056295"/>
                </a:lnTo>
                <a:lnTo>
                  <a:pt x="3222364" y="1054890"/>
                </a:lnTo>
                <a:lnTo>
                  <a:pt x="3225146" y="1053783"/>
                </a:lnTo>
                <a:lnTo>
                  <a:pt x="3229521" y="1051747"/>
                </a:lnTo>
                <a:lnTo>
                  <a:pt x="3233771" y="1049482"/>
                </a:lnTo>
                <a:lnTo>
                  <a:pt x="3236982" y="1049506"/>
                </a:lnTo>
                <a:lnTo>
                  <a:pt x="3240421" y="1049351"/>
                </a:lnTo>
                <a:lnTo>
                  <a:pt x="3243885" y="1049522"/>
                </a:lnTo>
                <a:lnTo>
                  <a:pt x="3247883" y="1050353"/>
                </a:lnTo>
                <a:lnTo>
                  <a:pt x="3251355" y="1050971"/>
                </a:lnTo>
                <a:lnTo>
                  <a:pt x="3255454" y="1051613"/>
                </a:lnTo>
                <a:lnTo>
                  <a:pt x="3259135" y="1054014"/>
                </a:lnTo>
                <a:lnTo>
                  <a:pt x="3264006" y="1055544"/>
                </a:lnTo>
                <a:lnTo>
                  <a:pt x="3268579" y="1056592"/>
                </a:lnTo>
                <a:lnTo>
                  <a:pt x="3273167" y="1057499"/>
                </a:lnTo>
                <a:lnTo>
                  <a:pt x="3278228" y="1057837"/>
                </a:lnTo>
                <a:lnTo>
                  <a:pt x="3282589" y="1057889"/>
                </a:lnTo>
                <a:lnTo>
                  <a:pt x="3288720" y="1058803"/>
                </a:lnTo>
                <a:lnTo>
                  <a:pt x="3292953" y="1060437"/>
                </a:lnTo>
                <a:lnTo>
                  <a:pt x="3297069" y="1062005"/>
                </a:lnTo>
                <a:lnTo>
                  <a:pt x="3299970" y="1063818"/>
                </a:lnTo>
                <a:lnTo>
                  <a:pt x="3305601" y="1066395"/>
                </a:lnTo>
                <a:lnTo>
                  <a:pt x="3311901" y="1068410"/>
                </a:lnTo>
                <a:lnTo>
                  <a:pt x="3315481" y="1069997"/>
                </a:lnTo>
                <a:lnTo>
                  <a:pt x="3321374" y="1071741"/>
                </a:lnTo>
                <a:lnTo>
                  <a:pt x="3329645" y="1072912"/>
                </a:lnTo>
                <a:lnTo>
                  <a:pt x="3335604" y="1073157"/>
                </a:lnTo>
                <a:lnTo>
                  <a:pt x="3338973" y="1073028"/>
                </a:lnTo>
                <a:lnTo>
                  <a:pt x="3346582" y="1072636"/>
                </a:lnTo>
                <a:lnTo>
                  <a:pt x="3353666" y="1072354"/>
                </a:lnTo>
                <a:lnTo>
                  <a:pt x="3360353" y="1072255"/>
                </a:lnTo>
                <a:lnTo>
                  <a:pt x="3364618" y="1072200"/>
                </a:lnTo>
                <a:lnTo>
                  <a:pt x="3368227" y="1071688"/>
                </a:lnTo>
                <a:lnTo>
                  <a:pt x="3373244" y="1071248"/>
                </a:lnTo>
                <a:lnTo>
                  <a:pt x="3378413" y="1072639"/>
                </a:lnTo>
                <a:lnTo>
                  <a:pt x="3383555" y="1072932"/>
                </a:lnTo>
                <a:lnTo>
                  <a:pt x="3388484" y="1072359"/>
                </a:lnTo>
                <a:lnTo>
                  <a:pt x="3394787" y="1069119"/>
                </a:lnTo>
                <a:lnTo>
                  <a:pt x="3398818" y="1064638"/>
                </a:lnTo>
                <a:lnTo>
                  <a:pt x="3401504" y="1061669"/>
                </a:lnTo>
                <a:lnTo>
                  <a:pt x="3403246" y="1059301"/>
                </a:lnTo>
                <a:lnTo>
                  <a:pt x="3407929" y="1055292"/>
                </a:lnTo>
                <a:lnTo>
                  <a:pt x="3412766" y="1052459"/>
                </a:lnTo>
                <a:lnTo>
                  <a:pt x="3418315" y="1049139"/>
                </a:lnTo>
                <a:lnTo>
                  <a:pt x="3421563" y="1048235"/>
                </a:lnTo>
                <a:lnTo>
                  <a:pt x="3425190" y="1047758"/>
                </a:lnTo>
                <a:lnTo>
                  <a:pt x="3429928" y="1047448"/>
                </a:lnTo>
                <a:lnTo>
                  <a:pt x="3433892" y="1049555"/>
                </a:lnTo>
                <a:lnTo>
                  <a:pt x="3436905" y="1050978"/>
                </a:lnTo>
                <a:lnTo>
                  <a:pt x="3439561" y="1052067"/>
                </a:lnTo>
                <a:lnTo>
                  <a:pt x="3443136" y="1053395"/>
                </a:lnTo>
                <a:lnTo>
                  <a:pt x="3446031" y="1054383"/>
                </a:lnTo>
                <a:lnTo>
                  <a:pt x="3450284" y="1055864"/>
                </a:lnTo>
                <a:lnTo>
                  <a:pt x="3452041" y="1056562"/>
                </a:lnTo>
                <a:lnTo>
                  <a:pt x="3454105" y="1058217"/>
                </a:lnTo>
                <a:lnTo>
                  <a:pt x="3457526" y="1061902"/>
                </a:lnTo>
                <a:lnTo>
                  <a:pt x="3459460" y="1065650"/>
                </a:lnTo>
                <a:lnTo>
                  <a:pt x="3460643" y="1069870"/>
                </a:lnTo>
                <a:lnTo>
                  <a:pt x="3461001" y="1073551"/>
                </a:lnTo>
                <a:lnTo>
                  <a:pt x="3460372" y="1078034"/>
                </a:lnTo>
                <a:lnTo>
                  <a:pt x="3459343" y="1081057"/>
                </a:lnTo>
                <a:lnTo>
                  <a:pt x="3458204" y="1083469"/>
                </a:lnTo>
                <a:lnTo>
                  <a:pt x="3456212" y="1086038"/>
                </a:lnTo>
                <a:lnTo>
                  <a:pt x="3455333" y="1089975"/>
                </a:lnTo>
                <a:lnTo>
                  <a:pt x="3455707" y="1094952"/>
                </a:lnTo>
                <a:lnTo>
                  <a:pt x="3457178" y="1099102"/>
                </a:lnTo>
                <a:lnTo>
                  <a:pt x="3459026" y="1103201"/>
                </a:lnTo>
                <a:lnTo>
                  <a:pt x="3460734" y="1105737"/>
                </a:lnTo>
                <a:lnTo>
                  <a:pt x="3462155" y="1106767"/>
                </a:lnTo>
                <a:lnTo>
                  <a:pt x="3466184" y="1107248"/>
                </a:lnTo>
                <a:lnTo>
                  <a:pt x="3471567" y="1106257"/>
                </a:lnTo>
                <a:lnTo>
                  <a:pt x="3476887" y="1103722"/>
                </a:lnTo>
                <a:lnTo>
                  <a:pt x="3481846" y="1101154"/>
                </a:lnTo>
                <a:lnTo>
                  <a:pt x="3486927" y="1097876"/>
                </a:lnTo>
                <a:lnTo>
                  <a:pt x="3491437" y="1094482"/>
                </a:lnTo>
                <a:lnTo>
                  <a:pt x="3496838" y="1091169"/>
                </a:lnTo>
                <a:lnTo>
                  <a:pt x="3501976" y="1088310"/>
                </a:lnTo>
                <a:lnTo>
                  <a:pt x="3505688" y="1084683"/>
                </a:lnTo>
                <a:lnTo>
                  <a:pt x="3510509" y="1080611"/>
                </a:lnTo>
                <a:lnTo>
                  <a:pt x="3516304" y="1076075"/>
                </a:lnTo>
                <a:lnTo>
                  <a:pt x="3520658" y="1073339"/>
                </a:lnTo>
                <a:lnTo>
                  <a:pt x="3525522" y="1071942"/>
                </a:lnTo>
                <a:lnTo>
                  <a:pt x="3530768" y="1071477"/>
                </a:lnTo>
                <a:lnTo>
                  <a:pt x="3536767" y="1071421"/>
                </a:lnTo>
                <a:lnTo>
                  <a:pt x="3543235" y="1071738"/>
                </a:lnTo>
                <a:lnTo>
                  <a:pt x="3549285" y="1072199"/>
                </a:lnTo>
                <a:lnTo>
                  <a:pt x="3555530" y="1073260"/>
                </a:lnTo>
                <a:lnTo>
                  <a:pt x="3561265" y="1073770"/>
                </a:lnTo>
                <a:lnTo>
                  <a:pt x="3559062" y="1065677"/>
                </a:lnTo>
                <a:lnTo>
                  <a:pt x="3559083" y="1060258"/>
                </a:lnTo>
                <a:lnTo>
                  <a:pt x="3561156" y="1055383"/>
                </a:lnTo>
                <a:lnTo>
                  <a:pt x="3560222" y="1046270"/>
                </a:lnTo>
                <a:lnTo>
                  <a:pt x="3558282" y="1039735"/>
                </a:lnTo>
                <a:lnTo>
                  <a:pt x="3551166" y="1032794"/>
                </a:lnTo>
                <a:lnTo>
                  <a:pt x="3541748" y="1025626"/>
                </a:lnTo>
                <a:lnTo>
                  <a:pt x="3534192" y="1020067"/>
                </a:lnTo>
                <a:lnTo>
                  <a:pt x="3524104" y="1014914"/>
                </a:lnTo>
                <a:lnTo>
                  <a:pt x="3513278" y="1003874"/>
                </a:lnTo>
                <a:lnTo>
                  <a:pt x="3510004" y="989327"/>
                </a:lnTo>
                <a:lnTo>
                  <a:pt x="3504018" y="975549"/>
                </a:lnTo>
                <a:lnTo>
                  <a:pt x="3501558" y="967695"/>
                </a:lnTo>
                <a:lnTo>
                  <a:pt x="3499906" y="960209"/>
                </a:lnTo>
                <a:lnTo>
                  <a:pt x="3501520" y="949976"/>
                </a:lnTo>
                <a:lnTo>
                  <a:pt x="3496834" y="941233"/>
                </a:lnTo>
                <a:lnTo>
                  <a:pt x="3484867" y="934906"/>
                </a:lnTo>
                <a:lnTo>
                  <a:pt x="3456516" y="928367"/>
                </a:lnTo>
                <a:lnTo>
                  <a:pt x="3456448" y="928287"/>
                </a:lnTo>
                <a:lnTo>
                  <a:pt x="3454745" y="925203"/>
                </a:lnTo>
                <a:lnTo>
                  <a:pt x="3447862" y="915885"/>
                </a:lnTo>
                <a:lnTo>
                  <a:pt x="3435329" y="915502"/>
                </a:lnTo>
                <a:lnTo>
                  <a:pt x="3420695" y="911602"/>
                </a:lnTo>
                <a:lnTo>
                  <a:pt x="3420470" y="898082"/>
                </a:lnTo>
                <a:lnTo>
                  <a:pt x="3428711" y="876853"/>
                </a:lnTo>
                <a:lnTo>
                  <a:pt x="3432214" y="861391"/>
                </a:lnTo>
                <a:lnTo>
                  <a:pt x="3433186" y="854259"/>
                </a:lnTo>
                <a:lnTo>
                  <a:pt x="3434876" y="847477"/>
                </a:lnTo>
                <a:lnTo>
                  <a:pt x="3433858" y="830777"/>
                </a:lnTo>
                <a:lnTo>
                  <a:pt x="3440479" y="819195"/>
                </a:lnTo>
                <a:lnTo>
                  <a:pt x="3446889" y="808750"/>
                </a:lnTo>
                <a:lnTo>
                  <a:pt x="3434657" y="799781"/>
                </a:lnTo>
                <a:lnTo>
                  <a:pt x="3424236" y="800631"/>
                </a:lnTo>
                <a:lnTo>
                  <a:pt x="3412307" y="799091"/>
                </a:lnTo>
                <a:lnTo>
                  <a:pt x="3407043" y="786123"/>
                </a:lnTo>
                <a:lnTo>
                  <a:pt x="3401449" y="764084"/>
                </a:lnTo>
                <a:lnTo>
                  <a:pt x="3395441" y="744371"/>
                </a:lnTo>
                <a:lnTo>
                  <a:pt x="3385670" y="726116"/>
                </a:lnTo>
                <a:lnTo>
                  <a:pt x="3383392" y="708116"/>
                </a:lnTo>
                <a:lnTo>
                  <a:pt x="3368745" y="688200"/>
                </a:lnTo>
                <a:lnTo>
                  <a:pt x="3359714" y="676751"/>
                </a:lnTo>
                <a:lnTo>
                  <a:pt x="3356845" y="671460"/>
                </a:lnTo>
                <a:lnTo>
                  <a:pt x="3352170" y="663664"/>
                </a:lnTo>
                <a:lnTo>
                  <a:pt x="3349213" y="642628"/>
                </a:lnTo>
                <a:lnTo>
                  <a:pt x="3346976" y="629994"/>
                </a:lnTo>
                <a:lnTo>
                  <a:pt x="3330625" y="616287"/>
                </a:lnTo>
                <a:lnTo>
                  <a:pt x="3324268" y="603088"/>
                </a:lnTo>
                <a:lnTo>
                  <a:pt x="3315198" y="586352"/>
                </a:lnTo>
                <a:lnTo>
                  <a:pt x="3306069" y="571891"/>
                </a:lnTo>
                <a:lnTo>
                  <a:pt x="3308363" y="569050"/>
                </a:lnTo>
                <a:lnTo>
                  <a:pt x="3310017" y="567855"/>
                </a:lnTo>
                <a:lnTo>
                  <a:pt x="3317116" y="563868"/>
                </a:lnTo>
                <a:lnTo>
                  <a:pt x="3326150" y="564897"/>
                </a:lnTo>
                <a:lnTo>
                  <a:pt x="3333583" y="565578"/>
                </a:lnTo>
                <a:lnTo>
                  <a:pt x="3341264" y="562168"/>
                </a:lnTo>
                <a:lnTo>
                  <a:pt x="3354578" y="563607"/>
                </a:lnTo>
                <a:lnTo>
                  <a:pt x="3362777" y="564725"/>
                </a:lnTo>
                <a:lnTo>
                  <a:pt x="3369115" y="555763"/>
                </a:lnTo>
                <a:lnTo>
                  <a:pt x="3368596" y="529816"/>
                </a:lnTo>
                <a:lnTo>
                  <a:pt x="3370830" y="514374"/>
                </a:lnTo>
                <a:lnTo>
                  <a:pt x="3368796" y="499394"/>
                </a:lnTo>
                <a:lnTo>
                  <a:pt x="3371381" y="492133"/>
                </a:lnTo>
                <a:lnTo>
                  <a:pt x="3375980" y="487199"/>
                </a:lnTo>
                <a:lnTo>
                  <a:pt x="3393881" y="491915"/>
                </a:lnTo>
                <a:lnTo>
                  <a:pt x="3406436" y="497571"/>
                </a:lnTo>
                <a:lnTo>
                  <a:pt x="3414333" y="500049"/>
                </a:lnTo>
                <a:lnTo>
                  <a:pt x="3426886" y="505831"/>
                </a:lnTo>
                <a:lnTo>
                  <a:pt x="3423607" y="496499"/>
                </a:lnTo>
                <a:lnTo>
                  <a:pt x="3419788" y="490673"/>
                </a:lnTo>
                <a:lnTo>
                  <a:pt x="3410317" y="481886"/>
                </a:lnTo>
                <a:lnTo>
                  <a:pt x="3402467" y="477221"/>
                </a:lnTo>
                <a:lnTo>
                  <a:pt x="3398532" y="474774"/>
                </a:lnTo>
                <a:lnTo>
                  <a:pt x="3387129" y="465770"/>
                </a:lnTo>
                <a:lnTo>
                  <a:pt x="3367867" y="451880"/>
                </a:lnTo>
                <a:lnTo>
                  <a:pt x="3352944" y="440371"/>
                </a:lnTo>
                <a:lnTo>
                  <a:pt x="3320496" y="419860"/>
                </a:lnTo>
                <a:lnTo>
                  <a:pt x="3306219" y="415549"/>
                </a:lnTo>
                <a:lnTo>
                  <a:pt x="3294435" y="413512"/>
                </a:lnTo>
                <a:lnTo>
                  <a:pt x="3274111" y="415931"/>
                </a:lnTo>
                <a:lnTo>
                  <a:pt x="3261003" y="417319"/>
                </a:lnTo>
                <a:lnTo>
                  <a:pt x="3251119" y="419444"/>
                </a:lnTo>
                <a:lnTo>
                  <a:pt x="3243452" y="419095"/>
                </a:lnTo>
                <a:lnTo>
                  <a:pt x="3234852" y="418023"/>
                </a:lnTo>
                <a:lnTo>
                  <a:pt x="3225776" y="415280"/>
                </a:lnTo>
                <a:lnTo>
                  <a:pt x="3210940" y="408811"/>
                </a:lnTo>
                <a:lnTo>
                  <a:pt x="3198921" y="406105"/>
                </a:lnTo>
                <a:lnTo>
                  <a:pt x="3191039" y="403849"/>
                </a:lnTo>
                <a:lnTo>
                  <a:pt x="3187225" y="385438"/>
                </a:lnTo>
                <a:lnTo>
                  <a:pt x="3185577" y="378506"/>
                </a:lnTo>
                <a:lnTo>
                  <a:pt x="3182042" y="372757"/>
                </a:lnTo>
                <a:lnTo>
                  <a:pt x="3170388" y="361729"/>
                </a:lnTo>
                <a:lnTo>
                  <a:pt x="3168724" y="350173"/>
                </a:lnTo>
                <a:lnTo>
                  <a:pt x="3164336" y="340090"/>
                </a:lnTo>
                <a:lnTo>
                  <a:pt x="3156124" y="324525"/>
                </a:lnTo>
                <a:lnTo>
                  <a:pt x="3164922" y="311901"/>
                </a:lnTo>
                <a:lnTo>
                  <a:pt x="3173722" y="277624"/>
                </a:lnTo>
                <a:lnTo>
                  <a:pt x="3169419" y="259687"/>
                </a:lnTo>
                <a:lnTo>
                  <a:pt x="3164931" y="249382"/>
                </a:lnTo>
                <a:lnTo>
                  <a:pt x="3158470" y="239054"/>
                </a:lnTo>
                <a:lnTo>
                  <a:pt x="3148058" y="218681"/>
                </a:lnTo>
                <a:lnTo>
                  <a:pt x="3140104" y="215584"/>
                </a:lnTo>
                <a:lnTo>
                  <a:pt x="3119163" y="209994"/>
                </a:lnTo>
                <a:lnTo>
                  <a:pt x="3103582" y="180638"/>
                </a:lnTo>
                <a:lnTo>
                  <a:pt x="3095110" y="167949"/>
                </a:lnTo>
              </a:path>
            </a:pathLst>
          </a:custGeom>
          <a:noFill/>
          <a:ln w="44450">
            <a:solidFill>
              <a:srgbClr val="FFFFFF"/>
            </a:solidFill>
          </a:ln>
        </p:spPr>
        <p:txBody>
          <a:bodyPr rtlCol="0" anchor="ctr"/>
          <a:lstStyle/>
          <a:p>
            <a:pPr algn="ctr"/>
          </a:p>
        </p:txBody>
      </p:sp>
      <p:sp>
        <p:nvSpPr>
          <p:cNvPr id="8" name="Freeform 7"/>
          <p:cNvSpPr/>
          <p:nvPr/>
        </p:nvSpPr>
        <p:spPr>
          <a:xfrm>
            <a:off x="1198834" y="2242854"/>
            <a:ext cx="3561265" cy="1446098"/>
          </a:xfrm>
          <a:custGeom>
            <a:avLst/>
            <a:gdLst/>
            <a:ahLst/>
            <a:cxnLst/>
            <a:rect l="l" t="t" r="r" b="b"/>
            <a:pathLst>
              <a:path w="3561265" h="1446098">
                <a:moveTo>
                  <a:pt x="3095110" y="167949"/>
                </a:moveTo>
                <a:lnTo>
                  <a:pt x="3073127" y="165977"/>
                </a:lnTo>
                <a:lnTo>
                  <a:pt x="3057799" y="163302"/>
                </a:lnTo>
                <a:lnTo>
                  <a:pt x="3043823" y="140876"/>
                </a:lnTo>
                <a:lnTo>
                  <a:pt x="3028878" y="133285"/>
                </a:lnTo>
                <a:lnTo>
                  <a:pt x="3015997" y="125819"/>
                </a:lnTo>
                <a:lnTo>
                  <a:pt x="3008057" y="123690"/>
                </a:lnTo>
                <a:lnTo>
                  <a:pt x="3001790" y="117701"/>
                </a:lnTo>
                <a:lnTo>
                  <a:pt x="2994407" y="109460"/>
                </a:lnTo>
                <a:lnTo>
                  <a:pt x="2976767" y="103434"/>
                </a:lnTo>
                <a:lnTo>
                  <a:pt x="2973535" y="99006"/>
                </a:lnTo>
                <a:lnTo>
                  <a:pt x="2967691" y="89243"/>
                </a:lnTo>
                <a:lnTo>
                  <a:pt x="2942186" y="86669"/>
                </a:lnTo>
                <a:lnTo>
                  <a:pt x="2934313" y="87726"/>
                </a:lnTo>
                <a:lnTo>
                  <a:pt x="2927291" y="90243"/>
                </a:lnTo>
                <a:lnTo>
                  <a:pt x="2923389" y="103122"/>
                </a:lnTo>
                <a:lnTo>
                  <a:pt x="2919520" y="107654"/>
                </a:lnTo>
                <a:lnTo>
                  <a:pt x="2915919" y="112047"/>
                </a:lnTo>
                <a:lnTo>
                  <a:pt x="2910877" y="117721"/>
                </a:lnTo>
                <a:lnTo>
                  <a:pt x="2902582" y="118584"/>
                </a:lnTo>
                <a:lnTo>
                  <a:pt x="2893158" y="116055"/>
                </a:lnTo>
                <a:lnTo>
                  <a:pt x="2886031" y="112334"/>
                </a:lnTo>
                <a:lnTo>
                  <a:pt x="2878591" y="111124"/>
                </a:lnTo>
                <a:lnTo>
                  <a:pt x="2869211" y="109728"/>
                </a:lnTo>
                <a:lnTo>
                  <a:pt x="2858261" y="111406"/>
                </a:lnTo>
                <a:lnTo>
                  <a:pt x="2848362" y="111491"/>
                </a:lnTo>
                <a:lnTo>
                  <a:pt x="2839869" y="111827"/>
                </a:lnTo>
                <a:lnTo>
                  <a:pt x="2823590" y="110864"/>
                </a:lnTo>
                <a:lnTo>
                  <a:pt x="2816407" y="114287"/>
                </a:lnTo>
                <a:lnTo>
                  <a:pt x="2806905" y="121191"/>
                </a:lnTo>
                <a:lnTo>
                  <a:pt x="2783886" y="120651"/>
                </a:lnTo>
                <a:lnTo>
                  <a:pt x="2776996" y="115977"/>
                </a:lnTo>
                <a:lnTo>
                  <a:pt x="2770306" y="114216"/>
                </a:lnTo>
                <a:lnTo>
                  <a:pt x="2758398" y="115387"/>
                </a:lnTo>
                <a:lnTo>
                  <a:pt x="2752423" y="113409"/>
                </a:lnTo>
                <a:lnTo>
                  <a:pt x="2747168" y="109558"/>
                </a:lnTo>
                <a:lnTo>
                  <a:pt x="2741702" y="114464"/>
                </a:lnTo>
                <a:lnTo>
                  <a:pt x="2734334" y="122667"/>
                </a:lnTo>
                <a:lnTo>
                  <a:pt x="2729228" y="129114"/>
                </a:lnTo>
                <a:lnTo>
                  <a:pt x="2727773" y="131419"/>
                </a:lnTo>
                <a:lnTo>
                  <a:pt x="2725668" y="136216"/>
                </a:lnTo>
                <a:lnTo>
                  <a:pt x="2722443" y="140976"/>
                </a:lnTo>
                <a:lnTo>
                  <a:pt x="2719656" y="144875"/>
                </a:lnTo>
                <a:lnTo>
                  <a:pt x="2714271" y="147141"/>
                </a:lnTo>
                <a:lnTo>
                  <a:pt x="2710671" y="148860"/>
                </a:lnTo>
                <a:lnTo>
                  <a:pt x="2705441" y="154286"/>
                </a:lnTo>
                <a:lnTo>
                  <a:pt x="2703864" y="158199"/>
                </a:lnTo>
                <a:lnTo>
                  <a:pt x="2702914" y="159554"/>
                </a:lnTo>
                <a:lnTo>
                  <a:pt x="2698807" y="161593"/>
                </a:lnTo>
                <a:lnTo>
                  <a:pt x="2697181" y="163021"/>
                </a:lnTo>
                <a:lnTo>
                  <a:pt x="2695206" y="164951"/>
                </a:lnTo>
                <a:lnTo>
                  <a:pt x="2692743" y="167043"/>
                </a:lnTo>
                <a:lnTo>
                  <a:pt x="2687717" y="168966"/>
                </a:lnTo>
                <a:lnTo>
                  <a:pt x="2683051" y="171545"/>
                </a:lnTo>
                <a:lnTo>
                  <a:pt x="2680764" y="175605"/>
                </a:lnTo>
                <a:lnTo>
                  <a:pt x="2680289" y="179462"/>
                </a:lnTo>
                <a:lnTo>
                  <a:pt x="2678704" y="183428"/>
                </a:lnTo>
                <a:lnTo>
                  <a:pt x="2669019" y="186600"/>
                </a:lnTo>
                <a:lnTo>
                  <a:pt x="2664355" y="188571"/>
                </a:lnTo>
                <a:lnTo>
                  <a:pt x="2659339" y="191823"/>
                </a:lnTo>
                <a:lnTo>
                  <a:pt x="2645444" y="192611"/>
                </a:lnTo>
                <a:lnTo>
                  <a:pt x="2638188" y="193227"/>
                </a:lnTo>
                <a:lnTo>
                  <a:pt x="2632567" y="196881"/>
                </a:lnTo>
                <a:lnTo>
                  <a:pt x="2624889" y="204866"/>
                </a:lnTo>
                <a:lnTo>
                  <a:pt x="2621435" y="212266"/>
                </a:lnTo>
                <a:lnTo>
                  <a:pt x="2621071" y="213763"/>
                </a:lnTo>
                <a:lnTo>
                  <a:pt x="2616448" y="217008"/>
                </a:lnTo>
                <a:lnTo>
                  <a:pt x="2608939" y="220378"/>
                </a:lnTo>
                <a:lnTo>
                  <a:pt x="2603429" y="222726"/>
                </a:lnTo>
                <a:lnTo>
                  <a:pt x="2593846" y="227016"/>
                </a:lnTo>
                <a:lnTo>
                  <a:pt x="2589601" y="229886"/>
                </a:lnTo>
                <a:lnTo>
                  <a:pt x="2584151" y="231095"/>
                </a:lnTo>
                <a:lnTo>
                  <a:pt x="2573917" y="231544"/>
                </a:lnTo>
                <a:lnTo>
                  <a:pt x="2564172" y="236819"/>
                </a:lnTo>
                <a:lnTo>
                  <a:pt x="2560602" y="244627"/>
                </a:lnTo>
                <a:lnTo>
                  <a:pt x="2559600" y="245809"/>
                </a:lnTo>
                <a:lnTo>
                  <a:pt x="2557348" y="245448"/>
                </a:lnTo>
                <a:lnTo>
                  <a:pt x="2554295" y="248152"/>
                </a:lnTo>
                <a:lnTo>
                  <a:pt x="2551558" y="249908"/>
                </a:lnTo>
                <a:lnTo>
                  <a:pt x="2546337" y="251891"/>
                </a:lnTo>
                <a:lnTo>
                  <a:pt x="2538564" y="253468"/>
                </a:lnTo>
                <a:lnTo>
                  <a:pt x="2535393" y="254269"/>
                </a:lnTo>
                <a:lnTo>
                  <a:pt x="2531917" y="255733"/>
                </a:lnTo>
                <a:lnTo>
                  <a:pt x="2529715" y="257423"/>
                </a:lnTo>
                <a:lnTo>
                  <a:pt x="2526119" y="259286"/>
                </a:lnTo>
                <a:lnTo>
                  <a:pt x="2522217" y="260553"/>
                </a:lnTo>
                <a:lnTo>
                  <a:pt x="2517204" y="259541"/>
                </a:lnTo>
                <a:lnTo>
                  <a:pt x="2506157" y="253832"/>
                </a:lnTo>
                <a:lnTo>
                  <a:pt x="2501696" y="251453"/>
                </a:lnTo>
                <a:lnTo>
                  <a:pt x="2496358" y="251166"/>
                </a:lnTo>
                <a:lnTo>
                  <a:pt x="2480250" y="250812"/>
                </a:lnTo>
                <a:lnTo>
                  <a:pt x="2468648" y="250128"/>
                </a:lnTo>
                <a:lnTo>
                  <a:pt x="2460504" y="248182"/>
                </a:lnTo>
                <a:lnTo>
                  <a:pt x="2455453" y="244955"/>
                </a:lnTo>
                <a:lnTo>
                  <a:pt x="2451312" y="243374"/>
                </a:lnTo>
                <a:lnTo>
                  <a:pt x="2443286" y="244615"/>
                </a:lnTo>
                <a:lnTo>
                  <a:pt x="2434863" y="245262"/>
                </a:lnTo>
                <a:lnTo>
                  <a:pt x="2421652" y="244427"/>
                </a:lnTo>
                <a:lnTo>
                  <a:pt x="2416393" y="242184"/>
                </a:lnTo>
                <a:lnTo>
                  <a:pt x="2413504" y="239634"/>
                </a:lnTo>
                <a:lnTo>
                  <a:pt x="2411530" y="237372"/>
                </a:lnTo>
                <a:lnTo>
                  <a:pt x="2408685" y="233725"/>
                </a:lnTo>
                <a:lnTo>
                  <a:pt x="2406670" y="231625"/>
                </a:lnTo>
                <a:lnTo>
                  <a:pt x="2403535" y="228751"/>
                </a:lnTo>
                <a:lnTo>
                  <a:pt x="2399534" y="226105"/>
                </a:lnTo>
                <a:lnTo>
                  <a:pt x="2395227" y="224665"/>
                </a:lnTo>
                <a:lnTo>
                  <a:pt x="2391829" y="223726"/>
                </a:lnTo>
                <a:lnTo>
                  <a:pt x="2385896" y="223863"/>
                </a:lnTo>
                <a:lnTo>
                  <a:pt x="2380870" y="223913"/>
                </a:lnTo>
                <a:lnTo>
                  <a:pt x="2378288" y="224659"/>
                </a:lnTo>
                <a:lnTo>
                  <a:pt x="2375910" y="227813"/>
                </a:lnTo>
                <a:lnTo>
                  <a:pt x="2371712" y="232040"/>
                </a:lnTo>
                <a:lnTo>
                  <a:pt x="2368143" y="234919"/>
                </a:lnTo>
                <a:lnTo>
                  <a:pt x="2366003" y="236184"/>
                </a:lnTo>
                <a:lnTo>
                  <a:pt x="2360960" y="236733"/>
                </a:lnTo>
                <a:lnTo>
                  <a:pt x="2355928" y="236881"/>
                </a:lnTo>
                <a:lnTo>
                  <a:pt x="2350582" y="236910"/>
                </a:lnTo>
                <a:lnTo>
                  <a:pt x="2345515" y="235190"/>
                </a:lnTo>
                <a:lnTo>
                  <a:pt x="2339003" y="234262"/>
                </a:lnTo>
                <a:lnTo>
                  <a:pt x="2332806" y="235934"/>
                </a:lnTo>
                <a:lnTo>
                  <a:pt x="2323414" y="240349"/>
                </a:lnTo>
                <a:lnTo>
                  <a:pt x="2315634" y="242876"/>
                </a:lnTo>
                <a:lnTo>
                  <a:pt x="2311618" y="242494"/>
                </a:lnTo>
                <a:lnTo>
                  <a:pt x="2306022" y="241491"/>
                </a:lnTo>
                <a:lnTo>
                  <a:pt x="2300300" y="243418"/>
                </a:lnTo>
                <a:lnTo>
                  <a:pt x="2294417" y="245235"/>
                </a:lnTo>
                <a:lnTo>
                  <a:pt x="2291235" y="246835"/>
                </a:lnTo>
                <a:lnTo>
                  <a:pt x="2286527" y="249611"/>
                </a:lnTo>
                <a:lnTo>
                  <a:pt x="2278838" y="249533"/>
                </a:lnTo>
                <a:lnTo>
                  <a:pt x="2276141" y="250835"/>
                </a:lnTo>
                <a:lnTo>
                  <a:pt x="2274660" y="254285"/>
                </a:lnTo>
                <a:lnTo>
                  <a:pt x="2269148" y="261569"/>
                </a:lnTo>
                <a:lnTo>
                  <a:pt x="2263099" y="264290"/>
                </a:lnTo>
                <a:lnTo>
                  <a:pt x="2260845" y="262262"/>
                </a:lnTo>
                <a:lnTo>
                  <a:pt x="2255196" y="260170"/>
                </a:lnTo>
                <a:lnTo>
                  <a:pt x="2250983" y="260685"/>
                </a:lnTo>
                <a:lnTo>
                  <a:pt x="2244293" y="265346"/>
                </a:lnTo>
                <a:lnTo>
                  <a:pt x="2239588" y="268511"/>
                </a:lnTo>
                <a:lnTo>
                  <a:pt x="2234710" y="271611"/>
                </a:lnTo>
                <a:lnTo>
                  <a:pt x="2229756" y="273573"/>
                </a:lnTo>
                <a:lnTo>
                  <a:pt x="2225836" y="272288"/>
                </a:lnTo>
                <a:lnTo>
                  <a:pt x="2220865" y="270722"/>
                </a:lnTo>
                <a:lnTo>
                  <a:pt x="2218589" y="272129"/>
                </a:lnTo>
                <a:lnTo>
                  <a:pt x="2214054" y="273075"/>
                </a:lnTo>
                <a:lnTo>
                  <a:pt x="2210297" y="273229"/>
                </a:lnTo>
                <a:lnTo>
                  <a:pt x="2206098" y="272462"/>
                </a:lnTo>
                <a:lnTo>
                  <a:pt x="2199508" y="270284"/>
                </a:lnTo>
                <a:lnTo>
                  <a:pt x="2196506" y="268321"/>
                </a:lnTo>
                <a:lnTo>
                  <a:pt x="2193083" y="267171"/>
                </a:lnTo>
                <a:lnTo>
                  <a:pt x="2188519" y="266314"/>
                </a:lnTo>
                <a:lnTo>
                  <a:pt x="2182199" y="264489"/>
                </a:lnTo>
                <a:lnTo>
                  <a:pt x="2176846" y="263128"/>
                </a:lnTo>
                <a:lnTo>
                  <a:pt x="2172627" y="263697"/>
                </a:lnTo>
                <a:lnTo>
                  <a:pt x="2168747" y="265662"/>
                </a:lnTo>
                <a:lnTo>
                  <a:pt x="2167104" y="264502"/>
                </a:lnTo>
                <a:lnTo>
                  <a:pt x="2161680" y="263520"/>
                </a:lnTo>
                <a:lnTo>
                  <a:pt x="2156119" y="262841"/>
                </a:lnTo>
                <a:lnTo>
                  <a:pt x="2153058" y="263017"/>
                </a:lnTo>
                <a:lnTo>
                  <a:pt x="2147103" y="261994"/>
                </a:lnTo>
                <a:lnTo>
                  <a:pt x="2143644" y="260910"/>
                </a:lnTo>
                <a:lnTo>
                  <a:pt x="2134353" y="258985"/>
                </a:lnTo>
                <a:lnTo>
                  <a:pt x="2126213" y="257367"/>
                </a:lnTo>
                <a:lnTo>
                  <a:pt x="2119300" y="255477"/>
                </a:lnTo>
                <a:lnTo>
                  <a:pt x="2112983" y="252181"/>
                </a:lnTo>
                <a:lnTo>
                  <a:pt x="2108732" y="249535"/>
                </a:lnTo>
                <a:lnTo>
                  <a:pt x="2105706" y="247895"/>
                </a:lnTo>
                <a:lnTo>
                  <a:pt x="2099649" y="244594"/>
                </a:lnTo>
                <a:lnTo>
                  <a:pt x="2097563" y="240577"/>
                </a:lnTo>
                <a:lnTo>
                  <a:pt x="2096742" y="236451"/>
                </a:lnTo>
                <a:lnTo>
                  <a:pt x="2094647" y="230011"/>
                </a:lnTo>
                <a:lnTo>
                  <a:pt x="2092299" y="227558"/>
                </a:lnTo>
                <a:lnTo>
                  <a:pt x="2088347" y="225980"/>
                </a:lnTo>
                <a:lnTo>
                  <a:pt x="2084984" y="226058"/>
                </a:lnTo>
                <a:lnTo>
                  <a:pt x="2081069" y="225819"/>
                </a:lnTo>
                <a:lnTo>
                  <a:pt x="2074539" y="224204"/>
                </a:lnTo>
                <a:lnTo>
                  <a:pt x="2070047" y="225249"/>
                </a:lnTo>
                <a:lnTo>
                  <a:pt x="2067453" y="229262"/>
                </a:lnTo>
                <a:lnTo>
                  <a:pt x="2065664" y="234724"/>
                </a:lnTo>
                <a:lnTo>
                  <a:pt x="2064165" y="239967"/>
                </a:lnTo>
                <a:lnTo>
                  <a:pt x="2060762" y="243040"/>
                </a:lnTo>
                <a:lnTo>
                  <a:pt x="2053807" y="244623"/>
                </a:lnTo>
                <a:lnTo>
                  <a:pt x="2046911" y="242615"/>
                </a:lnTo>
                <a:lnTo>
                  <a:pt x="2045041" y="240737"/>
                </a:lnTo>
                <a:lnTo>
                  <a:pt x="2043587" y="240141"/>
                </a:lnTo>
                <a:lnTo>
                  <a:pt x="2038475" y="238594"/>
                </a:lnTo>
                <a:lnTo>
                  <a:pt x="2035585" y="238399"/>
                </a:lnTo>
                <a:lnTo>
                  <a:pt x="2029967" y="238032"/>
                </a:lnTo>
                <a:lnTo>
                  <a:pt x="2027287" y="236079"/>
                </a:lnTo>
                <a:lnTo>
                  <a:pt x="2024671" y="234203"/>
                </a:lnTo>
                <a:lnTo>
                  <a:pt x="2022240" y="231600"/>
                </a:lnTo>
                <a:lnTo>
                  <a:pt x="2021686" y="231148"/>
                </a:lnTo>
                <a:lnTo>
                  <a:pt x="2020276" y="230072"/>
                </a:lnTo>
                <a:lnTo>
                  <a:pt x="2017624" y="228784"/>
                </a:lnTo>
                <a:lnTo>
                  <a:pt x="2014377" y="227813"/>
                </a:lnTo>
                <a:lnTo>
                  <a:pt x="2011535" y="226752"/>
                </a:lnTo>
                <a:lnTo>
                  <a:pt x="2009476" y="226077"/>
                </a:lnTo>
                <a:lnTo>
                  <a:pt x="2007542" y="224444"/>
                </a:lnTo>
                <a:lnTo>
                  <a:pt x="2005723" y="222753"/>
                </a:lnTo>
                <a:lnTo>
                  <a:pt x="2003685" y="220734"/>
                </a:lnTo>
                <a:lnTo>
                  <a:pt x="2001381" y="219984"/>
                </a:lnTo>
                <a:lnTo>
                  <a:pt x="1999292" y="220176"/>
                </a:lnTo>
                <a:lnTo>
                  <a:pt x="1996402" y="220626"/>
                </a:lnTo>
                <a:lnTo>
                  <a:pt x="1990565" y="220481"/>
                </a:lnTo>
                <a:lnTo>
                  <a:pt x="1987440" y="221030"/>
                </a:lnTo>
                <a:lnTo>
                  <a:pt x="1984646" y="221862"/>
                </a:lnTo>
                <a:lnTo>
                  <a:pt x="1980288" y="221738"/>
                </a:lnTo>
                <a:lnTo>
                  <a:pt x="1974783" y="218295"/>
                </a:lnTo>
                <a:lnTo>
                  <a:pt x="1965771" y="215073"/>
                </a:lnTo>
                <a:lnTo>
                  <a:pt x="1957702" y="209364"/>
                </a:lnTo>
                <a:lnTo>
                  <a:pt x="1953200" y="204637"/>
                </a:lnTo>
                <a:lnTo>
                  <a:pt x="1953258" y="200284"/>
                </a:lnTo>
                <a:lnTo>
                  <a:pt x="1947661" y="194736"/>
                </a:lnTo>
                <a:lnTo>
                  <a:pt x="1941451" y="191495"/>
                </a:lnTo>
                <a:lnTo>
                  <a:pt x="1938595" y="188032"/>
                </a:lnTo>
                <a:lnTo>
                  <a:pt x="1933769" y="185595"/>
                </a:lnTo>
                <a:lnTo>
                  <a:pt x="1929251" y="184278"/>
                </a:lnTo>
                <a:lnTo>
                  <a:pt x="1924799" y="182246"/>
                </a:lnTo>
                <a:lnTo>
                  <a:pt x="1917701" y="176848"/>
                </a:lnTo>
                <a:lnTo>
                  <a:pt x="1911977" y="176302"/>
                </a:lnTo>
                <a:lnTo>
                  <a:pt x="1896525" y="172527"/>
                </a:lnTo>
                <a:lnTo>
                  <a:pt x="1891371" y="170639"/>
                </a:lnTo>
                <a:lnTo>
                  <a:pt x="1886321" y="170733"/>
                </a:lnTo>
                <a:lnTo>
                  <a:pt x="1880067" y="171167"/>
                </a:lnTo>
                <a:lnTo>
                  <a:pt x="1877574" y="173167"/>
                </a:lnTo>
                <a:lnTo>
                  <a:pt x="1875318" y="176417"/>
                </a:lnTo>
                <a:lnTo>
                  <a:pt x="1871769" y="182036"/>
                </a:lnTo>
                <a:lnTo>
                  <a:pt x="1864609" y="190604"/>
                </a:lnTo>
                <a:lnTo>
                  <a:pt x="1857189" y="195955"/>
                </a:lnTo>
                <a:lnTo>
                  <a:pt x="1849577" y="197608"/>
                </a:lnTo>
                <a:lnTo>
                  <a:pt x="1840890" y="193779"/>
                </a:lnTo>
                <a:lnTo>
                  <a:pt x="1836787" y="191290"/>
                </a:lnTo>
                <a:lnTo>
                  <a:pt x="1831756" y="188556"/>
                </a:lnTo>
                <a:lnTo>
                  <a:pt x="1827071" y="183732"/>
                </a:lnTo>
                <a:lnTo>
                  <a:pt x="1820260" y="176651"/>
                </a:lnTo>
                <a:lnTo>
                  <a:pt x="1814668" y="171702"/>
                </a:lnTo>
                <a:lnTo>
                  <a:pt x="1807160" y="166177"/>
                </a:lnTo>
                <a:lnTo>
                  <a:pt x="1800388" y="158424"/>
                </a:lnTo>
                <a:lnTo>
                  <a:pt x="1795039" y="151041"/>
                </a:lnTo>
                <a:lnTo>
                  <a:pt x="1787162" y="140896"/>
                </a:lnTo>
                <a:lnTo>
                  <a:pt x="1785424" y="134746"/>
                </a:lnTo>
                <a:lnTo>
                  <a:pt x="1785918" y="128377"/>
                </a:lnTo>
                <a:lnTo>
                  <a:pt x="1785961" y="118027"/>
                </a:lnTo>
                <a:lnTo>
                  <a:pt x="1784349" y="113115"/>
                </a:lnTo>
                <a:lnTo>
                  <a:pt x="1779769" y="108828"/>
                </a:lnTo>
                <a:lnTo>
                  <a:pt x="1772887" y="101840"/>
                </a:lnTo>
                <a:lnTo>
                  <a:pt x="1770691" y="98476"/>
                </a:lnTo>
                <a:lnTo>
                  <a:pt x="1768105" y="95234"/>
                </a:lnTo>
                <a:lnTo>
                  <a:pt x="1765913" y="93433"/>
                </a:lnTo>
                <a:lnTo>
                  <a:pt x="1762653" y="92055"/>
                </a:lnTo>
                <a:lnTo>
                  <a:pt x="1757815" y="90613"/>
                </a:lnTo>
                <a:lnTo>
                  <a:pt x="1752142" y="89016"/>
                </a:lnTo>
                <a:lnTo>
                  <a:pt x="1749571" y="89562"/>
                </a:lnTo>
                <a:lnTo>
                  <a:pt x="1745220" y="91366"/>
                </a:lnTo>
                <a:lnTo>
                  <a:pt x="1740206" y="94887"/>
                </a:lnTo>
                <a:lnTo>
                  <a:pt x="1736528" y="96085"/>
                </a:lnTo>
                <a:lnTo>
                  <a:pt x="1731114" y="96671"/>
                </a:lnTo>
                <a:lnTo>
                  <a:pt x="1726998" y="98473"/>
                </a:lnTo>
                <a:lnTo>
                  <a:pt x="1724373" y="100723"/>
                </a:lnTo>
                <a:lnTo>
                  <a:pt x="1720270" y="104131"/>
                </a:lnTo>
                <a:lnTo>
                  <a:pt x="1715810" y="103714"/>
                </a:lnTo>
                <a:lnTo>
                  <a:pt x="1711862" y="104471"/>
                </a:lnTo>
                <a:lnTo>
                  <a:pt x="1709887" y="105714"/>
                </a:lnTo>
                <a:lnTo>
                  <a:pt x="1705933" y="107982"/>
                </a:lnTo>
                <a:lnTo>
                  <a:pt x="1702059" y="109158"/>
                </a:lnTo>
                <a:lnTo>
                  <a:pt x="1696973" y="111017"/>
                </a:lnTo>
                <a:lnTo>
                  <a:pt x="1693127" y="110646"/>
                </a:lnTo>
                <a:lnTo>
                  <a:pt x="1687136" y="110925"/>
                </a:lnTo>
                <a:lnTo>
                  <a:pt x="1683112" y="111523"/>
                </a:lnTo>
                <a:lnTo>
                  <a:pt x="1680316" y="111875"/>
                </a:lnTo>
                <a:lnTo>
                  <a:pt x="1676460" y="110758"/>
                </a:lnTo>
                <a:lnTo>
                  <a:pt x="1670745" y="108227"/>
                </a:lnTo>
                <a:lnTo>
                  <a:pt x="1661087" y="104478"/>
                </a:lnTo>
                <a:lnTo>
                  <a:pt x="1653368" y="101246"/>
                </a:lnTo>
                <a:lnTo>
                  <a:pt x="1646777" y="97412"/>
                </a:lnTo>
                <a:lnTo>
                  <a:pt x="1642388" y="95357"/>
                </a:lnTo>
                <a:lnTo>
                  <a:pt x="1635522" y="92049"/>
                </a:lnTo>
                <a:lnTo>
                  <a:pt x="1626328" y="85635"/>
                </a:lnTo>
                <a:lnTo>
                  <a:pt x="1622603" y="81635"/>
                </a:lnTo>
                <a:lnTo>
                  <a:pt x="1619873" y="79624"/>
                </a:lnTo>
                <a:lnTo>
                  <a:pt x="1610240" y="72626"/>
                </a:lnTo>
                <a:lnTo>
                  <a:pt x="1601254" y="63594"/>
                </a:lnTo>
                <a:lnTo>
                  <a:pt x="1597177" y="59089"/>
                </a:lnTo>
                <a:lnTo>
                  <a:pt x="1595118" y="54536"/>
                </a:lnTo>
                <a:lnTo>
                  <a:pt x="1590922" y="47580"/>
                </a:lnTo>
                <a:lnTo>
                  <a:pt x="1588793" y="38329"/>
                </a:lnTo>
                <a:lnTo>
                  <a:pt x="1592414" y="25629"/>
                </a:lnTo>
                <a:lnTo>
                  <a:pt x="1599590" y="20368"/>
                </a:lnTo>
                <a:lnTo>
                  <a:pt x="1600563" y="17635"/>
                </a:lnTo>
                <a:lnTo>
                  <a:pt x="1597383" y="16252"/>
                </a:lnTo>
                <a:lnTo>
                  <a:pt x="1592575" y="17974"/>
                </a:lnTo>
                <a:lnTo>
                  <a:pt x="1587721" y="19165"/>
                </a:lnTo>
                <a:lnTo>
                  <a:pt x="1580528" y="19080"/>
                </a:lnTo>
                <a:lnTo>
                  <a:pt x="1576667" y="8313"/>
                </a:lnTo>
                <a:lnTo>
                  <a:pt x="1572657" y="1979"/>
                </a:lnTo>
                <a:lnTo>
                  <a:pt x="1567545" y="759"/>
                </a:lnTo>
                <a:lnTo>
                  <a:pt x="1558987" y="0"/>
                </a:lnTo>
                <a:lnTo>
                  <a:pt x="1554201" y="3616"/>
                </a:lnTo>
                <a:lnTo>
                  <a:pt x="1554810" y="12584"/>
                </a:lnTo>
                <a:lnTo>
                  <a:pt x="1549527" y="21036"/>
                </a:lnTo>
                <a:lnTo>
                  <a:pt x="1537507" y="28984"/>
                </a:lnTo>
                <a:lnTo>
                  <a:pt x="1522748" y="33830"/>
                </a:lnTo>
                <a:lnTo>
                  <a:pt x="1511031" y="35621"/>
                </a:lnTo>
                <a:lnTo>
                  <a:pt x="1502050" y="34821"/>
                </a:lnTo>
                <a:lnTo>
                  <a:pt x="1488099" y="30787"/>
                </a:lnTo>
                <a:lnTo>
                  <a:pt x="1476574" y="27646"/>
                </a:lnTo>
                <a:lnTo>
                  <a:pt x="1471310" y="28432"/>
                </a:lnTo>
                <a:lnTo>
                  <a:pt x="1459835" y="34204"/>
                </a:lnTo>
                <a:lnTo>
                  <a:pt x="1453437" y="35467"/>
                </a:lnTo>
                <a:lnTo>
                  <a:pt x="1448073" y="35600"/>
                </a:lnTo>
                <a:lnTo>
                  <a:pt x="1440170" y="34358"/>
                </a:lnTo>
                <a:lnTo>
                  <a:pt x="1431377" y="31162"/>
                </a:lnTo>
                <a:lnTo>
                  <a:pt x="1418758" y="27900"/>
                </a:lnTo>
                <a:lnTo>
                  <a:pt x="1412956" y="26468"/>
                </a:lnTo>
                <a:lnTo>
                  <a:pt x="1407459" y="24283"/>
                </a:lnTo>
                <a:lnTo>
                  <a:pt x="1402147" y="25310"/>
                </a:lnTo>
                <a:lnTo>
                  <a:pt x="1398548" y="25587"/>
                </a:lnTo>
                <a:lnTo>
                  <a:pt x="1393222" y="24594"/>
                </a:lnTo>
                <a:lnTo>
                  <a:pt x="1387307" y="22205"/>
                </a:lnTo>
                <a:lnTo>
                  <a:pt x="1383023" y="21621"/>
                </a:lnTo>
                <a:lnTo>
                  <a:pt x="1372211" y="22756"/>
                </a:lnTo>
                <a:lnTo>
                  <a:pt x="1360130" y="22541"/>
                </a:lnTo>
                <a:lnTo>
                  <a:pt x="1355046" y="20692"/>
                </a:lnTo>
                <a:lnTo>
                  <a:pt x="1347544" y="20728"/>
                </a:lnTo>
                <a:lnTo>
                  <a:pt x="1341612" y="20739"/>
                </a:lnTo>
                <a:lnTo>
                  <a:pt x="1337858" y="20343"/>
                </a:lnTo>
                <a:lnTo>
                  <a:pt x="1331883" y="20517"/>
                </a:lnTo>
                <a:lnTo>
                  <a:pt x="1325935" y="19610"/>
                </a:lnTo>
                <a:lnTo>
                  <a:pt x="1319324" y="18342"/>
                </a:lnTo>
                <a:lnTo>
                  <a:pt x="1314307" y="18763"/>
                </a:lnTo>
                <a:lnTo>
                  <a:pt x="1307138" y="17638"/>
                </a:lnTo>
                <a:lnTo>
                  <a:pt x="1298583" y="14905"/>
                </a:lnTo>
                <a:lnTo>
                  <a:pt x="1290084" y="13007"/>
                </a:lnTo>
                <a:lnTo>
                  <a:pt x="1283675" y="11635"/>
                </a:lnTo>
                <a:lnTo>
                  <a:pt x="1278878" y="11987"/>
                </a:lnTo>
                <a:lnTo>
                  <a:pt x="1270499" y="10552"/>
                </a:lnTo>
                <a:lnTo>
                  <a:pt x="1252852" y="18726"/>
                </a:lnTo>
                <a:lnTo>
                  <a:pt x="1218764" y="28532"/>
                </a:lnTo>
                <a:lnTo>
                  <a:pt x="1216171" y="29525"/>
                </a:lnTo>
                <a:lnTo>
                  <a:pt x="1211713" y="32514"/>
                </a:lnTo>
                <a:lnTo>
                  <a:pt x="1207091" y="36284"/>
                </a:lnTo>
                <a:lnTo>
                  <a:pt x="1201221" y="39154"/>
                </a:lnTo>
                <a:lnTo>
                  <a:pt x="1193564" y="40996"/>
                </a:lnTo>
                <a:lnTo>
                  <a:pt x="1179216" y="44907"/>
                </a:lnTo>
                <a:lnTo>
                  <a:pt x="1171270" y="45614"/>
                </a:lnTo>
                <a:lnTo>
                  <a:pt x="1161637" y="45831"/>
                </a:lnTo>
                <a:lnTo>
                  <a:pt x="1158012" y="47265"/>
                </a:lnTo>
                <a:lnTo>
                  <a:pt x="1156846" y="48539"/>
                </a:lnTo>
                <a:lnTo>
                  <a:pt x="1151079" y="50618"/>
                </a:lnTo>
                <a:lnTo>
                  <a:pt x="1140651" y="52119"/>
                </a:lnTo>
                <a:lnTo>
                  <a:pt x="1135844" y="53794"/>
                </a:lnTo>
                <a:lnTo>
                  <a:pt x="1132265" y="55170"/>
                </a:lnTo>
                <a:lnTo>
                  <a:pt x="1127528" y="57271"/>
                </a:lnTo>
                <a:lnTo>
                  <a:pt x="1125253" y="58114"/>
                </a:lnTo>
                <a:lnTo>
                  <a:pt x="1121618" y="59675"/>
                </a:lnTo>
                <a:lnTo>
                  <a:pt x="1116669" y="62566"/>
                </a:lnTo>
                <a:lnTo>
                  <a:pt x="1112611" y="65381"/>
                </a:lnTo>
                <a:lnTo>
                  <a:pt x="1108641" y="67861"/>
                </a:lnTo>
                <a:lnTo>
                  <a:pt x="1103020" y="70909"/>
                </a:lnTo>
                <a:lnTo>
                  <a:pt x="1096921" y="74713"/>
                </a:lnTo>
                <a:lnTo>
                  <a:pt x="1091342" y="78709"/>
                </a:lnTo>
                <a:lnTo>
                  <a:pt x="1078054" y="89481"/>
                </a:lnTo>
                <a:lnTo>
                  <a:pt x="1072956" y="94846"/>
                </a:lnTo>
                <a:lnTo>
                  <a:pt x="1068771" y="101746"/>
                </a:lnTo>
                <a:lnTo>
                  <a:pt x="1058635" y="102293"/>
                </a:lnTo>
                <a:lnTo>
                  <a:pt x="1055740" y="104455"/>
                </a:lnTo>
                <a:lnTo>
                  <a:pt x="1051809" y="108110"/>
                </a:lnTo>
                <a:lnTo>
                  <a:pt x="1048590" y="109505"/>
                </a:lnTo>
                <a:lnTo>
                  <a:pt x="1041146" y="111061"/>
                </a:lnTo>
                <a:lnTo>
                  <a:pt x="1033010" y="113119"/>
                </a:lnTo>
                <a:lnTo>
                  <a:pt x="1030164" y="114354"/>
                </a:lnTo>
                <a:lnTo>
                  <a:pt x="1025799" y="117144"/>
                </a:lnTo>
                <a:lnTo>
                  <a:pt x="1020642" y="120421"/>
                </a:lnTo>
                <a:lnTo>
                  <a:pt x="1016829" y="124446"/>
                </a:lnTo>
                <a:lnTo>
                  <a:pt x="1012091" y="128856"/>
                </a:lnTo>
                <a:lnTo>
                  <a:pt x="1006233" y="130762"/>
                </a:lnTo>
                <a:lnTo>
                  <a:pt x="1002127" y="132399"/>
                </a:lnTo>
                <a:lnTo>
                  <a:pt x="998139" y="134959"/>
                </a:lnTo>
                <a:lnTo>
                  <a:pt x="990996" y="141808"/>
                </a:lnTo>
                <a:lnTo>
                  <a:pt x="986790" y="142673"/>
                </a:lnTo>
                <a:lnTo>
                  <a:pt x="979348" y="142702"/>
                </a:lnTo>
                <a:lnTo>
                  <a:pt x="972422" y="145975"/>
                </a:lnTo>
                <a:lnTo>
                  <a:pt x="964971" y="148080"/>
                </a:lnTo>
                <a:lnTo>
                  <a:pt x="962557" y="150974"/>
                </a:lnTo>
                <a:lnTo>
                  <a:pt x="955335" y="155055"/>
                </a:lnTo>
                <a:lnTo>
                  <a:pt x="951924" y="158956"/>
                </a:lnTo>
                <a:lnTo>
                  <a:pt x="950016" y="163563"/>
                </a:lnTo>
                <a:lnTo>
                  <a:pt x="950083" y="178337"/>
                </a:lnTo>
                <a:lnTo>
                  <a:pt x="948356" y="185994"/>
                </a:lnTo>
                <a:lnTo>
                  <a:pt x="944776" y="191071"/>
                </a:lnTo>
                <a:lnTo>
                  <a:pt x="938651" y="197453"/>
                </a:lnTo>
                <a:lnTo>
                  <a:pt x="935450" y="198981"/>
                </a:lnTo>
                <a:lnTo>
                  <a:pt x="929044" y="200719"/>
                </a:lnTo>
                <a:lnTo>
                  <a:pt x="923223" y="201332"/>
                </a:lnTo>
                <a:lnTo>
                  <a:pt x="918908" y="201969"/>
                </a:lnTo>
                <a:lnTo>
                  <a:pt x="911295" y="203361"/>
                </a:lnTo>
                <a:lnTo>
                  <a:pt x="892516" y="204125"/>
                </a:lnTo>
                <a:lnTo>
                  <a:pt x="885383" y="204124"/>
                </a:lnTo>
                <a:lnTo>
                  <a:pt x="883191" y="204156"/>
                </a:lnTo>
                <a:lnTo>
                  <a:pt x="881250" y="205348"/>
                </a:lnTo>
                <a:lnTo>
                  <a:pt x="879982" y="205364"/>
                </a:lnTo>
                <a:lnTo>
                  <a:pt x="876170" y="205079"/>
                </a:lnTo>
                <a:lnTo>
                  <a:pt x="872232" y="204733"/>
                </a:lnTo>
                <a:lnTo>
                  <a:pt x="867466" y="204045"/>
                </a:lnTo>
                <a:lnTo>
                  <a:pt x="863204" y="203184"/>
                </a:lnTo>
                <a:lnTo>
                  <a:pt x="858598" y="202330"/>
                </a:lnTo>
                <a:lnTo>
                  <a:pt x="854023" y="201275"/>
                </a:lnTo>
                <a:lnTo>
                  <a:pt x="850656" y="200621"/>
                </a:lnTo>
                <a:lnTo>
                  <a:pt x="845849" y="200073"/>
                </a:lnTo>
                <a:lnTo>
                  <a:pt x="842576" y="199738"/>
                </a:lnTo>
                <a:lnTo>
                  <a:pt x="838678" y="198468"/>
                </a:lnTo>
                <a:lnTo>
                  <a:pt x="833784" y="196155"/>
                </a:lnTo>
                <a:lnTo>
                  <a:pt x="829265" y="194331"/>
                </a:lnTo>
                <a:lnTo>
                  <a:pt x="825005" y="192765"/>
                </a:lnTo>
                <a:lnTo>
                  <a:pt x="817574" y="190786"/>
                </a:lnTo>
                <a:lnTo>
                  <a:pt x="813413" y="189529"/>
                </a:lnTo>
                <a:lnTo>
                  <a:pt x="807193" y="187405"/>
                </a:lnTo>
                <a:lnTo>
                  <a:pt x="795047" y="184282"/>
                </a:lnTo>
                <a:lnTo>
                  <a:pt x="785832" y="181435"/>
                </a:lnTo>
                <a:lnTo>
                  <a:pt x="778848" y="178987"/>
                </a:lnTo>
                <a:lnTo>
                  <a:pt x="774287" y="179427"/>
                </a:lnTo>
                <a:lnTo>
                  <a:pt x="769432" y="179064"/>
                </a:lnTo>
                <a:lnTo>
                  <a:pt x="768036" y="177777"/>
                </a:lnTo>
                <a:lnTo>
                  <a:pt x="767660" y="177945"/>
                </a:lnTo>
                <a:lnTo>
                  <a:pt x="763887" y="174559"/>
                </a:lnTo>
                <a:lnTo>
                  <a:pt x="758893" y="171017"/>
                </a:lnTo>
                <a:lnTo>
                  <a:pt x="753593" y="169289"/>
                </a:lnTo>
                <a:lnTo>
                  <a:pt x="750269" y="168556"/>
                </a:lnTo>
                <a:lnTo>
                  <a:pt x="746813" y="168589"/>
                </a:lnTo>
                <a:lnTo>
                  <a:pt x="743872" y="168189"/>
                </a:lnTo>
                <a:lnTo>
                  <a:pt x="740651" y="168576"/>
                </a:lnTo>
                <a:lnTo>
                  <a:pt x="736691" y="170782"/>
                </a:lnTo>
                <a:lnTo>
                  <a:pt x="735698" y="174244"/>
                </a:lnTo>
                <a:lnTo>
                  <a:pt x="732506" y="177309"/>
                </a:lnTo>
                <a:lnTo>
                  <a:pt x="726128" y="178962"/>
                </a:lnTo>
                <a:lnTo>
                  <a:pt x="710993" y="178060"/>
                </a:lnTo>
                <a:lnTo>
                  <a:pt x="698233" y="177453"/>
                </a:lnTo>
                <a:lnTo>
                  <a:pt x="690644" y="176634"/>
                </a:lnTo>
                <a:lnTo>
                  <a:pt x="685400" y="176866"/>
                </a:lnTo>
                <a:lnTo>
                  <a:pt x="681785" y="176986"/>
                </a:lnTo>
                <a:lnTo>
                  <a:pt x="677256" y="177209"/>
                </a:lnTo>
                <a:lnTo>
                  <a:pt x="675085" y="176248"/>
                </a:lnTo>
                <a:lnTo>
                  <a:pt x="670552" y="175008"/>
                </a:lnTo>
                <a:lnTo>
                  <a:pt x="652015" y="170753"/>
                </a:lnTo>
                <a:lnTo>
                  <a:pt x="645122" y="168843"/>
                </a:lnTo>
                <a:lnTo>
                  <a:pt x="636563" y="165796"/>
                </a:lnTo>
                <a:lnTo>
                  <a:pt x="624644" y="164453"/>
                </a:lnTo>
                <a:lnTo>
                  <a:pt x="620114" y="163565"/>
                </a:lnTo>
                <a:lnTo>
                  <a:pt x="613262" y="160804"/>
                </a:lnTo>
                <a:lnTo>
                  <a:pt x="610149" y="159595"/>
                </a:lnTo>
                <a:lnTo>
                  <a:pt x="605984" y="158871"/>
                </a:lnTo>
                <a:lnTo>
                  <a:pt x="597160" y="157135"/>
                </a:lnTo>
                <a:lnTo>
                  <a:pt x="592350" y="155115"/>
                </a:lnTo>
                <a:lnTo>
                  <a:pt x="588372" y="153510"/>
                </a:lnTo>
                <a:lnTo>
                  <a:pt x="584614" y="152364"/>
                </a:lnTo>
                <a:lnTo>
                  <a:pt x="581326" y="151093"/>
                </a:lnTo>
                <a:lnTo>
                  <a:pt x="576757" y="150449"/>
                </a:lnTo>
                <a:lnTo>
                  <a:pt x="569564" y="149556"/>
                </a:lnTo>
                <a:lnTo>
                  <a:pt x="562397" y="147954"/>
                </a:lnTo>
                <a:lnTo>
                  <a:pt x="558582" y="147022"/>
                </a:lnTo>
                <a:lnTo>
                  <a:pt x="555767" y="145805"/>
                </a:lnTo>
                <a:lnTo>
                  <a:pt x="550015" y="145891"/>
                </a:lnTo>
                <a:lnTo>
                  <a:pt x="546396" y="146273"/>
                </a:lnTo>
                <a:lnTo>
                  <a:pt x="541894" y="147434"/>
                </a:lnTo>
                <a:lnTo>
                  <a:pt x="535789" y="153539"/>
                </a:lnTo>
                <a:lnTo>
                  <a:pt x="534087" y="158189"/>
                </a:lnTo>
                <a:lnTo>
                  <a:pt x="532484" y="164487"/>
                </a:lnTo>
                <a:lnTo>
                  <a:pt x="530866" y="173666"/>
                </a:lnTo>
                <a:lnTo>
                  <a:pt x="528429" y="179856"/>
                </a:lnTo>
                <a:lnTo>
                  <a:pt x="525618" y="183896"/>
                </a:lnTo>
                <a:lnTo>
                  <a:pt x="521259" y="189705"/>
                </a:lnTo>
                <a:lnTo>
                  <a:pt x="519665" y="194543"/>
                </a:lnTo>
                <a:lnTo>
                  <a:pt x="519762" y="199630"/>
                </a:lnTo>
                <a:lnTo>
                  <a:pt x="524083" y="202242"/>
                </a:lnTo>
                <a:lnTo>
                  <a:pt x="529426" y="205426"/>
                </a:lnTo>
                <a:lnTo>
                  <a:pt x="534996" y="209046"/>
                </a:lnTo>
                <a:lnTo>
                  <a:pt x="537241" y="212625"/>
                </a:lnTo>
                <a:lnTo>
                  <a:pt x="541565" y="217173"/>
                </a:lnTo>
                <a:lnTo>
                  <a:pt x="554478" y="223966"/>
                </a:lnTo>
                <a:lnTo>
                  <a:pt x="561693" y="228233"/>
                </a:lnTo>
                <a:lnTo>
                  <a:pt x="566863" y="232607"/>
                </a:lnTo>
                <a:lnTo>
                  <a:pt x="568302" y="236943"/>
                </a:lnTo>
                <a:lnTo>
                  <a:pt x="570371" y="239657"/>
                </a:lnTo>
                <a:lnTo>
                  <a:pt x="573565" y="241781"/>
                </a:lnTo>
                <a:lnTo>
                  <a:pt x="578067" y="243375"/>
                </a:lnTo>
                <a:lnTo>
                  <a:pt x="581356" y="243468"/>
                </a:lnTo>
                <a:lnTo>
                  <a:pt x="582652" y="243704"/>
                </a:lnTo>
                <a:lnTo>
                  <a:pt x="584128" y="248066"/>
                </a:lnTo>
                <a:lnTo>
                  <a:pt x="585560" y="252852"/>
                </a:lnTo>
                <a:lnTo>
                  <a:pt x="592414" y="256118"/>
                </a:lnTo>
                <a:lnTo>
                  <a:pt x="598818" y="253556"/>
                </a:lnTo>
                <a:lnTo>
                  <a:pt x="606082" y="252164"/>
                </a:lnTo>
                <a:lnTo>
                  <a:pt x="612170" y="253707"/>
                </a:lnTo>
                <a:lnTo>
                  <a:pt x="616944" y="256199"/>
                </a:lnTo>
                <a:lnTo>
                  <a:pt x="621032" y="256418"/>
                </a:lnTo>
                <a:lnTo>
                  <a:pt x="629659" y="256243"/>
                </a:lnTo>
                <a:lnTo>
                  <a:pt x="644805" y="258633"/>
                </a:lnTo>
                <a:lnTo>
                  <a:pt x="650019" y="260708"/>
                </a:lnTo>
                <a:lnTo>
                  <a:pt x="658422" y="261259"/>
                </a:lnTo>
                <a:lnTo>
                  <a:pt x="663224" y="265885"/>
                </a:lnTo>
                <a:lnTo>
                  <a:pt x="661449" y="268506"/>
                </a:lnTo>
                <a:lnTo>
                  <a:pt x="655826" y="271148"/>
                </a:lnTo>
                <a:lnTo>
                  <a:pt x="637283" y="270956"/>
                </a:lnTo>
                <a:lnTo>
                  <a:pt x="635070" y="272785"/>
                </a:lnTo>
                <a:lnTo>
                  <a:pt x="636500" y="273666"/>
                </a:lnTo>
                <a:lnTo>
                  <a:pt x="621494" y="272593"/>
                </a:lnTo>
                <a:lnTo>
                  <a:pt x="608959" y="268808"/>
                </a:lnTo>
                <a:lnTo>
                  <a:pt x="599280" y="271349"/>
                </a:lnTo>
                <a:lnTo>
                  <a:pt x="587405" y="272884"/>
                </a:lnTo>
                <a:lnTo>
                  <a:pt x="583336" y="274197"/>
                </a:lnTo>
                <a:lnTo>
                  <a:pt x="575397" y="275611"/>
                </a:lnTo>
                <a:lnTo>
                  <a:pt x="561272" y="276533"/>
                </a:lnTo>
                <a:lnTo>
                  <a:pt x="556082" y="275103"/>
                </a:lnTo>
                <a:lnTo>
                  <a:pt x="548467" y="275476"/>
                </a:lnTo>
                <a:lnTo>
                  <a:pt x="538893" y="278365"/>
                </a:lnTo>
                <a:lnTo>
                  <a:pt x="530358" y="277014"/>
                </a:lnTo>
                <a:lnTo>
                  <a:pt x="522168" y="276123"/>
                </a:lnTo>
                <a:lnTo>
                  <a:pt x="516089" y="281520"/>
                </a:lnTo>
                <a:lnTo>
                  <a:pt x="509674" y="286212"/>
                </a:lnTo>
                <a:lnTo>
                  <a:pt x="500801" y="289696"/>
                </a:lnTo>
                <a:lnTo>
                  <a:pt x="485738" y="297189"/>
                </a:lnTo>
                <a:lnTo>
                  <a:pt x="485820" y="300788"/>
                </a:lnTo>
                <a:lnTo>
                  <a:pt x="494168" y="304666"/>
                </a:lnTo>
                <a:lnTo>
                  <a:pt x="504966" y="310116"/>
                </a:lnTo>
                <a:lnTo>
                  <a:pt x="512677" y="314599"/>
                </a:lnTo>
                <a:lnTo>
                  <a:pt x="517301" y="317004"/>
                </a:lnTo>
                <a:lnTo>
                  <a:pt x="525481" y="316200"/>
                </a:lnTo>
                <a:lnTo>
                  <a:pt x="538416" y="316316"/>
                </a:lnTo>
                <a:lnTo>
                  <a:pt x="546126" y="322272"/>
                </a:lnTo>
                <a:lnTo>
                  <a:pt x="548306" y="323326"/>
                </a:lnTo>
                <a:lnTo>
                  <a:pt x="550006" y="324714"/>
                </a:lnTo>
                <a:lnTo>
                  <a:pt x="547164" y="326991"/>
                </a:lnTo>
                <a:lnTo>
                  <a:pt x="543402" y="328111"/>
                </a:lnTo>
                <a:lnTo>
                  <a:pt x="540253" y="331305"/>
                </a:lnTo>
                <a:lnTo>
                  <a:pt x="536459" y="336711"/>
                </a:lnTo>
                <a:lnTo>
                  <a:pt x="495439" y="330146"/>
                </a:lnTo>
                <a:lnTo>
                  <a:pt x="476929" y="329313"/>
                </a:lnTo>
                <a:lnTo>
                  <a:pt x="471929" y="330939"/>
                </a:lnTo>
                <a:lnTo>
                  <a:pt x="469602" y="332835"/>
                </a:lnTo>
                <a:lnTo>
                  <a:pt x="461253" y="332048"/>
                </a:lnTo>
                <a:lnTo>
                  <a:pt x="450679" y="328761"/>
                </a:lnTo>
                <a:lnTo>
                  <a:pt x="444263" y="327878"/>
                </a:lnTo>
                <a:lnTo>
                  <a:pt x="434442" y="324900"/>
                </a:lnTo>
                <a:lnTo>
                  <a:pt x="422584" y="323952"/>
                </a:lnTo>
                <a:lnTo>
                  <a:pt x="412804" y="323346"/>
                </a:lnTo>
                <a:lnTo>
                  <a:pt x="404752" y="319216"/>
                </a:lnTo>
                <a:lnTo>
                  <a:pt x="392254" y="318136"/>
                </a:lnTo>
                <a:lnTo>
                  <a:pt x="380766" y="317772"/>
                </a:lnTo>
                <a:lnTo>
                  <a:pt x="377548" y="317179"/>
                </a:lnTo>
                <a:lnTo>
                  <a:pt x="375665" y="316905"/>
                </a:lnTo>
                <a:lnTo>
                  <a:pt x="370533" y="317238"/>
                </a:lnTo>
                <a:lnTo>
                  <a:pt x="365996" y="317839"/>
                </a:lnTo>
                <a:lnTo>
                  <a:pt x="359225" y="318400"/>
                </a:lnTo>
                <a:lnTo>
                  <a:pt x="351830" y="318262"/>
                </a:lnTo>
                <a:lnTo>
                  <a:pt x="344039" y="317623"/>
                </a:lnTo>
                <a:lnTo>
                  <a:pt x="336883" y="316728"/>
                </a:lnTo>
                <a:lnTo>
                  <a:pt x="330245" y="315895"/>
                </a:lnTo>
                <a:lnTo>
                  <a:pt x="327973" y="314595"/>
                </a:lnTo>
                <a:lnTo>
                  <a:pt x="327875" y="312646"/>
                </a:lnTo>
                <a:lnTo>
                  <a:pt x="328026" y="311518"/>
                </a:lnTo>
                <a:lnTo>
                  <a:pt x="328656" y="310570"/>
                </a:lnTo>
                <a:lnTo>
                  <a:pt x="329889" y="309725"/>
                </a:lnTo>
                <a:lnTo>
                  <a:pt x="333920" y="305564"/>
                </a:lnTo>
                <a:lnTo>
                  <a:pt x="335894" y="304098"/>
                </a:lnTo>
                <a:lnTo>
                  <a:pt x="339376" y="303007"/>
                </a:lnTo>
                <a:lnTo>
                  <a:pt x="348406" y="300584"/>
                </a:lnTo>
                <a:lnTo>
                  <a:pt x="348911" y="297415"/>
                </a:lnTo>
                <a:lnTo>
                  <a:pt x="347618" y="293747"/>
                </a:lnTo>
                <a:lnTo>
                  <a:pt x="344776" y="292500"/>
                </a:lnTo>
                <a:lnTo>
                  <a:pt x="341199" y="291990"/>
                </a:lnTo>
                <a:lnTo>
                  <a:pt x="336551" y="291288"/>
                </a:lnTo>
                <a:lnTo>
                  <a:pt x="331108" y="289309"/>
                </a:lnTo>
                <a:lnTo>
                  <a:pt x="327361" y="287435"/>
                </a:lnTo>
                <a:lnTo>
                  <a:pt x="324761" y="285992"/>
                </a:lnTo>
                <a:lnTo>
                  <a:pt x="319978" y="285955"/>
                </a:lnTo>
                <a:lnTo>
                  <a:pt x="315919" y="285459"/>
                </a:lnTo>
                <a:lnTo>
                  <a:pt x="311066" y="283926"/>
                </a:lnTo>
                <a:lnTo>
                  <a:pt x="303631" y="284015"/>
                </a:lnTo>
                <a:lnTo>
                  <a:pt x="300698" y="283543"/>
                </a:lnTo>
                <a:lnTo>
                  <a:pt x="297938" y="282881"/>
                </a:lnTo>
                <a:lnTo>
                  <a:pt x="294798" y="281430"/>
                </a:lnTo>
                <a:lnTo>
                  <a:pt x="292024" y="281076"/>
                </a:lnTo>
                <a:lnTo>
                  <a:pt x="289113" y="281198"/>
                </a:lnTo>
                <a:lnTo>
                  <a:pt x="287813" y="281860"/>
                </a:lnTo>
                <a:lnTo>
                  <a:pt x="285147" y="282919"/>
                </a:lnTo>
                <a:lnTo>
                  <a:pt x="282066" y="284151"/>
                </a:lnTo>
                <a:lnTo>
                  <a:pt x="281334" y="286194"/>
                </a:lnTo>
                <a:lnTo>
                  <a:pt x="283682" y="289323"/>
                </a:lnTo>
                <a:lnTo>
                  <a:pt x="289946" y="293296"/>
                </a:lnTo>
                <a:lnTo>
                  <a:pt x="295210" y="294869"/>
                </a:lnTo>
                <a:lnTo>
                  <a:pt x="297051" y="298785"/>
                </a:lnTo>
                <a:lnTo>
                  <a:pt x="300791" y="304401"/>
                </a:lnTo>
                <a:lnTo>
                  <a:pt x="313067" y="311778"/>
                </a:lnTo>
                <a:lnTo>
                  <a:pt x="317407" y="317514"/>
                </a:lnTo>
                <a:lnTo>
                  <a:pt x="309533" y="322197"/>
                </a:lnTo>
                <a:lnTo>
                  <a:pt x="302819" y="327480"/>
                </a:lnTo>
                <a:lnTo>
                  <a:pt x="296013" y="328214"/>
                </a:lnTo>
                <a:lnTo>
                  <a:pt x="286278" y="327481"/>
                </a:lnTo>
                <a:lnTo>
                  <a:pt x="279465" y="325951"/>
                </a:lnTo>
                <a:lnTo>
                  <a:pt x="273192" y="323296"/>
                </a:lnTo>
                <a:lnTo>
                  <a:pt x="263079" y="325982"/>
                </a:lnTo>
                <a:lnTo>
                  <a:pt x="262575" y="326368"/>
                </a:lnTo>
                <a:lnTo>
                  <a:pt x="255789" y="325846"/>
                </a:lnTo>
                <a:lnTo>
                  <a:pt x="234926" y="315637"/>
                </a:lnTo>
                <a:lnTo>
                  <a:pt x="223845" y="310004"/>
                </a:lnTo>
                <a:lnTo>
                  <a:pt x="215814" y="303492"/>
                </a:lnTo>
                <a:lnTo>
                  <a:pt x="218844" y="295315"/>
                </a:lnTo>
                <a:lnTo>
                  <a:pt x="214969" y="290881"/>
                </a:lnTo>
                <a:lnTo>
                  <a:pt x="208214" y="284486"/>
                </a:lnTo>
                <a:lnTo>
                  <a:pt x="204577" y="287286"/>
                </a:lnTo>
                <a:lnTo>
                  <a:pt x="195857" y="289128"/>
                </a:lnTo>
                <a:lnTo>
                  <a:pt x="191473" y="289101"/>
                </a:lnTo>
                <a:lnTo>
                  <a:pt x="182196" y="285860"/>
                </a:lnTo>
                <a:lnTo>
                  <a:pt x="178488" y="285796"/>
                </a:lnTo>
                <a:lnTo>
                  <a:pt x="177025" y="286642"/>
                </a:lnTo>
                <a:lnTo>
                  <a:pt x="166543" y="295276"/>
                </a:lnTo>
                <a:lnTo>
                  <a:pt x="149995" y="295426"/>
                </a:lnTo>
                <a:lnTo>
                  <a:pt x="145975" y="292532"/>
                </a:lnTo>
                <a:lnTo>
                  <a:pt x="141972" y="292331"/>
                </a:lnTo>
                <a:lnTo>
                  <a:pt x="138013" y="292935"/>
                </a:lnTo>
                <a:lnTo>
                  <a:pt x="133269" y="293244"/>
                </a:lnTo>
                <a:lnTo>
                  <a:pt x="123072" y="289792"/>
                </a:lnTo>
                <a:lnTo>
                  <a:pt x="114801" y="288831"/>
                </a:lnTo>
                <a:lnTo>
                  <a:pt x="111432" y="290253"/>
                </a:lnTo>
                <a:lnTo>
                  <a:pt x="108960" y="294165"/>
                </a:lnTo>
                <a:lnTo>
                  <a:pt x="104837" y="297528"/>
                </a:lnTo>
                <a:lnTo>
                  <a:pt x="99230" y="301192"/>
                </a:lnTo>
                <a:lnTo>
                  <a:pt x="93059" y="309829"/>
                </a:lnTo>
                <a:lnTo>
                  <a:pt x="86260" y="313148"/>
                </a:lnTo>
                <a:lnTo>
                  <a:pt x="81447" y="315241"/>
                </a:lnTo>
                <a:lnTo>
                  <a:pt x="73023" y="325495"/>
                </a:lnTo>
                <a:lnTo>
                  <a:pt x="63831" y="336376"/>
                </a:lnTo>
                <a:lnTo>
                  <a:pt x="55797" y="346920"/>
                </a:lnTo>
                <a:lnTo>
                  <a:pt x="47597" y="352320"/>
                </a:lnTo>
                <a:lnTo>
                  <a:pt x="42570" y="356924"/>
                </a:lnTo>
                <a:lnTo>
                  <a:pt x="36824" y="362748"/>
                </a:lnTo>
                <a:lnTo>
                  <a:pt x="34802" y="364853"/>
                </a:lnTo>
                <a:lnTo>
                  <a:pt x="28038" y="366343"/>
                </a:lnTo>
                <a:lnTo>
                  <a:pt x="21241" y="367119"/>
                </a:lnTo>
                <a:lnTo>
                  <a:pt x="15649" y="369375"/>
                </a:lnTo>
                <a:lnTo>
                  <a:pt x="14947" y="371620"/>
                </a:lnTo>
                <a:lnTo>
                  <a:pt x="13881" y="378127"/>
                </a:lnTo>
                <a:lnTo>
                  <a:pt x="11748" y="392713"/>
                </a:lnTo>
                <a:lnTo>
                  <a:pt x="11768" y="395952"/>
                </a:lnTo>
                <a:lnTo>
                  <a:pt x="12265" y="400452"/>
                </a:lnTo>
                <a:lnTo>
                  <a:pt x="12261" y="407023"/>
                </a:lnTo>
                <a:lnTo>
                  <a:pt x="13301" y="413688"/>
                </a:lnTo>
                <a:lnTo>
                  <a:pt x="10901" y="420734"/>
                </a:lnTo>
                <a:lnTo>
                  <a:pt x="9362" y="427107"/>
                </a:lnTo>
                <a:lnTo>
                  <a:pt x="13528" y="436654"/>
                </a:lnTo>
                <a:lnTo>
                  <a:pt x="15309" y="445953"/>
                </a:lnTo>
                <a:lnTo>
                  <a:pt x="11698" y="455351"/>
                </a:lnTo>
                <a:lnTo>
                  <a:pt x="4885" y="459462"/>
                </a:lnTo>
                <a:lnTo>
                  <a:pt x="4697" y="462662"/>
                </a:lnTo>
                <a:lnTo>
                  <a:pt x="4278" y="470290"/>
                </a:lnTo>
                <a:lnTo>
                  <a:pt x="3044" y="473996"/>
                </a:lnTo>
                <a:lnTo>
                  <a:pt x="2090" y="475906"/>
                </a:lnTo>
                <a:lnTo>
                  <a:pt x="0" y="477818"/>
                </a:lnTo>
                <a:lnTo>
                  <a:pt x="3049" y="482581"/>
                </a:lnTo>
                <a:lnTo>
                  <a:pt x="8465" y="488003"/>
                </a:lnTo>
                <a:lnTo>
                  <a:pt x="13144" y="488900"/>
                </a:lnTo>
                <a:lnTo>
                  <a:pt x="16908" y="489927"/>
                </a:lnTo>
                <a:lnTo>
                  <a:pt x="22245" y="490377"/>
                </a:lnTo>
                <a:lnTo>
                  <a:pt x="28961" y="489605"/>
                </a:lnTo>
                <a:lnTo>
                  <a:pt x="31956" y="489468"/>
                </a:lnTo>
                <a:lnTo>
                  <a:pt x="35546" y="488260"/>
                </a:lnTo>
                <a:lnTo>
                  <a:pt x="38469" y="486186"/>
                </a:lnTo>
                <a:lnTo>
                  <a:pt x="40985" y="486755"/>
                </a:lnTo>
                <a:lnTo>
                  <a:pt x="44456" y="488518"/>
                </a:lnTo>
                <a:lnTo>
                  <a:pt x="48163" y="490025"/>
                </a:lnTo>
                <a:lnTo>
                  <a:pt x="54379" y="488775"/>
                </a:lnTo>
                <a:lnTo>
                  <a:pt x="59757" y="486691"/>
                </a:lnTo>
                <a:lnTo>
                  <a:pt x="64516" y="484893"/>
                </a:lnTo>
                <a:lnTo>
                  <a:pt x="69619" y="484368"/>
                </a:lnTo>
                <a:lnTo>
                  <a:pt x="74745" y="484608"/>
                </a:lnTo>
                <a:lnTo>
                  <a:pt x="77879" y="484543"/>
                </a:lnTo>
                <a:lnTo>
                  <a:pt x="83293" y="484487"/>
                </a:lnTo>
                <a:lnTo>
                  <a:pt x="86384" y="483752"/>
                </a:lnTo>
                <a:lnTo>
                  <a:pt x="86887" y="482756"/>
                </a:lnTo>
                <a:lnTo>
                  <a:pt x="89804" y="482049"/>
                </a:lnTo>
                <a:lnTo>
                  <a:pt x="94090" y="481826"/>
                </a:lnTo>
                <a:lnTo>
                  <a:pt x="100476" y="482329"/>
                </a:lnTo>
                <a:lnTo>
                  <a:pt x="103661" y="482046"/>
                </a:lnTo>
                <a:lnTo>
                  <a:pt x="106465" y="481623"/>
                </a:lnTo>
                <a:lnTo>
                  <a:pt x="111408" y="481041"/>
                </a:lnTo>
                <a:lnTo>
                  <a:pt x="113771" y="480427"/>
                </a:lnTo>
                <a:lnTo>
                  <a:pt x="119436" y="479370"/>
                </a:lnTo>
                <a:lnTo>
                  <a:pt x="128696" y="480513"/>
                </a:lnTo>
                <a:lnTo>
                  <a:pt x="137332" y="482452"/>
                </a:lnTo>
                <a:lnTo>
                  <a:pt x="145775" y="480944"/>
                </a:lnTo>
                <a:lnTo>
                  <a:pt x="153985" y="480077"/>
                </a:lnTo>
                <a:lnTo>
                  <a:pt x="160773" y="483898"/>
                </a:lnTo>
                <a:lnTo>
                  <a:pt x="161731" y="489859"/>
                </a:lnTo>
                <a:lnTo>
                  <a:pt x="159658" y="495058"/>
                </a:lnTo>
                <a:lnTo>
                  <a:pt x="157313" y="501146"/>
                </a:lnTo>
                <a:lnTo>
                  <a:pt x="153879" y="502940"/>
                </a:lnTo>
                <a:lnTo>
                  <a:pt x="148800" y="503224"/>
                </a:lnTo>
                <a:lnTo>
                  <a:pt x="146105" y="504580"/>
                </a:lnTo>
                <a:lnTo>
                  <a:pt x="144058" y="508078"/>
                </a:lnTo>
                <a:lnTo>
                  <a:pt x="142211" y="511990"/>
                </a:lnTo>
                <a:lnTo>
                  <a:pt x="140215" y="514114"/>
                </a:lnTo>
                <a:lnTo>
                  <a:pt x="136379" y="516143"/>
                </a:lnTo>
                <a:lnTo>
                  <a:pt x="132385" y="520383"/>
                </a:lnTo>
                <a:lnTo>
                  <a:pt x="129857" y="523097"/>
                </a:lnTo>
                <a:lnTo>
                  <a:pt x="123800" y="526609"/>
                </a:lnTo>
                <a:lnTo>
                  <a:pt x="112788" y="527067"/>
                </a:lnTo>
                <a:lnTo>
                  <a:pt x="107337" y="524926"/>
                </a:lnTo>
                <a:lnTo>
                  <a:pt x="106465" y="520907"/>
                </a:lnTo>
                <a:lnTo>
                  <a:pt x="104146" y="521556"/>
                </a:lnTo>
                <a:lnTo>
                  <a:pt x="103567" y="527853"/>
                </a:lnTo>
                <a:lnTo>
                  <a:pt x="105922" y="537075"/>
                </a:lnTo>
                <a:lnTo>
                  <a:pt x="113441" y="542882"/>
                </a:lnTo>
                <a:lnTo>
                  <a:pt x="116111" y="547794"/>
                </a:lnTo>
                <a:lnTo>
                  <a:pt x="121808" y="553685"/>
                </a:lnTo>
                <a:lnTo>
                  <a:pt x="127113" y="560741"/>
                </a:lnTo>
                <a:lnTo>
                  <a:pt x="129046" y="566430"/>
                </a:lnTo>
                <a:lnTo>
                  <a:pt x="130188" y="568925"/>
                </a:lnTo>
                <a:lnTo>
                  <a:pt x="134536" y="570066"/>
                </a:lnTo>
                <a:lnTo>
                  <a:pt x="136272" y="570357"/>
                </a:lnTo>
                <a:lnTo>
                  <a:pt x="137979" y="572356"/>
                </a:lnTo>
                <a:lnTo>
                  <a:pt x="146956" y="582289"/>
                </a:lnTo>
                <a:lnTo>
                  <a:pt x="151197" y="586710"/>
                </a:lnTo>
                <a:lnTo>
                  <a:pt x="152476" y="588990"/>
                </a:lnTo>
                <a:lnTo>
                  <a:pt x="153014" y="594429"/>
                </a:lnTo>
                <a:lnTo>
                  <a:pt x="152319" y="599757"/>
                </a:lnTo>
                <a:lnTo>
                  <a:pt x="149257" y="600951"/>
                </a:lnTo>
                <a:lnTo>
                  <a:pt x="143351" y="602917"/>
                </a:lnTo>
                <a:lnTo>
                  <a:pt x="142332" y="610134"/>
                </a:lnTo>
                <a:lnTo>
                  <a:pt x="141910" y="615747"/>
                </a:lnTo>
                <a:lnTo>
                  <a:pt x="142354" y="620832"/>
                </a:lnTo>
                <a:lnTo>
                  <a:pt x="147093" y="624271"/>
                </a:lnTo>
                <a:lnTo>
                  <a:pt x="148279" y="628444"/>
                </a:lnTo>
                <a:lnTo>
                  <a:pt x="156060" y="631452"/>
                </a:lnTo>
                <a:lnTo>
                  <a:pt x="171848" y="630184"/>
                </a:lnTo>
                <a:lnTo>
                  <a:pt x="176067" y="634120"/>
                </a:lnTo>
                <a:lnTo>
                  <a:pt x="179355" y="633205"/>
                </a:lnTo>
                <a:lnTo>
                  <a:pt x="185966" y="631938"/>
                </a:lnTo>
                <a:lnTo>
                  <a:pt x="187896" y="633430"/>
                </a:lnTo>
                <a:lnTo>
                  <a:pt x="188947" y="638335"/>
                </a:lnTo>
                <a:lnTo>
                  <a:pt x="190210" y="644747"/>
                </a:lnTo>
                <a:lnTo>
                  <a:pt x="188459" y="648177"/>
                </a:lnTo>
                <a:lnTo>
                  <a:pt x="182782" y="647298"/>
                </a:lnTo>
                <a:lnTo>
                  <a:pt x="177966" y="646330"/>
                </a:lnTo>
                <a:lnTo>
                  <a:pt x="174123" y="645239"/>
                </a:lnTo>
                <a:lnTo>
                  <a:pt x="171514" y="646572"/>
                </a:lnTo>
                <a:lnTo>
                  <a:pt x="171140" y="648128"/>
                </a:lnTo>
                <a:lnTo>
                  <a:pt x="170214" y="652226"/>
                </a:lnTo>
                <a:lnTo>
                  <a:pt x="165615" y="653648"/>
                </a:lnTo>
                <a:lnTo>
                  <a:pt x="163705" y="653917"/>
                </a:lnTo>
                <a:lnTo>
                  <a:pt x="163037" y="657000"/>
                </a:lnTo>
                <a:lnTo>
                  <a:pt x="165400" y="663764"/>
                </a:lnTo>
                <a:lnTo>
                  <a:pt x="161468" y="669803"/>
                </a:lnTo>
                <a:lnTo>
                  <a:pt x="154501" y="670843"/>
                </a:lnTo>
                <a:lnTo>
                  <a:pt x="152288" y="670048"/>
                </a:lnTo>
                <a:lnTo>
                  <a:pt x="146407" y="668573"/>
                </a:lnTo>
                <a:lnTo>
                  <a:pt x="142534" y="671184"/>
                </a:lnTo>
                <a:lnTo>
                  <a:pt x="137237" y="673262"/>
                </a:lnTo>
                <a:lnTo>
                  <a:pt x="133587" y="676238"/>
                </a:lnTo>
                <a:lnTo>
                  <a:pt x="132822" y="680243"/>
                </a:lnTo>
                <a:lnTo>
                  <a:pt x="131476" y="683431"/>
                </a:lnTo>
                <a:lnTo>
                  <a:pt x="132044" y="685071"/>
                </a:lnTo>
                <a:lnTo>
                  <a:pt x="134453" y="692012"/>
                </a:lnTo>
                <a:lnTo>
                  <a:pt x="137755" y="697005"/>
                </a:lnTo>
                <a:lnTo>
                  <a:pt x="138436" y="697538"/>
                </a:lnTo>
                <a:lnTo>
                  <a:pt x="144376" y="698619"/>
                </a:lnTo>
                <a:lnTo>
                  <a:pt x="151536" y="700809"/>
                </a:lnTo>
                <a:lnTo>
                  <a:pt x="151930" y="703893"/>
                </a:lnTo>
                <a:lnTo>
                  <a:pt x="152221" y="708060"/>
                </a:lnTo>
                <a:lnTo>
                  <a:pt x="155331" y="712379"/>
                </a:lnTo>
                <a:lnTo>
                  <a:pt x="156705" y="716264"/>
                </a:lnTo>
                <a:lnTo>
                  <a:pt x="157423" y="722058"/>
                </a:lnTo>
                <a:lnTo>
                  <a:pt x="158994" y="725023"/>
                </a:lnTo>
                <a:lnTo>
                  <a:pt x="160671" y="726535"/>
                </a:lnTo>
                <a:lnTo>
                  <a:pt x="162904" y="727622"/>
                </a:lnTo>
                <a:lnTo>
                  <a:pt x="164350" y="730535"/>
                </a:lnTo>
                <a:lnTo>
                  <a:pt x="166918" y="735295"/>
                </a:lnTo>
                <a:lnTo>
                  <a:pt x="171366" y="740642"/>
                </a:lnTo>
                <a:lnTo>
                  <a:pt x="175654" y="741102"/>
                </a:lnTo>
                <a:lnTo>
                  <a:pt x="179567" y="740352"/>
                </a:lnTo>
                <a:lnTo>
                  <a:pt x="181052" y="738865"/>
                </a:lnTo>
                <a:lnTo>
                  <a:pt x="183423" y="738019"/>
                </a:lnTo>
                <a:lnTo>
                  <a:pt x="185699" y="737382"/>
                </a:lnTo>
                <a:lnTo>
                  <a:pt x="188344" y="737816"/>
                </a:lnTo>
                <a:lnTo>
                  <a:pt x="191477" y="738797"/>
                </a:lnTo>
                <a:lnTo>
                  <a:pt x="194415" y="739678"/>
                </a:lnTo>
                <a:lnTo>
                  <a:pt x="196057" y="739722"/>
                </a:lnTo>
                <a:lnTo>
                  <a:pt x="197159" y="739320"/>
                </a:lnTo>
                <a:lnTo>
                  <a:pt x="198322" y="738516"/>
                </a:lnTo>
                <a:lnTo>
                  <a:pt x="199247" y="738233"/>
                </a:lnTo>
                <a:lnTo>
                  <a:pt x="201087" y="737988"/>
                </a:lnTo>
                <a:lnTo>
                  <a:pt x="203295" y="737859"/>
                </a:lnTo>
                <a:lnTo>
                  <a:pt x="205235" y="738057"/>
                </a:lnTo>
                <a:lnTo>
                  <a:pt x="208792" y="739366"/>
                </a:lnTo>
                <a:lnTo>
                  <a:pt x="210270" y="740207"/>
                </a:lnTo>
                <a:lnTo>
                  <a:pt x="210894" y="741208"/>
                </a:lnTo>
                <a:lnTo>
                  <a:pt x="210275" y="742710"/>
                </a:lnTo>
                <a:lnTo>
                  <a:pt x="209034" y="744621"/>
                </a:lnTo>
                <a:lnTo>
                  <a:pt x="207303" y="746393"/>
                </a:lnTo>
                <a:lnTo>
                  <a:pt x="206009" y="748173"/>
                </a:lnTo>
                <a:lnTo>
                  <a:pt x="205281" y="749509"/>
                </a:lnTo>
                <a:lnTo>
                  <a:pt x="203951" y="751450"/>
                </a:lnTo>
                <a:lnTo>
                  <a:pt x="199073" y="751239"/>
                </a:lnTo>
                <a:lnTo>
                  <a:pt x="195088" y="750630"/>
                </a:lnTo>
                <a:lnTo>
                  <a:pt x="190402" y="749852"/>
                </a:lnTo>
                <a:lnTo>
                  <a:pt x="187061" y="749447"/>
                </a:lnTo>
                <a:lnTo>
                  <a:pt x="184556" y="749188"/>
                </a:lnTo>
                <a:lnTo>
                  <a:pt x="183421" y="749371"/>
                </a:lnTo>
                <a:lnTo>
                  <a:pt x="181223" y="749720"/>
                </a:lnTo>
                <a:lnTo>
                  <a:pt x="178849" y="750228"/>
                </a:lnTo>
                <a:lnTo>
                  <a:pt x="177609" y="750822"/>
                </a:lnTo>
                <a:lnTo>
                  <a:pt x="175253" y="751848"/>
                </a:lnTo>
                <a:lnTo>
                  <a:pt x="172654" y="753336"/>
                </a:lnTo>
                <a:lnTo>
                  <a:pt x="167941" y="755539"/>
                </a:lnTo>
                <a:lnTo>
                  <a:pt x="160303" y="756201"/>
                </a:lnTo>
                <a:lnTo>
                  <a:pt x="143858" y="755668"/>
                </a:lnTo>
                <a:lnTo>
                  <a:pt x="139974" y="752581"/>
                </a:lnTo>
                <a:lnTo>
                  <a:pt x="136901" y="747905"/>
                </a:lnTo>
                <a:lnTo>
                  <a:pt x="133719" y="744121"/>
                </a:lnTo>
                <a:lnTo>
                  <a:pt x="130718" y="741465"/>
                </a:lnTo>
                <a:lnTo>
                  <a:pt x="126646" y="739505"/>
                </a:lnTo>
                <a:lnTo>
                  <a:pt x="123802" y="739604"/>
                </a:lnTo>
                <a:lnTo>
                  <a:pt x="123265" y="741358"/>
                </a:lnTo>
                <a:lnTo>
                  <a:pt x="121980" y="745099"/>
                </a:lnTo>
                <a:lnTo>
                  <a:pt x="120668" y="748680"/>
                </a:lnTo>
                <a:lnTo>
                  <a:pt x="120438" y="752051"/>
                </a:lnTo>
                <a:lnTo>
                  <a:pt x="121143" y="757173"/>
                </a:lnTo>
                <a:lnTo>
                  <a:pt x="121100" y="760416"/>
                </a:lnTo>
                <a:lnTo>
                  <a:pt x="117724" y="761710"/>
                </a:lnTo>
                <a:lnTo>
                  <a:pt x="114900" y="759122"/>
                </a:lnTo>
                <a:lnTo>
                  <a:pt x="114342" y="755851"/>
                </a:lnTo>
                <a:lnTo>
                  <a:pt x="114200" y="750427"/>
                </a:lnTo>
                <a:lnTo>
                  <a:pt x="111832" y="746870"/>
                </a:lnTo>
                <a:lnTo>
                  <a:pt x="108344" y="744711"/>
                </a:lnTo>
                <a:lnTo>
                  <a:pt x="106899" y="741124"/>
                </a:lnTo>
                <a:lnTo>
                  <a:pt x="106999" y="732008"/>
                </a:lnTo>
                <a:lnTo>
                  <a:pt x="109751" y="728655"/>
                </a:lnTo>
                <a:lnTo>
                  <a:pt x="113257" y="727630"/>
                </a:lnTo>
                <a:lnTo>
                  <a:pt x="112204" y="719629"/>
                </a:lnTo>
                <a:lnTo>
                  <a:pt x="111213" y="716383"/>
                </a:lnTo>
                <a:lnTo>
                  <a:pt x="109864" y="714476"/>
                </a:lnTo>
                <a:lnTo>
                  <a:pt x="107266" y="713039"/>
                </a:lnTo>
                <a:lnTo>
                  <a:pt x="105683" y="711716"/>
                </a:lnTo>
                <a:lnTo>
                  <a:pt x="104146" y="709931"/>
                </a:lnTo>
                <a:lnTo>
                  <a:pt x="102122" y="705801"/>
                </a:lnTo>
                <a:lnTo>
                  <a:pt x="100995" y="703130"/>
                </a:lnTo>
                <a:lnTo>
                  <a:pt x="97565" y="697318"/>
                </a:lnTo>
                <a:lnTo>
                  <a:pt x="95722" y="695045"/>
                </a:lnTo>
                <a:lnTo>
                  <a:pt x="95189" y="694027"/>
                </a:lnTo>
                <a:lnTo>
                  <a:pt x="94359" y="691134"/>
                </a:lnTo>
                <a:lnTo>
                  <a:pt x="92864" y="687023"/>
                </a:lnTo>
                <a:lnTo>
                  <a:pt x="91320" y="684126"/>
                </a:lnTo>
                <a:lnTo>
                  <a:pt x="89680" y="681879"/>
                </a:lnTo>
                <a:lnTo>
                  <a:pt x="86625" y="679071"/>
                </a:lnTo>
                <a:lnTo>
                  <a:pt x="82838" y="676581"/>
                </a:lnTo>
                <a:lnTo>
                  <a:pt x="75687" y="674266"/>
                </a:lnTo>
                <a:lnTo>
                  <a:pt x="63651" y="676345"/>
                </a:lnTo>
                <a:lnTo>
                  <a:pt x="62319" y="679577"/>
                </a:lnTo>
                <a:lnTo>
                  <a:pt x="62128" y="684805"/>
                </a:lnTo>
                <a:lnTo>
                  <a:pt x="62267" y="699083"/>
                </a:lnTo>
                <a:lnTo>
                  <a:pt x="64053" y="704713"/>
                </a:lnTo>
                <a:lnTo>
                  <a:pt x="68942" y="713248"/>
                </a:lnTo>
                <a:lnTo>
                  <a:pt x="69042" y="719146"/>
                </a:lnTo>
                <a:lnTo>
                  <a:pt x="68406" y="721880"/>
                </a:lnTo>
                <a:lnTo>
                  <a:pt x="67562" y="724984"/>
                </a:lnTo>
                <a:lnTo>
                  <a:pt x="69007" y="727569"/>
                </a:lnTo>
                <a:lnTo>
                  <a:pt x="78587" y="728442"/>
                </a:lnTo>
                <a:lnTo>
                  <a:pt x="84351" y="733008"/>
                </a:lnTo>
                <a:lnTo>
                  <a:pt x="85610" y="738868"/>
                </a:lnTo>
                <a:lnTo>
                  <a:pt x="81113" y="740103"/>
                </a:lnTo>
                <a:lnTo>
                  <a:pt x="80185" y="743476"/>
                </a:lnTo>
                <a:lnTo>
                  <a:pt x="75630" y="752557"/>
                </a:lnTo>
                <a:lnTo>
                  <a:pt x="69936" y="752714"/>
                </a:lnTo>
                <a:lnTo>
                  <a:pt x="65351" y="751188"/>
                </a:lnTo>
                <a:lnTo>
                  <a:pt x="63454" y="751182"/>
                </a:lnTo>
                <a:lnTo>
                  <a:pt x="62131" y="752531"/>
                </a:lnTo>
                <a:lnTo>
                  <a:pt x="60009" y="755145"/>
                </a:lnTo>
                <a:lnTo>
                  <a:pt x="56708" y="757871"/>
                </a:lnTo>
                <a:lnTo>
                  <a:pt x="49935" y="760810"/>
                </a:lnTo>
                <a:lnTo>
                  <a:pt x="42701" y="763082"/>
                </a:lnTo>
                <a:lnTo>
                  <a:pt x="40290" y="764550"/>
                </a:lnTo>
                <a:lnTo>
                  <a:pt x="39839" y="766062"/>
                </a:lnTo>
                <a:lnTo>
                  <a:pt x="42638" y="771315"/>
                </a:lnTo>
                <a:lnTo>
                  <a:pt x="44952" y="773456"/>
                </a:lnTo>
                <a:lnTo>
                  <a:pt x="48990" y="772882"/>
                </a:lnTo>
                <a:lnTo>
                  <a:pt x="54751" y="773993"/>
                </a:lnTo>
                <a:lnTo>
                  <a:pt x="56052" y="776209"/>
                </a:lnTo>
                <a:lnTo>
                  <a:pt x="67258" y="778063"/>
                </a:lnTo>
                <a:lnTo>
                  <a:pt x="73761" y="783265"/>
                </a:lnTo>
                <a:lnTo>
                  <a:pt x="76389" y="785470"/>
                </a:lnTo>
                <a:lnTo>
                  <a:pt x="79428" y="786619"/>
                </a:lnTo>
                <a:lnTo>
                  <a:pt x="82405" y="789435"/>
                </a:lnTo>
                <a:lnTo>
                  <a:pt x="84821" y="790457"/>
                </a:lnTo>
                <a:lnTo>
                  <a:pt x="93015" y="792881"/>
                </a:lnTo>
                <a:lnTo>
                  <a:pt x="95317" y="795420"/>
                </a:lnTo>
                <a:lnTo>
                  <a:pt x="97960" y="800332"/>
                </a:lnTo>
                <a:lnTo>
                  <a:pt x="99957" y="804776"/>
                </a:lnTo>
                <a:lnTo>
                  <a:pt x="104185" y="805678"/>
                </a:lnTo>
                <a:lnTo>
                  <a:pt x="106282" y="808753"/>
                </a:lnTo>
                <a:lnTo>
                  <a:pt x="108209" y="811348"/>
                </a:lnTo>
                <a:lnTo>
                  <a:pt x="110178" y="810560"/>
                </a:lnTo>
                <a:lnTo>
                  <a:pt x="111914" y="805053"/>
                </a:lnTo>
                <a:lnTo>
                  <a:pt x="116343" y="802685"/>
                </a:lnTo>
                <a:lnTo>
                  <a:pt x="117157" y="799498"/>
                </a:lnTo>
                <a:lnTo>
                  <a:pt x="116682" y="794403"/>
                </a:lnTo>
                <a:lnTo>
                  <a:pt x="117822" y="790700"/>
                </a:lnTo>
                <a:lnTo>
                  <a:pt x="143066" y="792001"/>
                </a:lnTo>
                <a:lnTo>
                  <a:pt x="143653" y="798572"/>
                </a:lnTo>
                <a:lnTo>
                  <a:pt x="142341" y="801065"/>
                </a:lnTo>
                <a:lnTo>
                  <a:pt x="140797" y="803761"/>
                </a:lnTo>
                <a:lnTo>
                  <a:pt x="142435" y="806132"/>
                </a:lnTo>
                <a:lnTo>
                  <a:pt x="149341" y="808188"/>
                </a:lnTo>
                <a:lnTo>
                  <a:pt x="154722" y="817538"/>
                </a:lnTo>
                <a:lnTo>
                  <a:pt x="160079" y="829130"/>
                </a:lnTo>
                <a:lnTo>
                  <a:pt x="163074" y="829131"/>
                </a:lnTo>
                <a:lnTo>
                  <a:pt x="177503" y="826059"/>
                </a:lnTo>
                <a:lnTo>
                  <a:pt x="188107" y="829608"/>
                </a:lnTo>
                <a:lnTo>
                  <a:pt x="201818" y="839244"/>
                </a:lnTo>
                <a:lnTo>
                  <a:pt x="205081" y="843128"/>
                </a:lnTo>
                <a:lnTo>
                  <a:pt x="206600" y="845681"/>
                </a:lnTo>
                <a:lnTo>
                  <a:pt x="211722" y="847586"/>
                </a:lnTo>
                <a:lnTo>
                  <a:pt x="215796" y="849609"/>
                </a:lnTo>
                <a:lnTo>
                  <a:pt x="228757" y="852204"/>
                </a:lnTo>
                <a:lnTo>
                  <a:pt x="234212" y="858213"/>
                </a:lnTo>
                <a:lnTo>
                  <a:pt x="235222" y="864090"/>
                </a:lnTo>
                <a:lnTo>
                  <a:pt x="236179" y="870311"/>
                </a:lnTo>
                <a:lnTo>
                  <a:pt x="230284" y="874178"/>
                </a:lnTo>
                <a:lnTo>
                  <a:pt x="229702" y="881385"/>
                </a:lnTo>
                <a:lnTo>
                  <a:pt x="232568" y="892302"/>
                </a:lnTo>
                <a:lnTo>
                  <a:pt x="232640" y="900842"/>
                </a:lnTo>
                <a:lnTo>
                  <a:pt x="224784" y="911242"/>
                </a:lnTo>
                <a:lnTo>
                  <a:pt x="220238" y="913243"/>
                </a:lnTo>
                <a:lnTo>
                  <a:pt x="211641" y="912465"/>
                </a:lnTo>
                <a:lnTo>
                  <a:pt x="207938" y="911955"/>
                </a:lnTo>
                <a:lnTo>
                  <a:pt x="204031" y="911988"/>
                </a:lnTo>
                <a:lnTo>
                  <a:pt x="201883" y="913069"/>
                </a:lnTo>
                <a:lnTo>
                  <a:pt x="199062" y="912663"/>
                </a:lnTo>
                <a:lnTo>
                  <a:pt x="193767" y="912004"/>
                </a:lnTo>
                <a:lnTo>
                  <a:pt x="190704" y="916471"/>
                </a:lnTo>
                <a:lnTo>
                  <a:pt x="199051" y="921042"/>
                </a:lnTo>
                <a:lnTo>
                  <a:pt x="203553" y="922279"/>
                </a:lnTo>
                <a:lnTo>
                  <a:pt x="205844" y="923685"/>
                </a:lnTo>
                <a:lnTo>
                  <a:pt x="208136" y="925447"/>
                </a:lnTo>
                <a:lnTo>
                  <a:pt x="211182" y="927754"/>
                </a:lnTo>
                <a:lnTo>
                  <a:pt x="212625" y="931011"/>
                </a:lnTo>
                <a:lnTo>
                  <a:pt x="213359" y="933252"/>
                </a:lnTo>
                <a:lnTo>
                  <a:pt x="214593" y="935978"/>
                </a:lnTo>
                <a:lnTo>
                  <a:pt x="216975" y="938624"/>
                </a:lnTo>
                <a:lnTo>
                  <a:pt x="218430" y="942071"/>
                </a:lnTo>
                <a:lnTo>
                  <a:pt x="220301" y="952660"/>
                </a:lnTo>
                <a:lnTo>
                  <a:pt x="221171" y="955306"/>
                </a:lnTo>
                <a:lnTo>
                  <a:pt x="222305" y="958042"/>
                </a:lnTo>
                <a:lnTo>
                  <a:pt x="222861" y="960447"/>
                </a:lnTo>
                <a:lnTo>
                  <a:pt x="221547" y="963165"/>
                </a:lnTo>
                <a:lnTo>
                  <a:pt x="221231" y="964386"/>
                </a:lnTo>
                <a:lnTo>
                  <a:pt x="222747" y="965888"/>
                </a:lnTo>
                <a:lnTo>
                  <a:pt x="226490" y="967191"/>
                </a:lnTo>
                <a:lnTo>
                  <a:pt x="228203" y="968127"/>
                </a:lnTo>
                <a:lnTo>
                  <a:pt x="230127" y="972383"/>
                </a:lnTo>
                <a:lnTo>
                  <a:pt x="229695" y="980666"/>
                </a:lnTo>
                <a:lnTo>
                  <a:pt x="229383" y="985708"/>
                </a:lnTo>
                <a:lnTo>
                  <a:pt x="229250" y="991529"/>
                </a:lnTo>
                <a:lnTo>
                  <a:pt x="238415" y="996003"/>
                </a:lnTo>
                <a:lnTo>
                  <a:pt x="243302" y="996137"/>
                </a:lnTo>
                <a:lnTo>
                  <a:pt x="248438" y="996102"/>
                </a:lnTo>
                <a:lnTo>
                  <a:pt x="257492" y="996385"/>
                </a:lnTo>
                <a:lnTo>
                  <a:pt x="258125" y="996780"/>
                </a:lnTo>
                <a:lnTo>
                  <a:pt x="261158" y="1000498"/>
                </a:lnTo>
                <a:lnTo>
                  <a:pt x="264199" y="1005691"/>
                </a:lnTo>
                <a:lnTo>
                  <a:pt x="269414" y="1006155"/>
                </a:lnTo>
                <a:lnTo>
                  <a:pt x="273285" y="1005091"/>
                </a:lnTo>
                <a:lnTo>
                  <a:pt x="276130" y="1005983"/>
                </a:lnTo>
                <a:lnTo>
                  <a:pt x="277494" y="1007900"/>
                </a:lnTo>
                <a:lnTo>
                  <a:pt x="277605" y="1011117"/>
                </a:lnTo>
                <a:lnTo>
                  <a:pt x="277248" y="1014201"/>
                </a:lnTo>
                <a:lnTo>
                  <a:pt x="277911" y="1015886"/>
                </a:lnTo>
                <a:lnTo>
                  <a:pt x="280556" y="1016101"/>
                </a:lnTo>
                <a:lnTo>
                  <a:pt x="284013" y="1015582"/>
                </a:lnTo>
                <a:lnTo>
                  <a:pt x="285274" y="1018580"/>
                </a:lnTo>
                <a:lnTo>
                  <a:pt x="286316" y="1022476"/>
                </a:lnTo>
                <a:lnTo>
                  <a:pt x="288943" y="1022683"/>
                </a:lnTo>
                <a:lnTo>
                  <a:pt x="290198" y="1022272"/>
                </a:lnTo>
                <a:lnTo>
                  <a:pt x="291467" y="1020677"/>
                </a:lnTo>
                <a:lnTo>
                  <a:pt x="293829" y="1017190"/>
                </a:lnTo>
                <a:lnTo>
                  <a:pt x="294940" y="1016668"/>
                </a:lnTo>
                <a:lnTo>
                  <a:pt x="297884" y="1016687"/>
                </a:lnTo>
                <a:lnTo>
                  <a:pt x="301982" y="1018520"/>
                </a:lnTo>
                <a:lnTo>
                  <a:pt x="306288" y="1019521"/>
                </a:lnTo>
                <a:lnTo>
                  <a:pt x="300249" y="1029124"/>
                </a:lnTo>
                <a:lnTo>
                  <a:pt x="301009" y="1034524"/>
                </a:lnTo>
                <a:lnTo>
                  <a:pt x="298678" y="1035127"/>
                </a:lnTo>
                <a:lnTo>
                  <a:pt x="293536" y="1034971"/>
                </a:lnTo>
                <a:lnTo>
                  <a:pt x="291202" y="1036340"/>
                </a:lnTo>
                <a:lnTo>
                  <a:pt x="292453" y="1040828"/>
                </a:lnTo>
                <a:lnTo>
                  <a:pt x="294328" y="1045128"/>
                </a:lnTo>
                <a:lnTo>
                  <a:pt x="294146" y="1046603"/>
                </a:lnTo>
                <a:lnTo>
                  <a:pt x="292197" y="1049458"/>
                </a:lnTo>
                <a:lnTo>
                  <a:pt x="288769" y="1051638"/>
                </a:lnTo>
                <a:lnTo>
                  <a:pt x="285299" y="1052496"/>
                </a:lnTo>
                <a:lnTo>
                  <a:pt x="282872" y="1053188"/>
                </a:lnTo>
                <a:lnTo>
                  <a:pt x="279222" y="1054337"/>
                </a:lnTo>
                <a:lnTo>
                  <a:pt x="277578" y="1054451"/>
                </a:lnTo>
                <a:lnTo>
                  <a:pt x="274809" y="1052902"/>
                </a:lnTo>
                <a:lnTo>
                  <a:pt x="270959" y="1049066"/>
                </a:lnTo>
                <a:lnTo>
                  <a:pt x="268790" y="1048219"/>
                </a:lnTo>
                <a:lnTo>
                  <a:pt x="266555" y="1047689"/>
                </a:lnTo>
                <a:lnTo>
                  <a:pt x="264756" y="1046797"/>
                </a:lnTo>
                <a:lnTo>
                  <a:pt x="263280" y="1043479"/>
                </a:lnTo>
                <a:lnTo>
                  <a:pt x="262021" y="1041226"/>
                </a:lnTo>
                <a:lnTo>
                  <a:pt x="260180" y="1040307"/>
                </a:lnTo>
                <a:lnTo>
                  <a:pt x="258475" y="1040407"/>
                </a:lnTo>
                <a:lnTo>
                  <a:pt x="254992" y="1040651"/>
                </a:lnTo>
                <a:lnTo>
                  <a:pt x="250340" y="1039722"/>
                </a:lnTo>
                <a:lnTo>
                  <a:pt x="249723" y="1040260"/>
                </a:lnTo>
                <a:lnTo>
                  <a:pt x="248959" y="1041636"/>
                </a:lnTo>
                <a:lnTo>
                  <a:pt x="248338" y="1043623"/>
                </a:lnTo>
                <a:lnTo>
                  <a:pt x="246773" y="1044581"/>
                </a:lnTo>
                <a:lnTo>
                  <a:pt x="244055" y="1044159"/>
                </a:lnTo>
                <a:lnTo>
                  <a:pt x="241368" y="1043427"/>
                </a:lnTo>
                <a:lnTo>
                  <a:pt x="238884" y="1043747"/>
                </a:lnTo>
                <a:lnTo>
                  <a:pt x="237818" y="1045795"/>
                </a:lnTo>
                <a:lnTo>
                  <a:pt x="238418" y="1047403"/>
                </a:lnTo>
                <a:lnTo>
                  <a:pt x="240658" y="1049321"/>
                </a:lnTo>
                <a:lnTo>
                  <a:pt x="241553" y="1052663"/>
                </a:lnTo>
                <a:lnTo>
                  <a:pt x="237491" y="1053402"/>
                </a:lnTo>
                <a:lnTo>
                  <a:pt x="235905" y="1055121"/>
                </a:lnTo>
                <a:lnTo>
                  <a:pt x="235605" y="1062450"/>
                </a:lnTo>
                <a:lnTo>
                  <a:pt x="237662" y="1066059"/>
                </a:lnTo>
                <a:lnTo>
                  <a:pt x="241124" y="1070184"/>
                </a:lnTo>
                <a:lnTo>
                  <a:pt x="243017" y="1074476"/>
                </a:lnTo>
                <a:lnTo>
                  <a:pt x="243970" y="1079861"/>
                </a:lnTo>
                <a:lnTo>
                  <a:pt x="247576" y="1082924"/>
                </a:lnTo>
                <a:lnTo>
                  <a:pt x="251065" y="1082254"/>
                </a:lnTo>
                <a:lnTo>
                  <a:pt x="251467" y="1079403"/>
                </a:lnTo>
                <a:lnTo>
                  <a:pt x="253762" y="1076439"/>
                </a:lnTo>
                <a:lnTo>
                  <a:pt x="256534" y="1073995"/>
                </a:lnTo>
                <a:lnTo>
                  <a:pt x="258972" y="1072390"/>
                </a:lnTo>
                <a:lnTo>
                  <a:pt x="260467" y="1071389"/>
                </a:lnTo>
                <a:lnTo>
                  <a:pt x="261365" y="1071168"/>
                </a:lnTo>
                <a:lnTo>
                  <a:pt x="265297" y="1071372"/>
                </a:lnTo>
                <a:lnTo>
                  <a:pt x="268382" y="1072114"/>
                </a:lnTo>
                <a:lnTo>
                  <a:pt x="272518" y="1073712"/>
                </a:lnTo>
                <a:lnTo>
                  <a:pt x="274697" y="1074518"/>
                </a:lnTo>
                <a:lnTo>
                  <a:pt x="276206" y="1075928"/>
                </a:lnTo>
                <a:lnTo>
                  <a:pt x="277447" y="1077864"/>
                </a:lnTo>
                <a:lnTo>
                  <a:pt x="277413" y="1080108"/>
                </a:lnTo>
                <a:lnTo>
                  <a:pt x="278278" y="1082756"/>
                </a:lnTo>
                <a:lnTo>
                  <a:pt x="280383" y="1085232"/>
                </a:lnTo>
                <a:lnTo>
                  <a:pt x="282307" y="1085619"/>
                </a:lnTo>
                <a:lnTo>
                  <a:pt x="284351" y="1084979"/>
                </a:lnTo>
                <a:lnTo>
                  <a:pt x="285257" y="1083930"/>
                </a:lnTo>
                <a:lnTo>
                  <a:pt x="285067" y="1083348"/>
                </a:lnTo>
                <a:lnTo>
                  <a:pt x="286974" y="1082763"/>
                </a:lnTo>
                <a:lnTo>
                  <a:pt x="289431" y="1082629"/>
                </a:lnTo>
                <a:lnTo>
                  <a:pt x="288714" y="1082571"/>
                </a:lnTo>
                <a:lnTo>
                  <a:pt x="293418" y="1083525"/>
                </a:lnTo>
                <a:lnTo>
                  <a:pt x="300240" y="1083981"/>
                </a:lnTo>
                <a:lnTo>
                  <a:pt x="302115" y="1085337"/>
                </a:lnTo>
                <a:lnTo>
                  <a:pt x="305708" y="1085818"/>
                </a:lnTo>
                <a:lnTo>
                  <a:pt x="313993" y="1085201"/>
                </a:lnTo>
                <a:lnTo>
                  <a:pt x="315645" y="1083974"/>
                </a:lnTo>
                <a:lnTo>
                  <a:pt x="321678" y="1082953"/>
                </a:lnTo>
                <a:lnTo>
                  <a:pt x="325031" y="1083139"/>
                </a:lnTo>
                <a:lnTo>
                  <a:pt x="329825" y="1084876"/>
                </a:lnTo>
                <a:lnTo>
                  <a:pt x="331564" y="1085281"/>
                </a:lnTo>
                <a:lnTo>
                  <a:pt x="334064" y="1085488"/>
                </a:lnTo>
                <a:lnTo>
                  <a:pt x="337031" y="1085762"/>
                </a:lnTo>
                <a:lnTo>
                  <a:pt x="339342" y="1085678"/>
                </a:lnTo>
                <a:lnTo>
                  <a:pt x="341023" y="1085414"/>
                </a:lnTo>
                <a:lnTo>
                  <a:pt x="342728" y="1084254"/>
                </a:lnTo>
                <a:lnTo>
                  <a:pt x="343155" y="1083907"/>
                </a:lnTo>
                <a:lnTo>
                  <a:pt x="344971" y="1083772"/>
                </a:lnTo>
                <a:lnTo>
                  <a:pt x="348532" y="1083735"/>
                </a:lnTo>
                <a:lnTo>
                  <a:pt x="350343" y="1083549"/>
                </a:lnTo>
                <a:lnTo>
                  <a:pt x="353279" y="1083380"/>
                </a:lnTo>
                <a:lnTo>
                  <a:pt x="357207" y="1083192"/>
                </a:lnTo>
                <a:lnTo>
                  <a:pt x="359520" y="1082347"/>
                </a:lnTo>
                <a:lnTo>
                  <a:pt x="361826" y="1080944"/>
                </a:lnTo>
                <a:lnTo>
                  <a:pt x="362928" y="1079971"/>
                </a:lnTo>
                <a:lnTo>
                  <a:pt x="363900" y="1079470"/>
                </a:lnTo>
                <a:lnTo>
                  <a:pt x="366370" y="1079822"/>
                </a:lnTo>
                <a:lnTo>
                  <a:pt x="367842" y="1080839"/>
                </a:lnTo>
                <a:lnTo>
                  <a:pt x="369607" y="1081545"/>
                </a:lnTo>
                <a:lnTo>
                  <a:pt x="370490" y="1081917"/>
                </a:lnTo>
                <a:lnTo>
                  <a:pt x="373374" y="1083479"/>
                </a:lnTo>
                <a:lnTo>
                  <a:pt x="375705" y="1084338"/>
                </a:lnTo>
                <a:lnTo>
                  <a:pt x="378746" y="1084931"/>
                </a:lnTo>
                <a:lnTo>
                  <a:pt x="381410" y="1084461"/>
                </a:lnTo>
                <a:lnTo>
                  <a:pt x="382091" y="1084247"/>
                </a:lnTo>
                <a:lnTo>
                  <a:pt x="383468" y="1083812"/>
                </a:lnTo>
                <a:lnTo>
                  <a:pt x="385954" y="1083841"/>
                </a:lnTo>
                <a:lnTo>
                  <a:pt x="388555" y="1084121"/>
                </a:lnTo>
                <a:lnTo>
                  <a:pt x="390832" y="1084080"/>
                </a:lnTo>
                <a:lnTo>
                  <a:pt x="396629" y="1084218"/>
                </a:lnTo>
                <a:lnTo>
                  <a:pt x="399926" y="1084385"/>
                </a:lnTo>
                <a:lnTo>
                  <a:pt x="403942" y="1084486"/>
                </a:lnTo>
                <a:lnTo>
                  <a:pt x="406865" y="1084198"/>
                </a:lnTo>
                <a:lnTo>
                  <a:pt x="410604" y="1084026"/>
                </a:lnTo>
                <a:lnTo>
                  <a:pt x="412475" y="1083987"/>
                </a:lnTo>
                <a:lnTo>
                  <a:pt x="414160" y="1084134"/>
                </a:lnTo>
                <a:lnTo>
                  <a:pt x="417361" y="1084406"/>
                </a:lnTo>
                <a:lnTo>
                  <a:pt x="420022" y="1084904"/>
                </a:lnTo>
                <a:lnTo>
                  <a:pt x="421087" y="1084418"/>
                </a:lnTo>
                <a:lnTo>
                  <a:pt x="423513" y="1083069"/>
                </a:lnTo>
                <a:lnTo>
                  <a:pt x="425394" y="1082942"/>
                </a:lnTo>
                <a:lnTo>
                  <a:pt x="428658" y="1082703"/>
                </a:lnTo>
                <a:lnTo>
                  <a:pt x="433147" y="1082807"/>
                </a:lnTo>
                <a:lnTo>
                  <a:pt x="436853" y="1082355"/>
                </a:lnTo>
                <a:lnTo>
                  <a:pt x="441620" y="1084200"/>
                </a:lnTo>
                <a:lnTo>
                  <a:pt x="440610" y="1087613"/>
                </a:lnTo>
                <a:lnTo>
                  <a:pt x="435826" y="1087967"/>
                </a:lnTo>
                <a:lnTo>
                  <a:pt x="432285" y="1089065"/>
                </a:lnTo>
                <a:lnTo>
                  <a:pt x="430967" y="1090990"/>
                </a:lnTo>
                <a:lnTo>
                  <a:pt x="428831" y="1092205"/>
                </a:lnTo>
                <a:lnTo>
                  <a:pt x="426076" y="1092779"/>
                </a:lnTo>
                <a:lnTo>
                  <a:pt x="421879" y="1097234"/>
                </a:lnTo>
                <a:lnTo>
                  <a:pt x="419422" y="1100800"/>
                </a:lnTo>
                <a:lnTo>
                  <a:pt x="413753" y="1102432"/>
                </a:lnTo>
                <a:lnTo>
                  <a:pt x="408780" y="1104115"/>
                </a:lnTo>
                <a:lnTo>
                  <a:pt x="400463" y="1103215"/>
                </a:lnTo>
                <a:lnTo>
                  <a:pt x="396900" y="1104434"/>
                </a:lnTo>
                <a:lnTo>
                  <a:pt x="391553" y="1109384"/>
                </a:lnTo>
                <a:lnTo>
                  <a:pt x="389243" y="1111925"/>
                </a:lnTo>
                <a:lnTo>
                  <a:pt x="390401" y="1113817"/>
                </a:lnTo>
                <a:lnTo>
                  <a:pt x="392146" y="1115318"/>
                </a:lnTo>
                <a:lnTo>
                  <a:pt x="389823" y="1116893"/>
                </a:lnTo>
                <a:lnTo>
                  <a:pt x="386866" y="1118833"/>
                </a:lnTo>
                <a:lnTo>
                  <a:pt x="385230" y="1120710"/>
                </a:lnTo>
                <a:lnTo>
                  <a:pt x="385559" y="1122426"/>
                </a:lnTo>
                <a:lnTo>
                  <a:pt x="387021" y="1123596"/>
                </a:lnTo>
                <a:lnTo>
                  <a:pt x="389446" y="1124466"/>
                </a:lnTo>
                <a:lnTo>
                  <a:pt x="392265" y="1124801"/>
                </a:lnTo>
                <a:lnTo>
                  <a:pt x="394228" y="1126763"/>
                </a:lnTo>
                <a:lnTo>
                  <a:pt x="391776" y="1131986"/>
                </a:lnTo>
                <a:lnTo>
                  <a:pt x="389378" y="1132253"/>
                </a:lnTo>
                <a:lnTo>
                  <a:pt x="383066" y="1132295"/>
                </a:lnTo>
                <a:lnTo>
                  <a:pt x="377553" y="1132413"/>
                </a:lnTo>
                <a:lnTo>
                  <a:pt x="376555" y="1131614"/>
                </a:lnTo>
                <a:lnTo>
                  <a:pt x="372986" y="1131232"/>
                </a:lnTo>
                <a:lnTo>
                  <a:pt x="367418" y="1130962"/>
                </a:lnTo>
                <a:lnTo>
                  <a:pt x="363341" y="1130668"/>
                </a:lnTo>
                <a:lnTo>
                  <a:pt x="361019" y="1130153"/>
                </a:lnTo>
                <a:lnTo>
                  <a:pt x="359537" y="1128815"/>
                </a:lnTo>
                <a:lnTo>
                  <a:pt x="356967" y="1128982"/>
                </a:lnTo>
                <a:lnTo>
                  <a:pt x="354490" y="1129258"/>
                </a:lnTo>
                <a:lnTo>
                  <a:pt x="354239" y="1129590"/>
                </a:lnTo>
                <a:lnTo>
                  <a:pt x="344385" y="1127584"/>
                </a:lnTo>
                <a:lnTo>
                  <a:pt x="338699" y="1127721"/>
                </a:lnTo>
                <a:lnTo>
                  <a:pt x="336112" y="1130696"/>
                </a:lnTo>
                <a:lnTo>
                  <a:pt x="334580" y="1132081"/>
                </a:lnTo>
                <a:lnTo>
                  <a:pt x="332732" y="1132827"/>
                </a:lnTo>
                <a:lnTo>
                  <a:pt x="330311" y="1132961"/>
                </a:lnTo>
                <a:lnTo>
                  <a:pt x="328358" y="1132423"/>
                </a:lnTo>
                <a:lnTo>
                  <a:pt x="324537" y="1130541"/>
                </a:lnTo>
                <a:lnTo>
                  <a:pt x="320604" y="1128361"/>
                </a:lnTo>
                <a:lnTo>
                  <a:pt x="316531" y="1125780"/>
                </a:lnTo>
                <a:lnTo>
                  <a:pt x="315238" y="1124903"/>
                </a:lnTo>
                <a:lnTo>
                  <a:pt x="313766" y="1126109"/>
                </a:lnTo>
                <a:lnTo>
                  <a:pt x="313060" y="1129202"/>
                </a:lnTo>
                <a:lnTo>
                  <a:pt x="310019" y="1130806"/>
                </a:lnTo>
                <a:lnTo>
                  <a:pt x="303657" y="1131567"/>
                </a:lnTo>
                <a:lnTo>
                  <a:pt x="300310" y="1131764"/>
                </a:lnTo>
                <a:lnTo>
                  <a:pt x="297689" y="1132126"/>
                </a:lnTo>
                <a:lnTo>
                  <a:pt x="294482" y="1132491"/>
                </a:lnTo>
                <a:lnTo>
                  <a:pt x="291607" y="1132581"/>
                </a:lnTo>
                <a:lnTo>
                  <a:pt x="287506" y="1132489"/>
                </a:lnTo>
                <a:lnTo>
                  <a:pt x="283364" y="1132595"/>
                </a:lnTo>
                <a:lnTo>
                  <a:pt x="280994" y="1131874"/>
                </a:lnTo>
                <a:lnTo>
                  <a:pt x="278504" y="1131739"/>
                </a:lnTo>
                <a:lnTo>
                  <a:pt x="275158" y="1132790"/>
                </a:lnTo>
                <a:lnTo>
                  <a:pt x="273700" y="1135364"/>
                </a:lnTo>
                <a:lnTo>
                  <a:pt x="273376" y="1137267"/>
                </a:lnTo>
                <a:lnTo>
                  <a:pt x="271935" y="1139164"/>
                </a:lnTo>
                <a:lnTo>
                  <a:pt x="268693" y="1139463"/>
                </a:lnTo>
                <a:lnTo>
                  <a:pt x="265111" y="1140445"/>
                </a:lnTo>
                <a:lnTo>
                  <a:pt x="262492" y="1142484"/>
                </a:lnTo>
                <a:lnTo>
                  <a:pt x="264209" y="1146042"/>
                </a:lnTo>
                <a:lnTo>
                  <a:pt x="266201" y="1148870"/>
                </a:lnTo>
                <a:lnTo>
                  <a:pt x="267182" y="1150661"/>
                </a:lnTo>
                <a:lnTo>
                  <a:pt x="270645" y="1152391"/>
                </a:lnTo>
                <a:lnTo>
                  <a:pt x="273498" y="1153710"/>
                </a:lnTo>
                <a:lnTo>
                  <a:pt x="275352" y="1154444"/>
                </a:lnTo>
                <a:lnTo>
                  <a:pt x="278527" y="1156017"/>
                </a:lnTo>
                <a:lnTo>
                  <a:pt x="280891" y="1156742"/>
                </a:lnTo>
                <a:lnTo>
                  <a:pt x="283376" y="1157072"/>
                </a:lnTo>
                <a:lnTo>
                  <a:pt x="285847" y="1154970"/>
                </a:lnTo>
                <a:lnTo>
                  <a:pt x="287457" y="1153713"/>
                </a:lnTo>
                <a:lnTo>
                  <a:pt x="288752" y="1152849"/>
                </a:lnTo>
                <a:lnTo>
                  <a:pt x="292012" y="1152783"/>
                </a:lnTo>
                <a:lnTo>
                  <a:pt x="294598" y="1153096"/>
                </a:lnTo>
                <a:lnTo>
                  <a:pt x="296838" y="1153621"/>
                </a:lnTo>
                <a:lnTo>
                  <a:pt x="300559" y="1154290"/>
                </a:lnTo>
                <a:lnTo>
                  <a:pt x="303951" y="1154007"/>
                </a:lnTo>
                <a:lnTo>
                  <a:pt x="306104" y="1153378"/>
                </a:lnTo>
                <a:lnTo>
                  <a:pt x="309760" y="1153735"/>
                </a:lnTo>
                <a:lnTo>
                  <a:pt x="314467" y="1153946"/>
                </a:lnTo>
                <a:lnTo>
                  <a:pt x="319049" y="1154052"/>
                </a:lnTo>
                <a:lnTo>
                  <a:pt x="319751" y="1154219"/>
                </a:lnTo>
                <a:lnTo>
                  <a:pt x="321791" y="1152713"/>
                </a:lnTo>
                <a:lnTo>
                  <a:pt x="323224" y="1150180"/>
                </a:lnTo>
                <a:lnTo>
                  <a:pt x="324176" y="1147964"/>
                </a:lnTo>
                <a:lnTo>
                  <a:pt x="325148" y="1146124"/>
                </a:lnTo>
                <a:lnTo>
                  <a:pt x="325756" y="1144415"/>
                </a:lnTo>
                <a:lnTo>
                  <a:pt x="326726" y="1143272"/>
                </a:lnTo>
                <a:lnTo>
                  <a:pt x="328351" y="1142135"/>
                </a:lnTo>
                <a:lnTo>
                  <a:pt x="331523" y="1140645"/>
                </a:lnTo>
                <a:lnTo>
                  <a:pt x="332893" y="1139572"/>
                </a:lnTo>
                <a:lnTo>
                  <a:pt x="335377" y="1138911"/>
                </a:lnTo>
                <a:lnTo>
                  <a:pt x="338062" y="1138674"/>
                </a:lnTo>
                <a:lnTo>
                  <a:pt x="341056" y="1138904"/>
                </a:lnTo>
                <a:lnTo>
                  <a:pt x="343510" y="1139300"/>
                </a:lnTo>
                <a:lnTo>
                  <a:pt x="345616" y="1139589"/>
                </a:lnTo>
                <a:lnTo>
                  <a:pt x="347238" y="1140313"/>
                </a:lnTo>
                <a:lnTo>
                  <a:pt x="351194" y="1141626"/>
                </a:lnTo>
                <a:lnTo>
                  <a:pt x="354323" y="1142537"/>
                </a:lnTo>
                <a:lnTo>
                  <a:pt x="355853" y="1143415"/>
                </a:lnTo>
                <a:lnTo>
                  <a:pt x="359682" y="1144173"/>
                </a:lnTo>
                <a:lnTo>
                  <a:pt x="363739" y="1144333"/>
                </a:lnTo>
                <a:lnTo>
                  <a:pt x="364668" y="1142604"/>
                </a:lnTo>
                <a:lnTo>
                  <a:pt x="366991" y="1142180"/>
                </a:lnTo>
                <a:lnTo>
                  <a:pt x="372395" y="1143332"/>
                </a:lnTo>
                <a:lnTo>
                  <a:pt x="374201" y="1144016"/>
                </a:lnTo>
                <a:lnTo>
                  <a:pt x="376127" y="1143038"/>
                </a:lnTo>
                <a:lnTo>
                  <a:pt x="376458" y="1142558"/>
                </a:lnTo>
                <a:lnTo>
                  <a:pt x="378926" y="1142299"/>
                </a:lnTo>
                <a:lnTo>
                  <a:pt x="381369" y="1142577"/>
                </a:lnTo>
                <a:lnTo>
                  <a:pt x="384004" y="1142684"/>
                </a:lnTo>
                <a:lnTo>
                  <a:pt x="387127" y="1142672"/>
                </a:lnTo>
                <a:lnTo>
                  <a:pt x="388208" y="1142423"/>
                </a:lnTo>
                <a:lnTo>
                  <a:pt x="390681" y="1141490"/>
                </a:lnTo>
                <a:lnTo>
                  <a:pt x="392537" y="1140895"/>
                </a:lnTo>
                <a:lnTo>
                  <a:pt x="394385" y="1139554"/>
                </a:lnTo>
                <a:lnTo>
                  <a:pt x="396029" y="1137434"/>
                </a:lnTo>
                <a:lnTo>
                  <a:pt x="401069" y="1134099"/>
                </a:lnTo>
                <a:lnTo>
                  <a:pt x="407944" y="1137268"/>
                </a:lnTo>
                <a:lnTo>
                  <a:pt x="407890" y="1139343"/>
                </a:lnTo>
                <a:lnTo>
                  <a:pt x="407597" y="1141453"/>
                </a:lnTo>
                <a:lnTo>
                  <a:pt x="406621" y="1142860"/>
                </a:lnTo>
                <a:lnTo>
                  <a:pt x="404972" y="1144190"/>
                </a:lnTo>
                <a:lnTo>
                  <a:pt x="402404" y="1143743"/>
                </a:lnTo>
                <a:lnTo>
                  <a:pt x="400756" y="1144562"/>
                </a:lnTo>
                <a:lnTo>
                  <a:pt x="400482" y="1146034"/>
                </a:lnTo>
                <a:lnTo>
                  <a:pt x="401694" y="1147265"/>
                </a:lnTo>
                <a:lnTo>
                  <a:pt x="402647" y="1149466"/>
                </a:lnTo>
                <a:lnTo>
                  <a:pt x="403444" y="1152088"/>
                </a:lnTo>
                <a:lnTo>
                  <a:pt x="397937" y="1151743"/>
                </a:lnTo>
                <a:lnTo>
                  <a:pt x="392206" y="1151013"/>
                </a:lnTo>
                <a:lnTo>
                  <a:pt x="388290" y="1152801"/>
                </a:lnTo>
                <a:lnTo>
                  <a:pt x="384996" y="1155433"/>
                </a:lnTo>
                <a:lnTo>
                  <a:pt x="382718" y="1157356"/>
                </a:lnTo>
                <a:lnTo>
                  <a:pt x="382580" y="1159623"/>
                </a:lnTo>
                <a:lnTo>
                  <a:pt x="384668" y="1160898"/>
                </a:lnTo>
                <a:lnTo>
                  <a:pt x="387560" y="1161608"/>
                </a:lnTo>
                <a:lnTo>
                  <a:pt x="391850" y="1163357"/>
                </a:lnTo>
                <a:lnTo>
                  <a:pt x="395008" y="1165453"/>
                </a:lnTo>
                <a:lnTo>
                  <a:pt x="397104" y="1167192"/>
                </a:lnTo>
                <a:lnTo>
                  <a:pt x="396711" y="1177096"/>
                </a:lnTo>
                <a:lnTo>
                  <a:pt x="383152" y="1177009"/>
                </a:lnTo>
                <a:lnTo>
                  <a:pt x="380103" y="1178006"/>
                </a:lnTo>
                <a:lnTo>
                  <a:pt x="381389" y="1181488"/>
                </a:lnTo>
                <a:lnTo>
                  <a:pt x="382010" y="1182739"/>
                </a:lnTo>
                <a:lnTo>
                  <a:pt x="383181" y="1184133"/>
                </a:lnTo>
                <a:lnTo>
                  <a:pt x="384931" y="1186301"/>
                </a:lnTo>
                <a:lnTo>
                  <a:pt x="385694" y="1188137"/>
                </a:lnTo>
                <a:lnTo>
                  <a:pt x="386745" y="1189170"/>
                </a:lnTo>
                <a:lnTo>
                  <a:pt x="389235" y="1189040"/>
                </a:lnTo>
                <a:lnTo>
                  <a:pt x="390173" y="1189497"/>
                </a:lnTo>
                <a:lnTo>
                  <a:pt x="391550" y="1189480"/>
                </a:lnTo>
                <a:lnTo>
                  <a:pt x="393341" y="1189790"/>
                </a:lnTo>
                <a:lnTo>
                  <a:pt x="394480" y="1189142"/>
                </a:lnTo>
                <a:lnTo>
                  <a:pt x="395350" y="1187957"/>
                </a:lnTo>
                <a:lnTo>
                  <a:pt x="395975" y="1186559"/>
                </a:lnTo>
                <a:lnTo>
                  <a:pt x="396828" y="1185056"/>
                </a:lnTo>
                <a:lnTo>
                  <a:pt x="397259" y="1184237"/>
                </a:lnTo>
                <a:lnTo>
                  <a:pt x="398798" y="1182906"/>
                </a:lnTo>
                <a:lnTo>
                  <a:pt x="400740" y="1182669"/>
                </a:lnTo>
                <a:lnTo>
                  <a:pt x="404157" y="1182681"/>
                </a:lnTo>
                <a:lnTo>
                  <a:pt x="406679" y="1182290"/>
                </a:lnTo>
                <a:lnTo>
                  <a:pt x="409625" y="1182175"/>
                </a:lnTo>
                <a:lnTo>
                  <a:pt x="412114" y="1180282"/>
                </a:lnTo>
                <a:lnTo>
                  <a:pt x="411557" y="1172218"/>
                </a:lnTo>
                <a:lnTo>
                  <a:pt x="413983" y="1170723"/>
                </a:lnTo>
                <a:lnTo>
                  <a:pt x="416479" y="1169319"/>
                </a:lnTo>
                <a:lnTo>
                  <a:pt x="417458" y="1167031"/>
                </a:lnTo>
                <a:lnTo>
                  <a:pt x="418209" y="1165102"/>
                </a:lnTo>
                <a:lnTo>
                  <a:pt x="419387" y="1163920"/>
                </a:lnTo>
                <a:lnTo>
                  <a:pt x="420550" y="1162591"/>
                </a:lnTo>
                <a:lnTo>
                  <a:pt x="423409" y="1162387"/>
                </a:lnTo>
                <a:lnTo>
                  <a:pt x="425933" y="1162436"/>
                </a:lnTo>
                <a:lnTo>
                  <a:pt x="427410" y="1162324"/>
                </a:lnTo>
                <a:lnTo>
                  <a:pt x="429618" y="1159795"/>
                </a:lnTo>
                <a:lnTo>
                  <a:pt x="431495" y="1158420"/>
                </a:lnTo>
                <a:lnTo>
                  <a:pt x="437778" y="1156072"/>
                </a:lnTo>
                <a:lnTo>
                  <a:pt x="439182" y="1154143"/>
                </a:lnTo>
                <a:lnTo>
                  <a:pt x="438557" y="1151999"/>
                </a:lnTo>
                <a:lnTo>
                  <a:pt x="436315" y="1149238"/>
                </a:lnTo>
                <a:lnTo>
                  <a:pt x="435381" y="1148257"/>
                </a:lnTo>
                <a:lnTo>
                  <a:pt x="433306" y="1146822"/>
                </a:lnTo>
                <a:lnTo>
                  <a:pt x="431807" y="1145533"/>
                </a:lnTo>
                <a:lnTo>
                  <a:pt x="431354" y="1142920"/>
                </a:lnTo>
                <a:lnTo>
                  <a:pt x="430613" y="1139466"/>
                </a:lnTo>
                <a:lnTo>
                  <a:pt x="429589" y="1132566"/>
                </a:lnTo>
                <a:lnTo>
                  <a:pt x="429282" y="1131587"/>
                </a:lnTo>
                <a:lnTo>
                  <a:pt x="428793" y="1129752"/>
                </a:lnTo>
                <a:lnTo>
                  <a:pt x="428379" y="1128379"/>
                </a:lnTo>
                <a:lnTo>
                  <a:pt x="430151" y="1127001"/>
                </a:lnTo>
                <a:lnTo>
                  <a:pt x="431602" y="1126725"/>
                </a:lnTo>
                <a:lnTo>
                  <a:pt x="433532" y="1126869"/>
                </a:lnTo>
                <a:lnTo>
                  <a:pt x="434869" y="1126960"/>
                </a:lnTo>
                <a:lnTo>
                  <a:pt x="436719" y="1128021"/>
                </a:lnTo>
                <a:lnTo>
                  <a:pt x="438530" y="1129507"/>
                </a:lnTo>
                <a:lnTo>
                  <a:pt x="438718" y="1131658"/>
                </a:lnTo>
                <a:lnTo>
                  <a:pt x="438049" y="1132814"/>
                </a:lnTo>
                <a:lnTo>
                  <a:pt x="436956" y="1133356"/>
                </a:lnTo>
                <a:lnTo>
                  <a:pt x="436028" y="1133770"/>
                </a:lnTo>
                <a:lnTo>
                  <a:pt x="435950" y="1134916"/>
                </a:lnTo>
                <a:lnTo>
                  <a:pt x="435980" y="1136257"/>
                </a:lnTo>
                <a:lnTo>
                  <a:pt x="436048" y="1138155"/>
                </a:lnTo>
                <a:lnTo>
                  <a:pt x="436994" y="1139016"/>
                </a:lnTo>
                <a:lnTo>
                  <a:pt x="439606" y="1139939"/>
                </a:lnTo>
                <a:lnTo>
                  <a:pt x="440605" y="1139906"/>
                </a:lnTo>
                <a:lnTo>
                  <a:pt x="442050" y="1139295"/>
                </a:lnTo>
                <a:lnTo>
                  <a:pt x="443475" y="1138316"/>
                </a:lnTo>
                <a:lnTo>
                  <a:pt x="444130" y="1137557"/>
                </a:lnTo>
                <a:lnTo>
                  <a:pt x="446254" y="1137156"/>
                </a:lnTo>
                <a:lnTo>
                  <a:pt x="447262" y="1137210"/>
                </a:lnTo>
                <a:lnTo>
                  <a:pt x="448955" y="1137464"/>
                </a:lnTo>
                <a:lnTo>
                  <a:pt x="450532" y="1137892"/>
                </a:lnTo>
                <a:lnTo>
                  <a:pt x="452551" y="1139226"/>
                </a:lnTo>
                <a:lnTo>
                  <a:pt x="454388" y="1140643"/>
                </a:lnTo>
                <a:lnTo>
                  <a:pt x="456819" y="1141726"/>
                </a:lnTo>
                <a:lnTo>
                  <a:pt x="458278" y="1142350"/>
                </a:lnTo>
                <a:lnTo>
                  <a:pt x="459715" y="1142744"/>
                </a:lnTo>
                <a:lnTo>
                  <a:pt x="460944" y="1142645"/>
                </a:lnTo>
                <a:lnTo>
                  <a:pt x="461626" y="1141969"/>
                </a:lnTo>
                <a:lnTo>
                  <a:pt x="461816" y="1141356"/>
                </a:lnTo>
                <a:lnTo>
                  <a:pt x="461934" y="1140950"/>
                </a:lnTo>
                <a:lnTo>
                  <a:pt x="462504" y="1140344"/>
                </a:lnTo>
                <a:lnTo>
                  <a:pt x="462224" y="1138059"/>
                </a:lnTo>
                <a:lnTo>
                  <a:pt x="463207" y="1138243"/>
                </a:lnTo>
                <a:lnTo>
                  <a:pt x="459817" y="1135274"/>
                </a:lnTo>
                <a:lnTo>
                  <a:pt x="457795" y="1133740"/>
                </a:lnTo>
                <a:lnTo>
                  <a:pt x="457535" y="1133616"/>
                </a:lnTo>
                <a:lnTo>
                  <a:pt x="456035" y="1132070"/>
                </a:lnTo>
                <a:lnTo>
                  <a:pt x="455699" y="1131152"/>
                </a:lnTo>
                <a:lnTo>
                  <a:pt x="456062" y="1128313"/>
                </a:lnTo>
                <a:lnTo>
                  <a:pt x="456291" y="1127903"/>
                </a:lnTo>
                <a:lnTo>
                  <a:pt x="457671" y="1127784"/>
                </a:lnTo>
                <a:lnTo>
                  <a:pt x="459592" y="1128212"/>
                </a:lnTo>
                <a:lnTo>
                  <a:pt x="460981" y="1129083"/>
                </a:lnTo>
                <a:lnTo>
                  <a:pt x="462746" y="1129217"/>
                </a:lnTo>
                <a:lnTo>
                  <a:pt x="464017" y="1129232"/>
                </a:lnTo>
                <a:lnTo>
                  <a:pt x="465106" y="1127737"/>
                </a:lnTo>
                <a:lnTo>
                  <a:pt x="465859" y="1126529"/>
                </a:lnTo>
                <a:lnTo>
                  <a:pt x="467636" y="1125434"/>
                </a:lnTo>
                <a:lnTo>
                  <a:pt x="469935" y="1125992"/>
                </a:lnTo>
                <a:lnTo>
                  <a:pt x="472117" y="1126456"/>
                </a:lnTo>
                <a:lnTo>
                  <a:pt x="471548" y="1127669"/>
                </a:lnTo>
                <a:lnTo>
                  <a:pt x="470670" y="1128816"/>
                </a:lnTo>
                <a:lnTo>
                  <a:pt x="470170" y="1129998"/>
                </a:lnTo>
                <a:lnTo>
                  <a:pt x="469451" y="1131714"/>
                </a:lnTo>
                <a:lnTo>
                  <a:pt x="470656" y="1133348"/>
                </a:lnTo>
                <a:lnTo>
                  <a:pt x="471858" y="1134627"/>
                </a:lnTo>
                <a:lnTo>
                  <a:pt x="473428" y="1136446"/>
                </a:lnTo>
                <a:lnTo>
                  <a:pt x="474002" y="1138034"/>
                </a:lnTo>
                <a:lnTo>
                  <a:pt x="475488" y="1139446"/>
                </a:lnTo>
                <a:lnTo>
                  <a:pt x="475496" y="1139518"/>
                </a:lnTo>
                <a:lnTo>
                  <a:pt x="477784" y="1141246"/>
                </a:lnTo>
                <a:lnTo>
                  <a:pt x="479572" y="1142563"/>
                </a:lnTo>
                <a:lnTo>
                  <a:pt x="481094" y="1144027"/>
                </a:lnTo>
                <a:lnTo>
                  <a:pt x="481498" y="1144975"/>
                </a:lnTo>
                <a:lnTo>
                  <a:pt x="482048" y="1145331"/>
                </a:lnTo>
                <a:lnTo>
                  <a:pt x="483277" y="1146229"/>
                </a:lnTo>
                <a:lnTo>
                  <a:pt x="484770" y="1145469"/>
                </a:lnTo>
                <a:lnTo>
                  <a:pt x="485934" y="1144527"/>
                </a:lnTo>
                <a:lnTo>
                  <a:pt x="486206" y="1143960"/>
                </a:lnTo>
                <a:lnTo>
                  <a:pt x="488613" y="1142152"/>
                </a:lnTo>
                <a:lnTo>
                  <a:pt x="490075" y="1141556"/>
                </a:lnTo>
                <a:lnTo>
                  <a:pt x="491744" y="1141615"/>
                </a:lnTo>
                <a:lnTo>
                  <a:pt x="493625" y="1142259"/>
                </a:lnTo>
                <a:lnTo>
                  <a:pt x="495036" y="1142963"/>
                </a:lnTo>
                <a:lnTo>
                  <a:pt x="496548" y="1143601"/>
                </a:lnTo>
                <a:lnTo>
                  <a:pt x="499034" y="1144423"/>
                </a:lnTo>
                <a:lnTo>
                  <a:pt x="501174" y="1145047"/>
                </a:lnTo>
                <a:lnTo>
                  <a:pt x="502247" y="1147488"/>
                </a:lnTo>
                <a:lnTo>
                  <a:pt x="502074" y="1149293"/>
                </a:lnTo>
                <a:lnTo>
                  <a:pt x="501734" y="1152267"/>
                </a:lnTo>
                <a:lnTo>
                  <a:pt x="501437" y="1154397"/>
                </a:lnTo>
                <a:lnTo>
                  <a:pt x="501192" y="1155208"/>
                </a:lnTo>
                <a:lnTo>
                  <a:pt x="501919" y="1157295"/>
                </a:lnTo>
                <a:lnTo>
                  <a:pt x="502768" y="1159608"/>
                </a:lnTo>
                <a:lnTo>
                  <a:pt x="503066" y="1162016"/>
                </a:lnTo>
                <a:lnTo>
                  <a:pt x="502979" y="1163296"/>
                </a:lnTo>
                <a:lnTo>
                  <a:pt x="502397" y="1164797"/>
                </a:lnTo>
                <a:lnTo>
                  <a:pt x="503172" y="1166565"/>
                </a:lnTo>
                <a:lnTo>
                  <a:pt x="504848" y="1168473"/>
                </a:lnTo>
                <a:lnTo>
                  <a:pt x="506420" y="1168236"/>
                </a:lnTo>
                <a:lnTo>
                  <a:pt x="507981" y="1167832"/>
                </a:lnTo>
                <a:lnTo>
                  <a:pt x="508645" y="1167587"/>
                </a:lnTo>
                <a:lnTo>
                  <a:pt x="510868" y="1168552"/>
                </a:lnTo>
                <a:lnTo>
                  <a:pt x="512782" y="1169773"/>
                </a:lnTo>
                <a:lnTo>
                  <a:pt x="514549" y="1171424"/>
                </a:lnTo>
                <a:lnTo>
                  <a:pt x="515171" y="1171878"/>
                </a:lnTo>
                <a:lnTo>
                  <a:pt x="517249" y="1171883"/>
                </a:lnTo>
                <a:lnTo>
                  <a:pt x="518689" y="1171542"/>
                </a:lnTo>
                <a:lnTo>
                  <a:pt x="520253" y="1170903"/>
                </a:lnTo>
                <a:lnTo>
                  <a:pt x="521813" y="1170498"/>
                </a:lnTo>
                <a:lnTo>
                  <a:pt x="524899" y="1170825"/>
                </a:lnTo>
                <a:lnTo>
                  <a:pt x="526773" y="1171508"/>
                </a:lnTo>
                <a:lnTo>
                  <a:pt x="526675" y="1171626"/>
                </a:lnTo>
                <a:lnTo>
                  <a:pt x="531420" y="1174127"/>
                </a:lnTo>
                <a:lnTo>
                  <a:pt x="534372" y="1176047"/>
                </a:lnTo>
                <a:lnTo>
                  <a:pt x="534349" y="1175347"/>
                </a:lnTo>
                <a:lnTo>
                  <a:pt x="535535" y="1178600"/>
                </a:lnTo>
                <a:lnTo>
                  <a:pt x="536488" y="1179985"/>
                </a:lnTo>
                <a:lnTo>
                  <a:pt x="540008" y="1182222"/>
                </a:lnTo>
                <a:lnTo>
                  <a:pt x="541887" y="1183831"/>
                </a:lnTo>
                <a:lnTo>
                  <a:pt x="543622" y="1186227"/>
                </a:lnTo>
                <a:lnTo>
                  <a:pt x="543570" y="1187778"/>
                </a:lnTo>
                <a:lnTo>
                  <a:pt x="544671" y="1190392"/>
                </a:lnTo>
                <a:lnTo>
                  <a:pt x="545822" y="1192060"/>
                </a:lnTo>
                <a:lnTo>
                  <a:pt x="548170" y="1194116"/>
                </a:lnTo>
                <a:lnTo>
                  <a:pt x="550404" y="1193653"/>
                </a:lnTo>
                <a:lnTo>
                  <a:pt x="550847" y="1193133"/>
                </a:lnTo>
                <a:lnTo>
                  <a:pt x="551762" y="1190325"/>
                </a:lnTo>
                <a:lnTo>
                  <a:pt x="551948" y="1187802"/>
                </a:lnTo>
                <a:lnTo>
                  <a:pt x="551583" y="1185829"/>
                </a:lnTo>
                <a:lnTo>
                  <a:pt x="551371" y="1184004"/>
                </a:lnTo>
                <a:lnTo>
                  <a:pt x="551617" y="1180978"/>
                </a:lnTo>
                <a:lnTo>
                  <a:pt x="552078" y="1179360"/>
                </a:lnTo>
                <a:lnTo>
                  <a:pt x="552805" y="1177721"/>
                </a:lnTo>
                <a:lnTo>
                  <a:pt x="552701" y="1176182"/>
                </a:lnTo>
                <a:lnTo>
                  <a:pt x="552656" y="1174774"/>
                </a:lnTo>
                <a:lnTo>
                  <a:pt x="553376" y="1173208"/>
                </a:lnTo>
                <a:lnTo>
                  <a:pt x="555440" y="1171767"/>
                </a:lnTo>
                <a:lnTo>
                  <a:pt x="557918" y="1171279"/>
                </a:lnTo>
                <a:lnTo>
                  <a:pt x="559470" y="1170914"/>
                </a:lnTo>
                <a:lnTo>
                  <a:pt x="561743" y="1169456"/>
                </a:lnTo>
                <a:lnTo>
                  <a:pt x="563629" y="1168465"/>
                </a:lnTo>
                <a:lnTo>
                  <a:pt x="565119" y="1169129"/>
                </a:lnTo>
                <a:lnTo>
                  <a:pt x="567003" y="1170540"/>
                </a:lnTo>
                <a:lnTo>
                  <a:pt x="568440" y="1171767"/>
                </a:lnTo>
                <a:lnTo>
                  <a:pt x="569742" y="1173029"/>
                </a:lnTo>
                <a:lnTo>
                  <a:pt x="571062" y="1174145"/>
                </a:lnTo>
                <a:lnTo>
                  <a:pt x="572178" y="1174879"/>
                </a:lnTo>
                <a:lnTo>
                  <a:pt x="574088" y="1175892"/>
                </a:lnTo>
                <a:lnTo>
                  <a:pt x="576590" y="1176772"/>
                </a:lnTo>
                <a:lnTo>
                  <a:pt x="578469" y="1177528"/>
                </a:lnTo>
                <a:lnTo>
                  <a:pt x="580928" y="1178135"/>
                </a:lnTo>
                <a:lnTo>
                  <a:pt x="583409" y="1178889"/>
                </a:lnTo>
                <a:lnTo>
                  <a:pt x="584617" y="1179150"/>
                </a:lnTo>
                <a:lnTo>
                  <a:pt x="587959" y="1180994"/>
                </a:lnTo>
                <a:lnTo>
                  <a:pt x="589219" y="1181762"/>
                </a:lnTo>
                <a:lnTo>
                  <a:pt x="590370" y="1182977"/>
                </a:lnTo>
                <a:lnTo>
                  <a:pt x="591730" y="1184119"/>
                </a:lnTo>
                <a:lnTo>
                  <a:pt x="592860" y="1188274"/>
                </a:lnTo>
                <a:lnTo>
                  <a:pt x="592936" y="1190165"/>
                </a:lnTo>
                <a:lnTo>
                  <a:pt x="593035" y="1192296"/>
                </a:lnTo>
                <a:lnTo>
                  <a:pt x="589187" y="1193297"/>
                </a:lnTo>
                <a:lnTo>
                  <a:pt x="586626" y="1193645"/>
                </a:lnTo>
                <a:lnTo>
                  <a:pt x="585378" y="1196461"/>
                </a:lnTo>
                <a:lnTo>
                  <a:pt x="583486" y="1199505"/>
                </a:lnTo>
                <a:lnTo>
                  <a:pt x="579740" y="1201722"/>
                </a:lnTo>
                <a:lnTo>
                  <a:pt x="576772" y="1204533"/>
                </a:lnTo>
                <a:lnTo>
                  <a:pt x="577149" y="1206987"/>
                </a:lnTo>
                <a:lnTo>
                  <a:pt x="578564" y="1208345"/>
                </a:lnTo>
                <a:lnTo>
                  <a:pt x="580981" y="1209368"/>
                </a:lnTo>
                <a:lnTo>
                  <a:pt x="584029" y="1209588"/>
                </a:lnTo>
                <a:lnTo>
                  <a:pt x="586585" y="1209657"/>
                </a:lnTo>
                <a:lnTo>
                  <a:pt x="589747" y="1211304"/>
                </a:lnTo>
                <a:lnTo>
                  <a:pt x="591164" y="1211626"/>
                </a:lnTo>
                <a:lnTo>
                  <a:pt x="592423" y="1211613"/>
                </a:lnTo>
                <a:lnTo>
                  <a:pt x="594007" y="1211720"/>
                </a:lnTo>
                <a:lnTo>
                  <a:pt x="595781" y="1211554"/>
                </a:lnTo>
                <a:lnTo>
                  <a:pt x="598028" y="1211802"/>
                </a:lnTo>
                <a:lnTo>
                  <a:pt x="599909" y="1212677"/>
                </a:lnTo>
                <a:lnTo>
                  <a:pt x="601503" y="1213344"/>
                </a:lnTo>
                <a:lnTo>
                  <a:pt x="603098" y="1214487"/>
                </a:lnTo>
                <a:lnTo>
                  <a:pt x="602093" y="1216247"/>
                </a:lnTo>
                <a:lnTo>
                  <a:pt x="600801" y="1217794"/>
                </a:lnTo>
                <a:lnTo>
                  <a:pt x="600125" y="1219386"/>
                </a:lnTo>
                <a:lnTo>
                  <a:pt x="600066" y="1224673"/>
                </a:lnTo>
                <a:lnTo>
                  <a:pt x="599675" y="1231132"/>
                </a:lnTo>
                <a:lnTo>
                  <a:pt x="600701" y="1235402"/>
                </a:lnTo>
                <a:lnTo>
                  <a:pt x="601737" y="1239371"/>
                </a:lnTo>
                <a:lnTo>
                  <a:pt x="602353" y="1242193"/>
                </a:lnTo>
                <a:lnTo>
                  <a:pt x="601464" y="1245444"/>
                </a:lnTo>
                <a:lnTo>
                  <a:pt x="600509" y="1247019"/>
                </a:lnTo>
                <a:lnTo>
                  <a:pt x="600285" y="1249020"/>
                </a:lnTo>
                <a:lnTo>
                  <a:pt x="606007" y="1253517"/>
                </a:lnTo>
                <a:lnTo>
                  <a:pt x="607388" y="1255012"/>
                </a:lnTo>
                <a:lnTo>
                  <a:pt x="609590" y="1257435"/>
                </a:lnTo>
                <a:lnTo>
                  <a:pt x="618360" y="1261868"/>
                </a:lnTo>
                <a:lnTo>
                  <a:pt x="620158" y="1262602"/>
                </a:lnTo>
                <a:lnTo>
                  <a:pt x="622686" y="1264113"/>
                </a:lnTo>
                <a:lnTo>
                  <a:pt x="625072" y="1265756"/>
                </a:lnTo>
                <a:lnTo>
                  <a:pt x="627480" y="1269135"/>
                </a:lnTo>
                <a:lnTo>
                  <a:pt x="629114" y="1271583"/>
                </a:lnTo>
                <a:lnTo>
                  <a:pt x="633053" y="1272223"/>
                </a:lnTo>
                <a:lnTo>
                  <a:pt x="635357" y="1272995"/>
                </a:lnTo>
                <a:lnTo>
                  <a:pt x="636899" y="1273273"/>
                </a:lnTo>
                <a:lnTo>
                  <a:pt x="648977" y="1284342"/>
                </a:lnTo>
                <a:lnTo>
                  <a:pt x="651473" y="1284153"/>
                </a:lnTo>
                <a:lnTo>
                  <a:pt x="655329" y="1284944"/>
                </a:lnTo>
                <a:lnTo>
                  <a:pt x="659387" y="1288772"/>
                </a:lnTo>
                <a:lnTo>
                  <a:pt x="664131" y="1291082"/>
                </a:lnTo>
                <a:lnTo>
                  <a:pt x="671265" y="1292836"/>
                </a:lnTo>
                <a:lnTo>
                  <a:pt x="674235" y="1293241"/>
                </a:lnTo>
                <a:lnTo>
                  <a:pt x="678515" y="1294495"/>
                </a:lnTo>
                <a:lnTo>
                  <a:pt x="682212" y="1296062"/>
                </a:lnTo>
                <a:lnTo>
                  <a:pt x="688714" y="1298988"/>
                </a:lnTo>
                <a:lnTo>
                  <a:pt x="692533" y="1298533"/>
                </a:lnTo>
                <a:lnTo>
                  <a:pt x="694870" y="1299106"/>
                </a:lnTo>
                <a:lnTo>
                  <a:pt x="700472" y="1303440"/>
                </a:lnTo>
                <a:lnTo>
                  <a:pt x="702469" y="1305829"/>
                </a:lnTo>
                <a:lnTo>
                  <a:pt x="705051" y="1308134"/>
                </a:lnTo>
                <a:lnTo>
                  <a:pt x="709709" y="1311035"/>
                </a:lnTo>
                <a:lnTo>
                  <a:pt x="713168" y="1312160"/>
                </a:lnTo>
                <a:lnTo>
                  <a:pt x="716011" y="1311861"/>
                </a:lnTo>
                <a:lnTo>
                  <a:pt x="717700" y="1311031"/>
                </a:lnTo>
                <a:lnTo>
                  <a:pt x="720396" y="1311296"/>
                </a:lnTo>
                <a:lnTo>
                  <a:pt x="726536" y="1312360"/>
                </a:lnTo>
                <a:lnTo>
                  <a:pt x="728351" y="1311688"/>
                </a:lnTo>
                <a:lnTo>
                  <a:pt x="731728" y="1313853"/>
                </a:lnTo>
                <a:lnTo>
                  <a:pt x="734626" y="1314174"/>
                </a:lnTo>
                <a:lnTo>
                  <a:pt x="738510" y="1313078"/>
                </a:lnTo>
                <a:lnTo>
                  <a:pt x="740139" y="1312158"/>
                </a:lnTo>
                <a:lnTo>
                  <a:pt x="742951" y="1310211"/>
                </a:lnTo>
                <a:lnTo>
                  <a:pt x="744552" y="1309551"/>
                </a:lnTo>
                <a:lnTo>
                  <a:pt x="746716" y="1306195"/>
                </a:lnTo>
                <a:lnTo>
                  <a:pt x="747902" y="1304404"/>
                </a:lnTo>
                <a:lnTo>
                  <a:pt x="749052" y="1303164"/>
                </a:lnTo>
                <a:lnTo>
                  <a:pt x="754701" y="1302615"/>
                </a:lnTo>
                <a:lnTo>
                  <a:pt x="758840" y="1302264"/>
                </a:lnTo>
                <a:lnTo>
                  <a:pt x="760110" y="1302929"/>
                </a:lnTo>
                <a:lnTo>
                  <a:pt x="762950" y="1300677"/>
                </a:lnTo>
                <a:lnTo>
                  <a:pt x="764695" y="1299278"/>
                </a:lnTo>
                <a:lnTo>
                  <a:pt x="767931" y="1296380"/>
                </a:lnTo>
                <a:lnTo>
                  <a:pt x="773942" y="1297002"/>
                </a:lnTo>
                <a:lnTo>
                  <a:pt x="776450" y="1297411"/>
                </a:lnTo>
                <a:lnTo>
                  <a:pt x="777336" y="1298207"/>
                </a:lnTo>
                <a:lnTo>
                  <a:pt x="779369" y="1296686"/>
                </a:lnTo>
                <a:lnTo>
                  <a:pt x="780885" y="1295428"/>
                </a:lnTo>
                <a:lnTo>
                  <a:pt x="782688" y="1293587"/>
                </a:lnTo>
                <a:lnTo>
                  <a:pt x="784527" y="1292769"/>
                </a:lnTo>
                <a:lnTo>
                  <a:pt x="786181" y="1292183"/>
                </a:lnTo>
                <a:lnTo>
                  <a:pt x="788036" y="1292353"/>
                </a:lnTo>
                <a:lnTo>
                  <a:pt x="791386" y="1293210"/>
                </a:lnTo>
                <a:lnTo>
                  <a:pt x="793527" y="1294335"/>
                </a:lnTo>
                <a:lnTo>
                  <a:pt x="798354" y="1295189"/>
                </a:lnTo>
                <a:lnTo>
                  <a:pt x="801072" y="1294107"/>
                </a:lnTo>
                <a:lnTo>
                  <a:pt x="803683" y="1292172"/>
                </a:lnTo>
                <a:lnTo>
                  <a:pt x="805972" y="1291202"/>
                </a:lnTo>
                <a:lnTo>
                  <a:pt x="806244" y="1289265"/>
                </a:lnTo>
                <a:lnTo>
                  <a:pt x="805923" y="1287611"/>
                </a:lnTo>
                <a:lnTo>
                  <a:pt x="805641" y="1286638"/>
                </a:lnTo>
                <a:lnTo>
                  <a:pt x="807148" y="1284913"/>
                </a:lnTo>
                <a:lnTo>
                  <a:pt x="810729" y="1284610"/>
                </a:lnTo>
                <a:lnTo>
                  <a:pt x="816364" y="1285194"/>
                </a:lnTo>
                <a:lnTo>
                  <a:pt x="818638" y="1285221"/>
                </a:lnTo>
                <a:lnTo>
                  <a:pt x="821766" y="1285029"/>
                </a:lnTo>
                <a:lnTo>
                  <a:pt x="826049" y="1283869"/>
                </a:lnTo>
                <a:lnTo>
                  <a:pt x="828146" y="1283450"/>
                </a:lnTo>
                <a:lnTo>
                  <a:pt x="830818" y="1284386"/>
                </a:lnTo>
                <a:lnTo>
                  <a:pt x="833711" y="1286950"/>
                </a:lnTo>
                <a:lnTo>
                  <a:pt x="837017" y="1288707"/>
                </a:lnTo>
                <a:lnTo>
                  <a:pt x="840759" y="1290155"/>
                </a:lnTo>
                <a:lnTo>
                  <a:pt x="844216" y="1291745"/>
                </a:lnTo>
                <a:lnTo>
                  <a:pt x="847600" y="1293089"/>
                </a:lnTo>
                <a:lnTo>
                  <a:pt x="851314" y="1294650"/>
                </a:lnTo>
                <a:lnTo>
                  <a:pt x="852011" y="1294372"/>
                </a:lnTo>
                <a:lnTo>
                  <a:pt x="856119" y="1297851"/>
                </a:lnTo>
                <a:lnTo>
                  <a:pt x="858082" y="1300103"/>
                </a:lnTo>
                <a:lnTo>
                  <a:pt x="858898" y="1301516"/>
                </a:lnTo>
                <a:lnTo>
                  <a:pt x="861169" y="1303923"/>
                </a:lnTo>
                <a:lnTo>
                  <a:pt x="862692" y="1303238"/>
                </a:lnTo>
                <a:lnTo>
                  <a:pt x="864091" y="1301674"/>
                </a:lnTo>
                <a:lnTo>
                  <a:pt x="866044" y="1299742"/>
                </a:lnTo>
                <a:lnTo>
                  <a:pt x="869915" y="1296951"/>
                </a:lnTo>
                <a:lnTo>
                  <a:pt x="873732" y="1292371"/>
                </a:lnTo>
                <a:lnTo>
                  <a:pt x="873014" y="1291496"/>
                </a:lnTo>
                <a:lnTo>
                  <a:pt x="871928" y="1288816"/>
                </a:lnTo>
                <a:lnTo>
                  <a:pt x="871268" y="1286433"/>
                </a:lnTo>
                <a:lnTo>
                  <a:pt x="873874" y="1284275"/>
                </a:lnTo>
                <a:lnTo>
                  <a:pt x="878114" y="1282515"/>
                </a:lnTo>
                <a:lnTo>
                  <a:pt x="875883" y="1278387"/>
                </a:lnTo>
                <a:lnTo>
                  <a:pt x="873260" y="1274675"/>
                </a:lnTo>
                <a:lnTo>
                  <a:pt x="872350" y="1272985"/>
                </a:lnTo>
                <a:lnTo>
                  <a:pt x="869502" y="1267552"/>
                </a:lnTo>
                <a:lnTo>
                  <a:pt x="868785" y="1262516"/>
                </a:lnTo>
                <a:lnTo>
                  <a:pt x="869047" y="1258634"/>
                </a:lnTo>
                <a:lnTo>
                  <a:pt x="871287" y="1254098"/>
                </a:lnTo>
                <a:lnTo>
                  <a:pt x="874390" y="1251223"/>
                </a:lnTo>
                <a:lnTo>
                  <a:pt x="878290" y="1248033"/>
                </a:lnTo>
                <a:lnTo>
                  <a:pt x="880123" y="1240301"/>
                </a:lnTo>
                <a:lnTo>
                  <a:pt x="880587" y="1237258"/>
                </a:lnTo>
                <a:lnTo>
                  <a:pt x="881130" y="1234543"/>
                </a:lnTo>
                <a:lnTo>
                  <a:pt x="882791" y="1231728"/>
                </a:lnTo>
                <a:lnTo>
                  <a:pt x="885033" y="1228592"/>
                </a:lnTo>
                <a:lnTo>
                  <a:pt x="886079" y="1226951"/>
                </a:lnTo>
                <a:lnTo>
                  <a:pt x="885792" y="1223254"/>
                </a:lnTo>
                <a:lnTo>
                  <a:pt x="880286" y="1220011"/>
                </a:lnTo>
                <a:lnTo>
                  <a:pt x="878754" y="1217398"/>
                </a:lnTo>
                <a:lnTo>
                  <a:pt x="878664" y="1214015"/>
                </a:lnTo>
                <a:lnTo>
                  <a:pt x="879364" y="1211970"/>
                </a:lnTo>
                <a:lnTo>
                  <a:pt x="880917" y="1209950"/>
                </a:lnTo>
                <a:lnTo>
                  <a:pt x="883500" y="1208398"/>
                </a:lnTo>
                <a:lnTo>
                  <a:pt x="884393" y="1205778"/>
                </a:lnTo>
                <a:lnTo>
                  <a:pt x="883229" y="1201808"/>
                </a:lnTo>
                <a:lnTo>
                  <a:pt x="881504" y="1199246"/>
                </a:lnTo>
                <a:lnTo>
                  <a:pt x="879858" y="1196101"/>
                </a:lnTo>
                <a:lnTo>
                  <a:pt x="878496" y="1193446"/>
                </a:lnTo>
                <a:lnTo>
                  <a:pt x="878505" y="1191574"/>
                </a:lnTo>
                <a:lnTo>
                  <a:pt x="878902" y="1190031"/>
                </a:lnTo>
                <a:lnTo>
                  <a:pt x="879538" y="1188672"/>
                </a:lnTo>
                <a:lnTo>
                  <a:pt x="881350" y="1186547"/>
                </a:lnTo>
                <a:lnTo>
                  <a:pt x="881837" y="1182025"/>
                </a:lnTo>
                <a:lnTo>
                  <a:pt x="883167" y="1175247"/>
                </a:lnTo>
                <a:lnTo>
                  <a:pt x="885278" y="1172280"/>
                </a:lnTo>
                <a:lnTo>
                  <a:pt x="886790" y="1169824"/>
                </a:lnTo>
                <a:lnTo>
                  <a:pt x="887636" y="1167964"/>
                </a:lnTo>
                <a:lnTo>
                  <a:pt x="888522" y="1166167"/>
                </a:lnTo>
                <a:lnTo>
                  <a:pt x="889571" y="1164531"/>
                </a:lnTo>
                <a:lnTo>
                  <a:pt x="892161" y="1162858"/>
                </a:lnTo>
                <a:lnTo>
                  <a:pt x="895041" y="1161278"/>
                </a:lnTo>
                <a:lnTo>
                  <a:pt x="898996" y="1161735"/>
                </a:lnTo>
                <a:lnTo>
                  <a:pt x="902006" y="1163195"/>
                </a:lnTo>
                <a:lnTo>
                  <a:pt x="905057" y="1165958"/>
                </a:lnTo>
                <a:lnTo>
                  <a:pt x="907728" y="1167860"/>
                </a:lnTo>
                <a:lnTo>
                  <a:pt x="910684" y="1169251"/>
                </a:lnTo>
                <a:lnTo>
                  <a:pt x="923188" y="1170692"/>
                </a:lnTo>
                <a:lnTo>
                  <a:pt x="928775" y="1171292"/>
                </a:lnTo>
                <a:lnTo>
                  <a:pt x="936132" y="1171466"/>
                </a:lnTo>
                <a:lnTo>
                  <a:pt x="943684" y="1167915"/>
                </a:lnTo>
                <a:lnTo>
                  <a:pt x="944207" y="1166947"/>
                </a:lnTo>
                <a:lnTo>
                  <a:pt x="948093" y="1167305"/>
                </a:lnTo>
                <a:lnTo>
                  <a:pt x="954327" y="1169041"/>
                </a:lnTo>
                <a:lnTo>
                  <a:pt x="959047" y="1170464"/>
                </a:lnTo>
                <a:lnTo>
                  <a:pt x="963283" y="1171343"/>
                </a:lnTo>
                <a:lnTo>
                  <a:pt x="969036" y="1171716"/>
                </a:lnTo>
                <a:lnTo>
                  <a:pt x="973407" y="1173125"/>
                </a:lnTo>
                <a:lnTo>
                  <a:pt x="979970" y="1176698"/>
                </a:lnTo>
                <a:lnTo>
                  <a:pt x="982580" y="1178064"/>
                </a:lnTo>
                <a:lnTo>
                  <a:pt x="983982" y="1178279"/>
                </a:lnTo>
                <a:lnTo>
                  <a:pt x="985706" y="1178565"/>
                </a:lnTo>
                <a:lnTo>
                  <a:pt x="994524" y="1180094"/>
                </a:lnTo>
                <a:lnTo>
                  <a:pt x="999566" y="1180936"/>
                </a:lnTo>
                <a:lnTo>
                  <a:pt x="1003563" y="1181118"/>
                </a:lnTo>
                <a:lnTo>
                  <a:pt x="1007775" y="1180967"/>
                </a:lnTo>
                <a:lnTo>
                  <a:pt x="1008821" y="1181103"/>
                </a:lnTo>
                <a:lnTo>
                  <a:pt x="1012423" y="1182779"/>
                </a:lnTo>
                <a:lnTo>
                  <a:pt x="1016183" y="1184987"/>
                </a:lnTo>
                <a:lnTo>
                  <a:pt x="1018661" y="1186438"/>
                </a:lnTo>
                <a:lnTo>
                  <a:pt x="1021208" y="1187760"/>
                </a:lnTo>
                <a:lnTo>
                  <a:pt x="1024436" y="1189817"/>
                </a:lnTo>
                <a:lnTo>
                  <a:pt x="1027155" y="1191786"/>
                </a:lnTo>
                <a:lnTo>
                  <a:pt x="1031628" y="1195060"/>
                </a:lnTo>
                <a:lnTo>
                  <a:pt x="1035482" y="1197701"/>
                </a:lnTo>
                <a:lnTo>
                  <a:pt x="1040213" y="1199383"/>
                </a:lnTo>
                <a:lnTo>
                  <a:pt x="1043850" y="1200340"/>
                </a:lnTo>
                <a:lnTo>
                  <a:pt x="1046530" y="1201098"/>
                </a:lnTo>
                <a:lnTo>
                  <a:pt x="1049364" y="1202112"/>
                </a:lnTo>
                <a:lnTo>
                  <a:pt x="1052655" y="1203536"/>
                </a:lnTo>
                <a:lnTo>
                  <a:pt x="1054830" y="1204644"/>
                </a:lnTo>
                <a:lnTo>
                  <a:pt x="1057731" y="1206438"/>
                </a:lnTo>
                <a:lnTo>
                  <a:pt x="1059842" y="1208233"/>
                </a:lnTo>
                <a:lnTo>
                  <a:pt x="1061952" y="1210205"/>
                </a:lnTo>
                <a:lnTo>
                  <a:pt x="1065971" y="1212686"/>
                </a:lnTo>
                <a:lnTo>
                  <a:pt x="1068476" y="1213973"/>
                </a:lnTo>
                <a:lnTo>
                  <a:pt x="1072048" y="1216182"/>
                </a:lnTo>
                <a:lnTo>
                  <a:pt x="1074426" y="1217136"/>
                </a:lnTo>
                <a:lnTo>
                  <a:pt x="1077190" y="1218441"/>
                </a:lnTo>
                <a:lnTo>
                  <a:pt x="1079904" y="1220245"/>
                </a:lnTo>
                <a:lnTo>
                  <a:pt x="1082059" y="1221973"/>
                </a:lnTo>
                <a:lnTo>
                  <a:pt x="1084181" y="1223657"/>
                </a:lnTo>
                <a:lnTo>
                  <a:pt x="1087128" y="1223409"/>
                </a:lnTo>
                <a:lnTo>
                  <a:pt x="1088843" y="1223052"/>
                </a:lnTo>
                <a:lnTo>
                  <a:pt x="1089938" y="1223740"/>
                </a:lnTo>
                <a:lnTo>
                  <a:pt x="1093799" y="1227681"/>
                </a:lnTo>
                <a:lnTo>
                  <a:pt x="1095899" y="1228841"/>
                </a:lnTo>
                <a:lnTo>
                  <a:pt x="1097862" y="1229982"/>
                </a:lnTo>
                <a:lnTo>
                  <a:pt x="1101626" y="1231681"/>
                </a:lnTo>
                <a:lnTo>
                  <a:pt x="1104307" y="1232523"/>
                </a:lnTo>
                <a:lnTo>
                  <a:pt x="1105873" y="1233155"/>
                </a:lnTo>
                <a:lnTo>
                  <a:pt x="1111264" y="1237832"/>
                </a:lnTo>
                <a:lnTo>
                  <a:pt x="1141188" y="1248475"/>
                </a:lnTo>
                <a:lnTo>
                  <a:pt x="1142312" y="1248981"/>
                </a:lnTo>
                <a:lnTo>
                  <a:pt x="1146203" y="1250567"/>
                </a:lnTo>
                <a:lnTo>
                  <a:pt x="1147859" y="1251379"/>
                </a:lnTo>
                <a:lnTo>
                  <a:pt x="1152710" y="1254891"/>
                </a:lnTo>
                <a:lnTo>
                  <a:pt x="1157458" y="1258340"/>
                </a:lnTo>
                <a:lnTo>
                  <a:pt x="1161431" y="1260771"/>
                </a:lnTo>
                <a:lnTo>
                  <a:pt x="1168426" y="1264617"/>
                </a:lnTo>
                <a:lnTo>
                  <a:pt x="1170237" y="1265591"/>
                </a:lnTo>
                <a:lnTo>
                  <a:pt x="1172794" y="1267323"/>
                </a:lnTo>
                <a:lnTo>
                  <a:pt x="1173529" y="1268741"/>
                </a:lnTo>
                <a:lnTo>
                  <a:pt x="1176419" y="1270861"/>
                </a:lnTo>
                <a:lnTo>
                  <a:pt x="1179003" y="1272517"/>
                </a:lnTo>
                <a:lnTo>
                  <a:pt x="1178804" y="1272227"/>
                </a:lnTo>
                <a:lnTo>
                  <a:pt x="1181983" y="1274918"/>
                </a:lnTo>
                <a:lnTo>
                  <a:pt x="1184819" y="1278730"/>
                </a:lnTo>
                <a:lnTo>
                  <a:pt x="1185724" y="1280882"/>
                </a:lnTo>
                <a:lnTo>
                  <a:pt x="1189565" y="1285063"/>
                </a:lnTo>
                <a:lnTo>
                  <a:pt x="1193836" y="1289080"/>
                </a:lnTo>
                <a:lnTo>
                  <a:pt x="1194849" y="1290123"/>
                </a:lnTo>
                <a:lnTo>
                  <a:pt x="1196808" y="1294443"/>
                </a:lnTo>
                <a:lnTo>
                  <a:pt x="1196792" y="1299082"/>
                </a:lnTo>
                <a:lnTo>
                  <a:pt x="1200305" y="1305723"/>
                </a:lnTo>
                <a:lnTo>
                  <a:pt x="1203691" y="1307565"/>
                </a:lnTo>
                <a:lnTo>
                  <a:pt x="1209794" y="1309990"/>
                </a:lnTo>
                <a:lnTo>
                  <a:pt x="1211691" y="1315423"/>
                </a:lnTo>
                <a:lnTo>
                  <a:pt x="1212904" y="1318249"/>
                </a:lnTo>
                <a:lnTo>
                  <a:pt x="1217326" y="1322878"/>
                </a:lnTo>
                <a:lnTo>
                  <a:pt x="1219613" y="1322872"/>
                </a:lnTo>
                <a:lnTo>
                  <a:pt x="1221348" y="1328470"/>
                </a:lnTo>
                <a:lnTo>
                  <a:pt x="1221818" y="1332641"/>
                </a:lnTo>
                <a:lnTo>
                  <a:pt x="1232734" y="1340596"/>
                </a:lnTo>
                <a:lnTo>
                  <a:pt x="1242186" y="1347167"/>
                </a:lnTo>
                <a:lnTo>
                  <a:pt x="1249614" y="1352197"/>
                </a:lnTo>
                <a:lnTo>
                  <a:pt x="1259595" y="1354231"/>
                </a:lnTo>
                <a:lnTo>
                  <a:pt x="1268725" y="1358200"/>
                </a:lnTo>
                <a:lnTo>
                  <a:pt x="1273554" y="1360964"/>
                </a:lnTo>
                <a:lnTo>
                  <a:pt x="1275069" y="1361880"/>
                </a:lnTo>
                <a:lnTo>
                  <a:pt x="1277409" y="1363770"/>
                </a:lnTo>
                <a:lnTo>
                  <a:pt x="1284579" y="1367000"/>
                </a:lnTo>
                <a:lnTo>
                  <a:pt x="1286768" y="1367591"/>
                </a:lnTo>
                <a:lnTo>
                  <a:pt x="1289820" y="1367724"/>
                </a:lnTo>
                <a:lnTo>
                  <a:pt x="1299567" y="1371830"/>
                </a:lnTo>
                <a:lnTo>
                  <a:pt x="1308029" y="1373485"/>
                </a:lnTo>
                <a:lnTo>
                  <a:pt x="1314078" y="1373836"/>
                </a:lnTo>
                <a:lnTo>
                  <a:pt x="1319459" y="1372115"/>
                </a:lnTo>
                <a:lnTo>
                  <a:pt x="1321241" y="1371232"/>
                </a:lnTo>
                <a:lnTo>
                  <a:pt x="1324172" y="1370754"/>
                </a:lnTo>
                <a:lnTo>
                  <a:pt x="1327391" y="1370944"/>
                </a:lnTo>
                <a:lnTo>
                  <a:pt x="1331126" y="1369305"/>
                </a:lnTo>
                <a:lnTo>
                  <a:pt x="1335054" y="1367844"/>
                </a:lnTo>
                <a:lnTo>
                  <a:pt x="1338802" y="1366514"/>
                </a:lnTo>
                <a:lnTo>
                  <a:pt x="1342212" y="1365636"/>
                </a:lnTo>
                <a:lnTo>
                  <a:pt x="1346575" y="1364408"/>
                </a:lnTo>
                <a:lnTo>
                  <a:pt x="1354263" y="1364950"/>
                </a:lnTo>
                <a:lnTo>
                  <a:pt x="1358707" y="1367233"/>
                </a:lnTo>
                <a:lnTo>
                  <a:pt x="1365158" y="1369429"/>
                </a:lnTo>
                <a:lnTo>
                  <a:pt x="1372827" y="1368829"/>
                </a:lnTo>
                <a:lnTo>
                  <a:pt x="1375203" y="1367159"/>
                </a:lnTo>
                <a:lnTo>
                  <a:pt x="1376840" y="1364769"/>
                </a:lnTo>
                <a:lnTo>
                  <a:pt x="1377996" y="1362742"/>
                </a:lnTo>
                <a:lnTo>
                  <a:pt x="1380119" y="1359887"/>
                </a:lnTo>
                <a:lnTo>
                  <a:pt x="1387998" y="1359554"/>
                </a:lnTo>
                <a:lnTo>
                  <a:pt x="1392763" y="1359195"/>
                </a:lnTo>
                <a:lnTo>
                  <a:pt x="1400244" y="1360678"/>
                </a:lnTo>
                <a:lnTo>
                  <a:pt x="1406834" y="1361620"/>
                </a:lnTo>
                <a:lnTo>
                  <a:pt x="1411326" y="1359850"/>
                </a:lnTo>
                <a:lnTo>
                  <a:pt x="1416621" y="1359494"/>
                </a:lnTo>
                <a:lnTo>
                  <a:pt x="1421964" y="1359594"/>
                </a:lnTo>
                <a:lnTo>
                  <a:pt x="1425396" y="1358876"/>
                </a:lnTo>
                <a:lnTo>
                  <a:pt x="1430342" y="1361215"/>
                </a:lnTo>
                <a:lnTo>
                  <a:pt x="1431888" y="1361467"/>
                </a:lnTo>
                <a:lnTo>
                  <a:pt x="1438080" y="1356813"/>
                </a:lnTo>
                <a:lnTo>
                  <a:pt x="1440704" y="1355861"/>
                </a:lnTo>
                <a:lnTo>
                  <a:pt x="1445254" y="1356041"/>
                </a:lnTo>
                <a:lnTo>
                  <a:pt x="1454938" y="1357791"/>
                </a:lnTo>
                <a:lnTo>
                  <a:pt x="1458577" y="1360076"/>
                </a:lnTo>
                <a:lnTo>
                  <a:pt x="1460765" y="1362392"/>
                </a:lnTo>
                <a:lnTo>
                  <a:pt x="1461967" y="1356765"/>
                </a:lnTo>
                <a:lnTo>
                  <a:pt x="1465300" y="1356657"/>
                </a:lnTo>
                <a:lnTo>
                  <a:pt x="1468254" y="1356174"/>
                </a:lnTo>
                <a:lnTo>
                  <a:pt x="1472636" y="1354626"/>
                </a:lnTo>
                <a:lnTo>
                  <a:pt x="1473394" y="1352215"/>
                </a:lnTo>
                <a:lnTo>
                  <a:pt x="1475390" y="1351106"/>
                </a:lnTo>
                <a:lnTo>
                  <a:pt x="1478017" y="1350675"/>
                </a:lnTo>
                <a:lnTo>
                  <a:pt x="1480026" y="1352119"/>
                </a:lnTo>
                <a:lnTo>
                  <a:pt x="1482108" y="1354271"/>
                </a:lnTo>
                <a:lnTo>
                  <a:pt x="1485038" y="1357682"/>
                </a:lnTo>
                <a:lnTo>
                  <a:pt x="1487642" y="1359008"/>
                </a:lnTo>
                <a:lnTo>
                  <a:pt x="1489062" y="1359215"/>
                </a:lnTo>
                <a:lnTo>
                  <a:pt x="1489778" y="1355671"/>
                </a:lnTo>
                <a:lnTo>
                  <a:pt x="1490867" y="1353875"/>
                </a:lnTo>
                <a:lnTo>
                  <a:pt x="1493141" y="1352894"/>
                </a:lnTo>
                <a:lnTo>
                  <a:pt x="1495471" y="1350114"/>
                </a:lnTo>
                <a:lnTo>
                  <a:pt x="1498113" y="1347773"/>
                </a:lnTo>
                <a:lnTo>
                  <a:pt x="1502476" y="1346204"/>
                </a:lnTo>
                <a:lnTo>
                  <a:pt x="1507820" y="1343301"/>
                </a:lnTo>
                <a:lnTo>
                  <a:pt x="1509717" y="1339471"/>
                </a:lnTo>
                <a:lnTo>
                  <a:pt x="1509965" y="1335129"/>
                </a:lnTo>
                <a:lnTo>
                  <a:pt x="1511421" y="1332308"/>
                </a:lnTo>
                <a:lnTo>
                  <a:pt x="1513822" y="1328666"/>
                </a:lnTo>
                <a:lnTo>
                  <a:pt x="1517151" y="1325205"/>
                </a:lnTo>
                <a:lnTo>
                  <a:pt x="1517671" y="1323779"/>
                </a:lnTo>
                <a:lnTo>
                  <a:pt x="1517663" y="1320546"/>
                </a:lnTo>
                <a:lnTo>
                  <a:pt x="1522052" y="1320998"/>
                </a:lnTo>
                <a:lnTo>
                  <a:pt x="1526626" y="1324152"/>
                </a:lnTo>
                <a:lnTo>
                  <a:pt x="1531112" y="1327128"/>
                </a:lnTo>
                <a:lnTo>
                  <a:pt x="1534053" y="1328297"/>
                </a:lnTo>
                <a:lnTo>
                  <a:pt x="1535581" y="1329919"/>
                </a:lnTo>
                <a:lnTo>
                  <a:pt x="1536506" y="1332060"/>
                </a:lnTo>
                <a:lnTo>
                  <a:pt x="1537063" y="1334164"/>
                </a:lnTo>
                <a:lnTo>
                  <a:pt x="1537800" y="1336062"/>
                </a:lnTo>
                <a:lnTo>
                  <a:pt x="1537987" y="1338972"/>
                </a:lnTo>
                <a:lnTo>
                  <a:pt x="1540999" y="1336610"/>
                </a:lnTo>
                <a:lnTo>
                  <a:pt x="1543045" y="1333745"/>
                </a:lnTo>
                <a:lnTo>
                  <a:pt x="1544962" y="1330897"/>
                </a:lnTo>
                <a:lnTo>
                  <a:pt x="1545487" y="1329512"/>
                </a:lnTo>
                <a:lnTo>
                  <a:pt x="1547986" y="1328414"/>
                </a:lnTo>
                <a:lnTo>
                  <a:pt x="1550783" y="1327660"/>
                </a:lnTo>
                <a:lnTo>
                  <a:pt x="1554468" y="1326776"/>
                </a:lnTo>
                <a:lnTo>
                  <a:pt x="1555728" y="1326002"/>
                </a:lnTo>
                <a:lnTo>
                  <a:pt x="1557403" y="1322649"/>
                </a:lnTo>
                <a:lnTo>
                  <a:pt x="1558423" y="1321195"/>
                </a:lnTo>
                <a:lnTo>
                  <a:pt x="1559072" y="1318274"/>
                </a:lnTo>
                <a:lnTo>
                  <a:pt x="1558402" y="1314750"/>
                </a:lnTo>
                <a:lnTo>
                  <a:pt x="1559095" y="1312146"/>
                </a:lnTo>
                <a:lnTo>
                  <a:pt x="1558943" y="1308968"/>
                </a:lnTo>
                <a:lnTo>
                  <a:pt x="1558394" y="1305291"/>
                </a:lnTo>
                <a:lnTo>
                  <a:pt x="1557659" y="1303523"/>
                </a:lnTo>
                <a:lnTo>
                  <a:pt x="1558888" y="1301692"/>
                </a:lnTo>
                <a:lnTo>
                  <a:pt x="1560760" y="1299708"/>
                </a:lnTo>
                <a:lnTo>
                  <a:pt x="1564323" y="1296546"/>
                </a:lnTo>
                <a:lnTo>
                  <a:pt x="1567681" y="1293233"/>
                </a:lnTo>
                <a:lnTo>
                  <a:pt x="1570961" y="1290405"/>
                </a:lnTo>
                <a:lnTo>
                  <a:pt x="1573984" y="1288278"/>
                </a:lnTo>
                <a:lnTo>
                  <a:pt x="1577057" y="1285844"/>
                </a:lnTo>
                <a:lnTo>
                  <a:pt x="1579290" y="1282610"/>
                </a:lnTo>
                <a:lnTo>
                  <a:pt x="1580134" y="1276040"/>
                </a:lnTo>
                <a:lnTo>
                  <a:pt x="1581902" y="1272769"/>
                </a:lnTo>
                <a:lnTo>
                  <a:pt x="1585610" y="1273503"/>
                </a:lnTo>
                <a:lnTo>
                  <a:pt x="1590928" y="1265408"/>
                </a:lnTo>
                <a:lnTo>
                  <a:pt x="1593102" y="1261313"/>
                </a:lnTo>
                <a:lnTo>
                  <a:pt x="1597429" y="1257072"/>
                </a:lnTo>
                <a:lnTo>
                  <a:pt x="1600443" y="1254477"/>
                </a:lnTo>
                <a:lnTo>
                  <a:pt x="1602430" y="1252226"/>
                </a:lnTo>
                <a:lnTo>
                  <a:pt x="1604139" y="1250778"/>
                </a:lnTo>
                <a:lnTo>
                  <a:pt x="1606483" y="1251127"/>
                </a:lnTo>
                <a:lnTo>
                  <a:pt x="1608520" y="1250342"/>
                </a:lnTo>
                <a:lnTo>
                  <a:pt x="1610662" y="1248836"/>
                </a:lnTo>
                <a:lnTo>
                  <a:pt x="1613815" y="1245960"/>
                </a:lnTo>
                <a:lnTo>
                  <a:pt x="1615877" y="1243499"/>
                </a:lnTo>
                <a:lnTo>
                  <a:pt x="1618953" y="1240769"/>
                </a:lnTo>
                <a:lnTo>
                  <a:pt x="1621674" y="1239106"/>
                </a:lnTo>
                <a:lnTo>
                  <a:pt x="1622630" y="1238258"/>
                </a:lnTo>
                <a:lnTo>
                  <a:pt x="1624186" y="1235227"/>
                </a:lnTo>
                <a:lnTo>
                  <a:pt x="1625960" y="1232566"/>
                </a:lnTo>
                <a:lnTo>
                  <a:pt x="1627286" y="1231297"/>
                </a:lnTo>
                <a:lnTo>
                  <a:pt x="1630117" y="1228933"/>
                </a:lnTo>
                <a:lnTo>
                  <a:pt x="1632822" y="1226510"/>
                </a:lnTo>
                <a:lnTo>
                  <a:pt x="1635960" y="1225252"/>
                </a:lnTo>
                <a:lnTo>
                  <a:pt x="1639383" y="1224211"/>
                </a:lnTo>
                <a:lnTo>
                  <a:pt x="1643033" y="1222173"/>
                </a:lnTo>
                <a:lnTo>
                  <a:pt x="1645496" y="1220371"/>
                </a:lnTo>
                <a:lnTo>
                  <a:pt x="1647797" y="1218965"/>
                </a:lnTo>
                <a:lnTo>
                  <a:pt x="1649069" y="1217988"/>
                </a:lnTo>
                <a:lnTo>
                  <a:pt x="1654931" y="1216135"/>
                </a:lnTo>
                <a:lnTo>
                  <a:pt x="1660876" y="1215320"/>
                </a:lnTo>
                <a:lnTo>
                  <a:pt x="1664359" y="1215304"/>
                </a:lnTo>
                <a:lnTo>
                  <a:pt x="1667415" y="1215308"/>
                </a:lnTo>
                <a:lnTo>
                  <a:pt x="1672118" y="1215373"/>
                </a:lnTo>
                <a:lnTo>
                  <a:pt x="1676778" y="1215866"/>
                </a:lnTo>
                <a:lnTo>
                  <a:pt x="1681472" y="1216661"/>
                </a:lnTo>
                <a:lnTo>
                  <a:pt x="1685806" y="1217974"/>
                </a:lnTo>
                <a:lnTo>
                  <a:pt x="1688854" y="1220035"/>
                </a:lnTo>
                <a:lnTo>
                  <a:pt x="1693018" y="1221618"/>
                </a:lnTo>
                <a:lnTo>
                  <a:pt x="1699674" y="1223800"/>
                </a:lnTo>
                <a:lnTo>
                  <a:pt x="1700207" y="1225149"/>
                </a:lnTo>
                <a:lnTo>
                  <a:pt x="1702138" y="1227920"/>
                </a:lnTo>
                <a:lnTo>
                  <a:pt x="1704176" y="1231778"/>
                </a:lnTo>
                <a:lnTo>
                  <a:pt x="1706349" y="1233615"/>
                </a:lnTo>
                <a:lnTo>
                  <a:pt x="1711781" y="1235718"/>
                </a:lnTo>
                <a:lnTo>
                  <a:pt x="1717995" y="1238388"/>
                </a:lnTo>
                <a:lnTo>
                  <a:pt x="1722693" y="1238987"/>
                </a:lnTo>
                <a:lnTo>
                  <a:pt x="1728580" y="1240041"/>
                </a:lnTo>
                <a:lnTo>
                  <a:pt x="1732324" y="1244013"/>
                </a:lnTo>
                <a:lnTo>
                  <a:pt x="1737189" y="1246019"/>
                </a:lnTo>
                <a:lnTo>
                  <a:pt x="1741344" y="1247375"/>
                </a:lnTo>
                <a:lnTo>
                  <a:pt x="1747561" y="1249228"/>
                </a:lnTo>
                <a:lnTo>
                  <a:pt x="1749556" y="1250699"/>
                </a:lnTo>
                <a:lnTo>
                  <a:pt x="1753978" y="1253695"/>
                </a:lnTo>
                <a:lnTo>
                  <a:pt x="1757652" y="1256289"/>
                </a:lnTo>
                <a:lnTo>
                  <a:pt x="1759758" y="1258224"/>
                </a:lnTo>
                <a:lnTo>
                  <a:pt x="1762532" y="1260708"/>
                </a:lnTo>
                <a:lnTo>
                  <a:pt x="1769012" y="1263565"/>
                </a:lnTo>
                <a:lnTo>
                  <a:pt x="1773278" y="1265309"/>
                </a:lnTo>
                <a:lnTo>
                  <a:pt x="1777030" y="1267306"/>
                </a:lnTo>
                <a:lnTo>
                  <a:pt x="1781666" y="1268160"/>
                </a:lnTo>
                <a:lnTo>
                  <a:pt x="1785480" y="1268952"/>
                </a:lnTo>
                <a:lnTo>
                  <a:pt x="1785720" y="1265894"/>
                </a:lnTo>
                <a:lnTo>
                  <a:pt x="1784508" y="1263503"/>
                </a:lnTo>
                <a:lnTo>
                  <a:pt x="1783445" y="1261589"/>
                </a:lnTo>
                <a:lnTo>
                  <a:pt x="1783287" y="1261517"/>
                </a:lnTo>
                <a:lnTo>
                  <a:pt x="1779085" y="1259590"/>
                </a:lnTo>
                <a:lnTo>
                  <a:pt x="1775559" y="1258669"/>
                </a:lnTo>
                <a:lnTo>
                  <a:pt x="1774454" y="1257559"/>
                </a:lnTo>
                <a:lnTo>
                  <a:pt x="1771623" y="1255326"/>
                </a:lnTo>
                <a:lnTo>
                  <a:pt x="1769270" y="1252936"/>
                </a:lnTo>
                <a:lnTo>
                  <a:pt x="1769961" y="1252128"/>
                </a:lnTo>
                <a:lnTo>
                  <a:pt x="1771806" y="1250867"/>
                </a:lnTo>
                <a:lnTo>
                  <a:pt x="1774577" y="1251179"/>
                </a:lnTo>
                <a:lnTo>
                  <a:pt x="1777629" y="1252749"/>
                </a:lnTo>
                <a:lnTo>
                  <a:pt x="1780421" y="1253835"/>
                </a:lnTo>
                <a:lnTo>
                  <a:pt x="1782513" y="1254455"/>
                </a:lnTo>
                <a:lnTo>
                  <a:pt x="1784194" y="1254890"/>
                </a:lnTo>
                <a:lnTo>
                  <a:pt x="1792005" y="1261065"/>
                </a:lnTo>
                <a:lnTo>
                  <a:pt x="1796188" y="1265888"/>
                </a:lnTo>
                <a:lnTo>
                  <a:pt x="1800803" y="1269318"/>
                </a:lnTo>
                <a:lnTo>
                  <a:pt x="1805756" y="1269340"/>
                </a:lnTo>
                <a:lnTo>
                  <a:pt x="1810544" y="1268942"/>
                </a:lnTo>
                <a:lnTo>
                  <a:pt x="1818284" y="1267837"/>
                </a:lnTo>
                <a:lnTo>
                  <a:pt x="1822960" y="1267381"/>
                </a:lnTo>
                <a:lnTo>
                  <a:pt x="1829454" y="1268722"/>
                </a:lnTo>
                <a:lnTo>
                  <a:pt x="1838701" y="1271511"/>
                </a:lnTo>
                <a:lnTo>
                  <a:pt x="1846831" y="1272356"/>
                </a:lnTo>
                <a:lnTo>
                  <a:pt x="1850278" y="1271492"/>
                </a:lnTo>
                <a:lnTo>
                  <a:pt x="1855572" y="1265616"/>
                </a:lnTo>
                <a:lnTo>
                  <a:pt x="1857482" y="1261046"/>
                </a:lnTo>
                <a:lnTo>
                  <a:pt x="1858539" y="1255490"/>
                </a:lnTo>
                <a:lnTo>
                  <a:pt x="1860250" y="1251169"/>
                </a:lnTo>
                <a:lnTo>
                  <a:pt x="1861329" y="1249223"/>
                </a:lnTo>
                <a:lnTo>
                  <a:pt x="1864053" y="1247339"/>
                </a:lnTo>
                <a:lnTo>
                  <a:pt x="1865999" y="1245771"/>
                </a:lnTo>
                <a:lnTo>
                  <a:pt x="1869893" y="1243422"/>
                </a:lnTo>
                <a:lnTo>
                  <a:pt x="1873724" y="1239641"/>
                </a:lnTo>
                <a:lnTo>
                  <a:pt x="1870380" y="1239960"/>
                </a:lnTo>
                <a:lnTo>
                  <a:pt x="1866264" y="1240074"/>
                </a:lnTo>
                <a:lnTo>
                  <a:pt x="1863231" y="1239861"/>
                </a:lnTo>
                <a:lnTo>
                  <a:pt x="1859845" y="1239874"/>
                </a:lnTo>
                <a:lnTo>
                  <a:pt x="1857957" y="1239503"/>
                </a:lnTo>
                <a:lnTo>
                  <a:pt x="1854847" y="1239415"/>
                </a:lnTo>
                <a:lnTo>
                  <a:pt x="1848257" y="1239511"/>
                </a:lnTo>
                <a:lnTo>
                  <a:pt x="1847898" y="1237155"/>
                </a:lnTo>
                <a:lnTo>
                  <a:pt x="1849690" y="1234763"/>
                </a:lnTo>
                <a:lnTo>
                  <a:pt x="1854439" y="1233451"/>
                </a:lnTo>
                <a:lnTo>
                  <a:pt x="1858281" y="1232210"/>
                </a:lnTo>
                <a:lnTo>
                  <a:pt x="1865607" y="1230070"/>
                </a:lnTo>
                <a:lnTo>
                  <a:pt x="1872999" y="1229147"/>
                </a:lnTo>
                <a:lnTo>
                  <a:pt x="1878398" y="1227936"/>
                </a:lnTo>
                <a:lnTo>
                  <a:pt x="1883215" y="1225373"/>
                </a:lnTo>
                <a:lnTo>
                  <a:pt x="1886768" y="1222844"/>
                </a:lnTo>
                <a:lnTo>
                  <a:pt x="1889919" y="1219844"/>
                </a:lnTo>
                <a:lnTo>
                  <a:pt x="1892511" y="1216508"/>
                </a:lnTo>
                <a:lnTo>
                  <a:pt x="1895320" y="1213143"/>
                </a:lnTo>
                <a:lnTo>
                  <a:pt x="1897319" y="1210243"/>
                </a:lnTo>
                <a:lnTo>
                  <a:pt x="1898411" y="1208102"/>
                </a:lnTo>
                <a:lnTo>
                  <a:pt x="1903899" y="1204296"/>
                </a:lnTo>
                <a:lnTo>
                  <a:pt x="1904535" y="1202177"/>
                </a:lnTo>
                <a:lnTo>
                  <a:pt x="1904554" y="1199513"/>
                </a:lnTo>
                <a:lnTo>
                  <a:pt x="1907757" y="1198117"/>
                </a:lnTo>
                <a:lnTo>
                  <a:pt x="1913828" y="1195381"/>
                </a:lnTo>
                <a:lnTo>
                  <a:pt x="1920254" y="1193726"/>
                </a:lnTo>
                <a:lnTo>
                  <a:pt x="1925977" y="1197779"/>
                </a:lnTo>
                <a:lnTo>
                  <a:pt x="1932636" y="1202312"/>
                </a:lnTo>
                <a:lnTo>
                  <a:pt x="1940030" y="1205638"/>
                </a:lnTo>
                <a:lnTo>
                  <a:pt x="1947204" y="1210250"/>
                </a:lnTo>
                <a:lnTo>
                  <a:pt x="1954480" y="1218802"/>
                </a:lnTo>
                <a:lnTo>
                  <a:pt x="1956554" y="1224513"/>
                </a:lnTo>
                <a:lnTo>
                  <a:pt x="1958439" y="1241774"/>
                </a:lnTo>
                <a:lnTo>
                  <a:pt x="1961015" y="1255143"/>
                </a:lnTo>
                <a:lnTo>
                  <a:pt x="1959330" y="1265821"/>
                </a:lnTo>
                <a:lnTo>
                  <a:pt x="1952681" y="1267698"/>
                </a:lnTo>
                <a:lnTo>
                  <a:pt x="1948092" y="1268727"/>
                </a:lnTo>
                <a:lnTo>
                  <a:pt x="1946464" y="1269291"/>
                </a:lnTo>
                <a:lnTo>
                  <a:pt x="1943028" y="1274439"/>
                </a:lnTo>
                <a:lnTo>
                  <a:pt x="1939892" y="1279018"/>
                </a:lnTo>
                <a:lnTo>
                  <a:pt x="1935688" y="1283491"/>
                </a:lnTo>
                <a:lnTo>
                  <a:pt x="1930877" y="1285327"/>
                </a:lnTo>
                <a:lnTo>
                  <a:pt x="1927643" y="1290378"/>
                </a:lnTo>
                <a:lnTo>
                  <a:pt x="1925318" y="1293212"/>
                </a:lnTo>
                <a:lnTo>
                  <a:pt x="1919484" y="1295380"/>
                </a:lnTo>
                <a:lnTo>
                  <a:pt x="1916660" y="1297373"/>
                </a:lnTo>
                <a:lnTo>
                  <a:pt x="1915285" y="1300679"/>
                </a:lnTo>
                <a:lnTo>
                  <a:pt x="1913889" y="1304095"/>
                </a:lnTo>
                <a:lnTo>
                  <a:pt x="1910763" y="1308059"/>
                </a:lnTo>
                <a:lnTo>
                  <a:pt x="1905063" y="1311536"/>
                </a:lnTo>
                <a:lnTo>
                  <a:pt x="1900427" y="1316744"/>
                </a:lnTo>
                <a:lnTo>
                  <a:pt x="1897415" y="1319851"/>
                </a:lnTo>
                <a:lnTo>
                  <a:pt x="1896343" y="1321566"/>
                </a:lnTo>
                <a:lnTo>
                  <a:pt x="1895947" y="1327127"/>
                </a:lnTo>
                <a:lnTo>
                  <a:pt x="1896219" y="1331924"/>
                </a:lnTo>
                <a:lnTo>
                  <a:pt x="1897305" y="1338123"/>
                </a:lnTo>
                <a:lnTo>
                  <a:pt x="1898861" y="1343134"/>
                </a:lnTo>
                <a:lnTo>
                  <a:pt x="1900933" y="1345702"/>
                </a:lnTo>
                <a:lnTo>
                  <a:pt x="1903952" y="1349027"/>
                </a:lnTo>
                <a:lnTo>
                  <a:pt x="1908582" y="1353992"/>
                </a:lnTo>
                <a:lnTo>
                  <a:pt x="1912782" y="1358920"/>
                </a:lnTo>
                <a:lnTo>
                  <a:pt x="1916998" y="1364027"/>
                </a:lnTo>
                <a:lnTo>
                  <a:pt x="1921487" y="1368755"/>
                </a:lnTo>
                <a:lnTo>
                  <a:pt x="1924815" y="1373477"/>
                </a:lnTo>
                <a:lnTo>
                  <a:pt x="1929148" y="1380564"/>
                </a:lnTo>
                <a:lnTo>
                  <a:pt x="1932228" y="1385855"/>
                </a:lnTo>
                <a:lnTo>
                  <a:pt x="1934723" y="1390331"/>
                </a:lnTo>
                <a:lnTo>
                  <a:pt x="1937313" y="1395851"/>
                </a:lnTo>
                <a:lnTo>
                  <a:pt x="1937859" y="1399786"/>
                </a:lnTo>
                <a:lnTo>
                  <a:pt x="1937257" y="1402176"/>
                </a:lnTo>
                <a:lnTo>
                  <a:pt x="1936049" y="1404729"/>
                </a:lnTo>
                <a:lnTo>
                  <a:pt x="1933765" y="1407515"/>
                </a:lnTo>
                <a:lnTo>
                  <a:pt x="1931873" y="1409908"/>
                </a:lnTo>
                <a:lnTo>
                  <a:pt x="1930194" y="1413026"/>
                </a:lnTo>
                <a:lnTo>
                  <a:pt x="1929981" y="1414624"/>
                </a:lnTo>
                <a:lnTo>
                  <a:pt x="1932495" y="1419416"/>
                </a:lnTo>
                <a:lnTo>
                  <a:pt x="1936271" y="1420020"/>
                </a:lnTo>
                <a:lnTo>
                  <a:pt x="1948290" y="1421966"/>
                </a:lnTo>
                <a:lnTo>
                  <a:pt x="1951252" y="1423955"/>
                </a:lnTo>
                <a:lnTo>
                  <a:pt x="1961029" y="1432761"/>
                </a:lnTo>
                <a:lnTo>
                  <a:pt x="1973201" y="1437280"/>
                </a:lnTo>
                <a:lnTo>
                  <a:pt x="1985109" y="1446098"/>
                </a:lnTo>
                <a:lnTo>
                  <a:pt x="1990731" y="1432163"/>
                </a:lnTo>
                <a:lnTo>
                  <a:pt x="1997100" y="1420663"/>
                </a:lnTo>
                <a:lnTo>
                  <a:pt x="2007003" y="1414523"/>
                </a:lnTo>
                <a:lnTo>
                  <a:pt x="2008605" y="1406240"/>
                </a:lnTo>
                <a:lnTo>
                  <a:pt x="2018655" y="1407214"/>
                </a:lnTo>
                <a:lnTo>
                  <a:pt x="2019892" y="1397712"/>
                </a:lnTo>
                <a:lnTo>
                  <a:pt x="2015035" y="1359677"/>
                </a:lnTo>
                <a:lnTo>
                  <a:pt x="2031547" y="1358702"/>
                </a:lnTo>
                <a:lnTo>
                  <a:pt x="2042824" y="1352989"/>
                </a:lnTo>
                <a:lnTo>
                  <a:pt x="2054871" y="1354282"/>
                </a:lnTo>
                <a:lnTo>
                  <a:pt x="2063898" y="1354348"/>
                </a:lnTo>
                <a:lnTo>
                  <a:pt x="2070605" y="1352540"/>
                </a:lnTo>
                <a:lnTo>
                  <a:pt x="2071057" y="1344129"/>
                </a:lnTo>
                <a:lnTo>
                  <a:pt x="2051964" y="1317907"/>
                </a:lnTo>
                <a:lnTo>
                  <a:pt x="2041678" y="1300833"/>
                </a:lnTo>
                <a:lnTo>
                  <a:pt x="2039075" y="1284248"/>
                </a:lnTo>
                <a:lnTo>
                  <a:pt x="2043426" y="1280849"/>
                </a:lnTo>
                <a:lnTo>
                  <a:pt x="2043091" y="1274661"/>
                </a:lnTo>
                <a:lnTo>
                  <a:pt x="2035239" y="1252865"/>
                </a:lnTo>
                <a:lnTo>
                  <a:pt x="2041716" y="1227486"/>
                </a:lnTo>
                <a:lnTo>
                  <a:pt x="2053748" y="1214814"/>
                </a:lnTo>
                <a:lnTo>
                  <a:pt x="2065724" y="1219880"/>
                </a:lnTo>
                <a:lnTo>
                  <a:pt x="2073901" y="1223033"/>
                </a:lnTo>
                <a:lnTo>
                  <a:pt x="2088499" y="1228080"/>
                </a:lnTo>
                <a:lnTo>
                  <a:pt x="2108833" y="1231334"/>
                </a:lnTo>
                <a:lnTo>
                  <a:pt x="2117831" y="1234529"/>
                </a:lnTo>
                <a:lnTo>
                  <a:pt x="2121441" y="1239534"/>
                </a:lnTo>
                <a:lnTo>
                  <a:pt x="2124341" y="1248828"/>
                </a:lnTo>
                <a:lnTo>
                  <a:pt x="2128538" y="1254290"/>
                </a:lnTo>
                <a:lnTo>
                  <a:pt x="2139526" y="1258592"/>
                </a:lnTo>
                <a:lnTo>
                  <a:pt x="2150894" y="1254167"/>
                </a:lnTo>
                <a:lnTo>
                  <a:pt x="2159576" y="1251761"/>
                </a:lnTo>
                <a:lnTo>
                  <a:pt x="2174453" y="1252561"/>
                </a:lnTo>
                <a:lnTo>
                  <a:pt x="2197738" y="1252891"/>
                </a:lnTo>
                <a:lnTo>
                  <a:pt x="2220929" y="1245318"/>
                </a:lnTo>
                <a:lnTo>
                  <a:pt x="2231594" y="1238814"/>
                </a:lnTo>
                <a:lnTo>
                  <a:pt x="2239157" y="1236072"/>
                </a:lnTo>
                <a:lnTo>
                  <a:pt x="2245153" y="1234259"/>
                </a:lnTo>
                <a:lnTo>
                  <a:pt x="2272100" y="1229273"/>
                </a:lnTo>
                <a:lnTo>
                  <a:pt x="2290455" y="1221517"/>
                </a:lnTo>
                <a:lnTo>
                  <a:pt x="2301611" y="1214852"/>
                </a:lnTo>
                <a:lnTo>
                  <a:pt x="2314049" y="1207848"/>
                </a:lnTo>
                <a:lnTo>
                  <a:pt x="2327603" y="1200623"/>
                </a:lnTo>
                <a:lnTo>
                  <a:pt x="2336839" y="1196285"/>
                </a:lnTo>
                <a:lnTo>
                  <a:pt x="2359696" y="1197567"/>
                </a:lnTo>
                <a:lnTo>
                  <a:pt x="2394324" y="1206858"/>
                </a:lnTo>
                <a:lnTo>
                  <a:pt x="2426212" y="1226919"/>
                </a:lnTo>
                <a:lnTo>
                  <a:pt x="2453901" y="1241725"/>
                </a:lnTo>
                <a:lnTo>
                  <a:pt x="2477700" y="1240767"/>
                </a:lnTo>
                <a:lnTo>
                  <a:pt x="2499593" y="1240466"/>
                </a:lnTo>
                <a:lnTo>
                  <a:pt x="2532612" y="1246588"/>
                </a:lnTo>
                <a:lnTo>
                  <a:pt x="2551732" y="1244222"/>
                </a:lnTo>
                <a:lnTo>
                  <a:pt x="2570382" y="1240069"/>
                </a:lnTo>
                <a:lnTo>
                  <a:pt x="2598436" y="1233610"/>
                </a:lnTo>
                <a:lnTo>
                  <a:pt x="2617728" y="1228657"/>
                </a:lnTo>
                <a:lnTo>
                  <a:pt x="2634591" y="1223344"/>
                </a:lnTo>
                <a:lnTo>
                  <a:pt x="2656958" y="1217745"/>
                </a:lnTo>
                <a:lnTo>
                  <a:pt x="2673984" y="1208418"/>
                </a:lnTo>
                <a:lnTo>
                  <a:pt x="2690947" y="1197244"/>
                </a:lnTo>
                <a:lnTo>
                  <a:pt x="2707834" y="1187000"/>
                </a:lnTo>
                <a:lnTo>
                  <a:pt x="2710749" y="1185805"/>
                </a:lnTo>
                <a:lnTo>
                  <a:pt x="2714230" y="1184204"/>
                </a:lnTo>
                <a:lnTo>
                  <a:pt x="2726354" y="1178147"/>
                </a:lnTo>
                <a:lnTo>
                  <a:pt x="2731401" y="1175542"/>
                </a:lnTo>
                <a:lnTo>
                  <a:pt x="2734152" y="1173802"/>
                </a:lnTo>
                <a:lnTo>
                  <a:pt x="2741910" y="1161877"/>
                </a:lnTo>
                <a:lnTo>
                  <a:pt x="2754188" y="1157197"/>
                </a:lnTo>
                <a:lnTo>
                  <a:pt x="2769265" y="1154224"/>
                </a:lnTo>
                <a:lnTo>
                  <a:pt x="2803127" y="1134978"/>
                </a:lnTo>
                <a:lnTo>
                  <a:pt x="2810876" y="1131619"/>
                </a:lnTo>
                <a:lnTo>
                  <a:pt x="2820682" y="1130074"/>
                </a:lnTo>
                <a:lnTo>
                  <a:pt x="2877837" y="1132856"/>
                </a:lnTo>
                <a:lnTo>
                  <a:pt x="2895285" y="1135965"/>
                </a:lnTo>
                <a:lnTo>
                  <a:pt x="2908308" y="1137907"/>
                </a:lnTo>
                <a:lnTo>
                  <a:pt x="2920417" y="1133082"/>
                </a:lnTo>
                <a:lnTo>
                  <a:pt x="2939929" y="1132290"/>
                </a:lnTo>
                <a:lnTo>
                  <a:pt x="2956631" y="1132419"/>
                </a:lnTo>
                <a:lnTo>
                  <a:pt x="2975738" y="1128405"/>
                </a:lnTo>
                <a:lnTo>
                  <a:pt x="2979811" y="1127230"/>
                </a:lnTo>
                <a:lnTo>
                  <a:pt x="2986002" y="1125176"/>
                </a:lnTo>
                <a:lnTo>
                  <a:pt x="2993971" y="1122643"/>
                </a:lnTo>
                <a:lnTo>
                  <a:pt x="3012773" y="1119869"/>
                </a:lnTo>
                <a:lnTo>
                  <a:pt x="3041393" y="1109114"/>
                </a:lnTo>
                <a:lnTo>
                  <a:pt x="3056781" y="1098541"/>
                </a:lnTo>
                <a:lnTo>
                  <a:pt x="3067503" y="1083802"/>
                </a:lnTo>
                <a:lnTo>
                  <a:pt x="3075004" y="1079913"/>
                </a:lnTo>
                <a:lnTo>
                  <a:pt x="3090528" y="1083499"/>
                </a:lnTo>
                <a:lnTo>
                  <a:pt x="3095051" y="1094532"/>
                </a:lnTo>
                <a:lnTo>
                  <a:pt x="3105458" y="1104963"/>
                </a:lnTo>
                <a:lnTo>
                  <a:pt x="3109143" y="1106957"/>
                </a:lnTo>
                <a:lnTo>
                  <a:pt x="3112658" y="1106757"/>
                </a:lnTo>
                <a:lnTo>
                  <a:pt x="3117962" y="1105767"/>
                </a:lnTo>
                <a:lnTo>
                  <a:pt x="3122201" y="1104764"/>
                </a:lnTo>
                <a:lnTo>
                  <a:pt x="3128826" y="1103030"/>
                </a:lnTo>
                <a:lnTo>
                  <a:pt x="3135223" y="1099710"/>
                </a:lnTo>
                <a:lnTo>
                  <a:pt x="3137701" y="1096119"/>
                </a:lnTo>
                <a:lnTo>
                  <a:pt x="3141769" y="1092501"/>
                </a:lnTo>
                <a:lnTo>
                  <a:pt x="3143943" y="1089976"/>
                </a:lnTo>
                <a:lnTo>
                  <a:pt x="3145525" y="1087364"/>
                </a:lnTo>
                <a:lnTo>
                  <a:pt x="3147566" y="1083899"/>
                </a:lnTo>
                <a:lnTo>
                  <a:pt x="3149283" y="1080789"/>
                </a:lnTo>
                <a:lnTo>
                  <a:pt x="3150598" y="1077915"/>
                </a:lnTo>
                <a:lnTo>
                  <a:pt x="3151517" y="1075013"/>
                </a:lnTo>
                <a:lnTo>
                  <a:pt x="3153796" y="1071020"/>
                </a:lnTo>
                <a:lnTo>
                  <a:pt x="3156347" y="1067514"/>
                </a:lnTo>
                <a:lnTo>
                  <a:pt x="3162096" y="1062142"/>
                </a:lnTo>
                <a:lnTo>
                  <a:pt x="3168002" y="1057149"/>
                </a:lnTo>
                <a:lnTo>
                  <a:pt x="3172607" y="1055713"/>
                </a:lnTo>
                <a:lnTo>
                  <a:pt x="3176483" y="1055347"/>
                </a:lnTo>
                <a:lnTo>
                  <a:pt x="3180618" y="1056091"/>
                </a:lnTo>
                <a:lnTo>
                  <a:pt x="3189432" y="1060081"/>
                </a:lnTo>
                <a:lnTo>
                  <a:pt x="3195414" y="1062066"/>
                </a:lnTo>
                <a:lnTo>
                  <a:pt x="3198218" y="1063168"/>
                </a:lnTo>
                <a:lnTo>
                  <a:pt x="3207037" y="1063728"/>
                </a:lnTo>
                <a:lnTo>
                  <a:pt x="3208177" y="1063141"/>
                </a:lnTo>
                <a:lnTo>
                  <a:pt x="3210751" y="1061370"/>
                </a:lnTo>
                <a:lnTo>
                  <a:pt x="3214916" y="1058667"/>
                </a:lnTo>
                <a:lnTo>
                  <a:pt x="3217135" y="1057716"/>
                </a:lnTo>
                <a:lnTo>
                  <a:pt x="3219909" y="1056295"/>
                </a:lnTo>
                <a:lnTo>
                  <a:pt x="3222364" y="1054890"/>
                </a:lnTo>
                <a:lnTo>
                  <a:pt x="3225146" y="1053783"/>
                </a:lnTo>
                <a:lnTo>
                  <a:pt x="3229521" y="1051747"/>
                </a:lnTo>
                <a:lnTo>
                  <a:pt x="3233771" y="1049482"/>
                </a:lnTo>
                <a:lnTo>
                  <a:pt x="3236982" y="1049506"/>
                </a:lnTo>
                <a:lnTo>
                  <a:pt x="3240421" y="1049351"/>
                </a:lnTo>
                <a:lnTo>
                  <a:pt x="3243885" y="1049522"/>
                </a:lnTo>
                <a:lnTo>
                  <a:pt x="3247883" y="1050353"/>
                </a:lnTo>
                <a:lnTo>
                  <a:pt x="3251355" y="1050971"/>
                </a:lnTo>
                <a:lnTo>
                  <a:pt x="3255454" y="1051613"/>
                </a:lnTo>
                <a:lnTo>
                  <a:pt x="3259135" y="1054014"/>
                </a:lnTo>
                <a:lnTo>
                  <a:pt x="3264006" y="1055544"/>
                </a:lnTo>
                <a:lnTo>
                  <a:pt x="3268579" y="1056592"/>
                </a:lnTo>
                <a:lnTo>
                  <a:pt x="3273167" y="1057499"/>
                </a:lnTo>
                <a:lnTo>
                  <a:pt x="3278228" y="1057837"/>
                </a:lnTo>
                <a:lnTo>
                  <a:pt x="3282589" y="1057889"/>
                </a:lnTo>
                <a:lnTo>
                  <a:pt x="3288720" y="1058803"/>
                </a:lnTo>
                <a:lnTo>
                  <a:pt x="3292953" y="1060437"/>
                </a:lnTo>
                <a:lnTo>
                  <a:pt x="3297069" y="1062005"/>
                </a:lnTo>
                <a:lnTo>
                  <a:pt x="3299970" y="1063818"/>
                </a:lnTo>
                <a:lnTo>
                  <a:pt x="3305601" y="1066395"/>
                </a:lnTo>
                <a:lnTo>
                  <a:pt x="3311901" y="1068410"/>
                </a:lnTo>
                <a:lnTo>
                  <a:pt x="3315481" y="1069997"/>
                </a:lnTo>
                <a:lnTo>
                  <a:pt x="3321374" y="1071741"/>
                </a:lnTo>
                <a:lnTo>
                  <a:pt x="3329645" y="1072912"/>
                </a:lnTo>
                <a:lnTo>
                  <a:pt x="3335604" y="1073157"/>
                </a:lnTo>
                <a:lnTo>
                  <a:pt x="3338973" y="1073028"/>
                </a:lnTo>
                <a:lnTo>
                  <a:pt x="3346582" y="1072636"/>
                </a:lnTo>
                <a:lnTo>
                  <a:pt x="3353666" y="1072354"/>
                </a:lnTo>
                <a:lnTo>
                  <a:pt x="3360353" y="1072255"/>
                </a:lnTo>
                <a:lnTo>
                  <a:pt x="3364618" y="1072200"/>
                </a:lnTo>
                <a:lnTo>
                  <a:pt x="3368227" y="1071688"/>
                </a:lnTo>
                <a:lnTo>
                  <a:pt x="3373244" y="1071248"/>
                </a:lnTo>
                <a:lnTo>
                  <a:pt x="3378413" y="1072639"/>
                </a:lnTo>
                <a:lnTo>
                  <a:pt x="3383555" y="1072932"/>
                </a:lnTo>
                <a:lnTo>
                  <a:pt x="3388484" y="1072359"/>
                </a:lnTo>
                <a:lnTo>
                  <a:pt x="3394787" y="1069119"/>
                </a:lnTo>
                <a:lnTo>
                  <a:pt x="3398818" y="1064638"/>
                </a:lnTo>
                <a:lnTo>
                  <a:pt x="3401504" y="1061669"/>
                </a:lnTo>
                <a:lnTo>
                  <a:pt x="3403246" y="1059301"/>
                </a:lnTo>
                <a:lnTo>
                  <a:pt x="3407929" y="1055292"/>
                </a:lnTo>
                <a:lnTo>
                  <a:pt x="3412766" y="1052459"/>
                </a:lnTo>
                <a:lnTo>
                  <a:pt x="3418315" y="1049139"/>
                </a:lnTo>
                <a:lnTo>
                  <a:pt x="3421563" y="1048235"/>
                </a:lnTo>
                <a:lnTo>
                  <a:pt x="3425190" y="1047758"/>
                </a:lnTo>
                <a:lnTo>
                  <a:pt x="3429928" y="1047448"/>
                </a:lnTo>
                <a:lnTo>
                  <a:pt x="3433892" y="1049555"/>
                </a:lnTo>
                <a:lnTo>
                  <a:pt x="3436905" y="1050978"/>
                </a:lnTo>
                <a:lnTo>
                  <a:pt x="3439561" y="1052067"/>
                </a:lnTo>
                <a:lnTo>
                  <a:pt x="3443136" y="1053395"/>
                </a:lnTo>
                <a:lnTo>
                  <a:pt x="3446031" y="1054383"/>
                </a:lnTo>
                <a:lnTo>
                  <a:pt x="3450284" y="1055864"/>
                </a:lnTo>
                <a:lnTo>
                  <a:pt x="3452041" y="1056562"/>
                </a:lnTo>
                <a:lnTo>
                  <a:pt x="3454105" y="1058217"/>
                </a:lnTo>
                <a:lnTo>
                  <a:pt x="3457526" y="1061902"/>
                </a:lnTo>
                <a:lnTo>
                  <a:pt x="3459460" y="1065650"/>
                </a:lnTo>
                <a:lnTo>
                  <a:pt x="3460643" y="1069870"/>
                </a:lnTo>
                <a:lnTo>
                  <a:pt x="3461001" y="1073551"/>
                </a:lnTo>
                <a:lnTo>
                  <a:pt x="3460372" y="1078034"/>
                </a:lnTo>
                <a:lnTo>
                  <a:pt x="3459343" y="1081057"/>
                </a:lnTo>
                <a:lnTo>
                  <a:pt x="3458204" y="1083469"/>
                </a:lnTo>
                <a:lnTo>
                  <a:pt x="3456212" y="1086038"/>
                </a:lnTo>
                <a:lnTo>
                  <a:pt x="3455333" y="1089975"/>
                </a:lnTo>
                <a:lnTo>
                  <a:pt x="3455707" y="1094952"/>
                </a:lnTo>
                <a:lnTo>
                  <a:pt x="3457178" y="1099102"/>
                </a:lnTo>
                <a:lnTo>
                  <a:pt x="3459026" y="1103201"/>
                </a:lnTo>
                <a:lnTo>
                  <a:pt x="3460734" y="1105737"/>
                </a:lnTo>
                <a:lnTo>
                  <a:pt x="3462155" y="1106767"/>
                </a:lnTo>
                <a:lnTo>
                  <a:pt x="3466184" y="1107248"/>
                </a:lnTo>
                <a:lnTo>
                  <a:pt x="3471567" y="1106257"/>
                </a:lnTo>
                <a:lnTo>
                  <a:pt x="3476887" y="1103722"/>
                </a:lnTo>
                <a:lnTo>
                  <a:pt x="3481846" y="1101154"/>
                </a:lnTo>
                <a:lnTo>
                  <a:pt x="3486927" y="1097876"/>
                </a:lnTo>
                <a:lnTo>
                  <a:pt x="3491437" y="1094482"/>
                </a:lnTo>
                <a:lnTo>
                  <a:pt x="3496838" y="1091169"/>
                </a:lnTo>
                <a:lnTo>
                  <a:pt x="3501976" y="1088310"/>
                </a:lnTo>
                <a:lnTo>
                  <a:pt x="3505688" y="1084683"/>
                </a:lnTo>
                <a:lnTo>
                  <a:pt x="3510509" y="1080611"/>
                </a:lnTo>
                <a:lnTo>
                  <a:pt x="3516304" y="1076075"/>
                </a:lnTo>
                <a:lnTo>
                  <a:pt x="3520658" y="1073339"/>
                </a:lnTo>
                <a:lnTo>
                  <a:pt x="3525522" y="1071942"/>
                </a:lnTo>
                <a:lnTo>
                  <a:pt x="3530768" y="1071477"/>
                </a:lnTo>
                <a:lnTo>
                  <a:pt x="3536767" y="1071421"/>
                </a:lnTo>
                <a:lnTo>
                  <a:pt x="3543235" y="1071738"/>
                </a:lnTo>
                <a:lnTo>
                  <a:pt x="3549285" y="1072199"/>
                </a:lnTo>
                <a:lnTo>
                  <a:pt x="3555530" y="1073260"/>
                </a:lnTo>
                <a:lnTo>
                  <a:pt x="3561265" y="1073770"/>
                </a:lnTo>
                <a:lnTo>
                  <a:pt x="3559062" y="1065677"/>
                </a:lnTo>
                <a:lnTo>
                  <a:pt x="3559083" y="1060258"/>
                </a:lnTo>
                <a:lnTo>
                  <a:pt x="3561156" y="1055383"/>
                </a:lnTo>
                <a:lnTo>
                  <a:pt x="3560222" y="1046270"/>
                </a:lnTo>
                <a:lnTo>
                  <a:pt x="3558282" y="1039735"/>
                </a:lnTo>
                <a:lnTo>
                  <a:pt x="3551166" y="1032794"/>
                </a:lnTo>
                <a:lnTo>
                  <a:pt x="3541748" y="1025626"/>
                </a:lnTo>
                <a:lnTo>
                  <a:pt x="3534192" y="1020067"/>
                </a:lnTo>
                <a:lnTo>
                  <a:pt x="3524104" y="1014914"/>
                </a:lnTo>
                <a:lnTo>
                  <a:pt x="3513278" y="1003874"/>
                </a:lnTo>
                <a:lnTo>
                  <a:pt x="3510004" y="989327"/>
                </a:lnTo>
                <a:lnTo>
                  <a:pt x="3504018" y="975549"/>
                </a:lnTo>
                <a:lnTo>
                  <a:pt x="3501558" y="967695"/>
                </a:lnTo>
                <a:lnTo>
                  <a:pt x="3499906" y="960209"/>
                </a:lnTo>
                <a:lnTo>
                  <a:pt x="3501520" y="949976"/>
                </a:lnTo>
                <a:lnTo>
                  <a:pt x="3496834" y="941233"/>
                </a:lnTo>
                <a:lnTo>
                  <a:pt x="3484867" y="934906"/>
                </a:lnTo>
                <a:lnTo>
                  <a:pt x="3456516" y="928367"/>
                </a:lnTo>
                <a:lnTo>
                  <a:pt x="3456448" y="928287"/>
                </a:lnTo>
                <a:lnTo>
                  <a:pt x="3454745" y="925203"/>
                </a:lnTo>
                <a:lnTo>
                  <a:pt x="3447862" y="915885"/>
                </a:lnTo>
                <a:lnTo>
                  <a:pt x="3435329" y="915502"/>
                </a:lnTo>
                <a:lnTo>
                  <a:pt x="3420695" y="911602"/>
                </a:lnTo>
                <a:lnTo>
                  <a:pt x="3420470" y="898082"/>
                </a:lnTo>
                <a:lnTo>
                  <a:pt x="3428711" y="876853"/>
                </a:lnTo>
                <a:lnTo>
                  <a:pt x="3432214" y="861391"/>
                </a:lnTo>
                <a:lnTo>
                  <a:pt x="3433186" y="854259"/>
                </a:lnTo>
                <a:lnTo>
                  <a:pt x="3434876" y="847477"/>
                </a:lnTo>
                <a:lnTo>
                  <a:pt x="3433858" y="830777"/>
                </a:lnTo>
                <a:lnTo>
                  <a:pt x="3440479" y="819195"/>
                </a:lnTo>
                <a:lnTo>
                  <a:pt x="3446889" y="808750"/>
                </a:lnTo>
                <a:lnTo>
                  <a:pt x="3434657" y="799781"/>
                </a:lnTo>
                <a:lnTo>
                  <a:pt x="3424236" y="800631"/>
                </a:lnTo>
                <a:lnTo>
                  <a:pt x="3412307" y="799091"/>
                </a:lnTo>
                <a:lnTo>
                  <a:pt x="3407043" y="786123"/>
                </a:lnTo>
                <a:lnTo>
                  <a:pt x="3401449" y="764084"/>
                </a:lnTo>
                <a:lnTo>
                  <a:pt x="3395441" y="744371"/>
                </a:lnTo>
                <a:lnTo>
                  <a:pt x="3385670" y="726116"/>
                </a:lnTo>
                <a:lnTo>
                  <a:pt x="3383392" y="708116"/>
                </a:lnTo>
                <a:lnTo>
                  <a:pt x="3368745" y="688200"/>
                </a:lnTo>
                <a:lnTo>
                  <a:pt x="3359714" y="676751"/>
                </a:lnTo>
                <a:lnTo>
                  <a:pt x="3356845" y="671460"/>
                </a:lnTo>
                <a:lnTo>
                  <a:pt x="3352170" y="663664"/>
                </a:lnTo>
                <a:lnTo>
                  <a:pt x="3349213" y="642628"/>
                </a:lnTo>
                <a:lnTo>
                  <a:pt x="3346976" y="629994"/>
                </a:lnTo>
                <a:lnTo>
                  <a:pt x="3330625" y="616287"/>
                </a:lnTo>
                <a:lnTo>
                  <a:pt x="3324268" y="603088"/>
                </a:lnTo>
                <a:lnTo>
                  <a:pt x="3315198" y="586352"/>
                </a:lnTo>
                <a:lnTo>
                  <a:pt x="3306069" y="571891"/>
                </a:lnTo>
                <a:lnTo>
                  <a:pt x="3308363" y="569050"/>
                </a:lnTo>
                <a:lnTo>
                  <a:pt x="3310017" y="567855"/>
                </a:lnTo>
                <a:lnTo>
                  <a:pt x="3317116" y="563868"/>
                </a:lnTo>
                <a:lnTo>
                  <a:pt x="3326150" y="564897"/>
                </a:lnTo>
                <a:lnTo>
                  <a:pt x="3333583" y="565578"/>
                </a:lnTo>
                <a:lnTo>
                  <a:pt x="3341264" y="562168"/>
                </a:lnTo>
                <a:lnTo>
                  <a:pt x="3354578" y="563607"/>
                </a:lnTo>
                <a:lnTo>
                  <a:pt x="3362777" y="564725"/>
                </a:lnTo>
                <a:lnTo>
                  <a:pt x="3369115" y="555763"/>
                </a:lnTo>
                <a:lnTo>
                  <a:pt x="3368596" y="529816"/>
                </a:lnTo>
                <a:lnTo>
                  <a:pt x="3370830" y="514374"/>
                </a:lnTo>
                <a:lnTo>
                  <a:pt x="3368796" y="499394"/>
                </a:lnTo>
                <a:lnTo>
                  <a:pt x="3371381" y="492133"/>
                </a:lnTo>
                <a:lnTo>
                  <a:pt x="3375980" y="487199"/>
                </a:lnTo>
                <a:lnTo>
                  <a:pt x="3393881" y="491915"/>
                </a:lnTo>
                <a:lnTo>
                  <a:pt x="3406436" y="497571"/>
                </a:lnTo>
                <a:lnTo>
                  <a:pt x="3414333" y="500049"/>
                </a:lnTo>
                <a:lnTo>
                  <a:pt x="3426886" y="505831"/>
                </a:lnTo>
                <a:lnTo>
                  <a:pt x="3423607" y="496499"/>
                </a:lnTo>
                <a:lnTo>
                  <a:pt x="3419788" y="490673"/>
                </a:lnTo>
                <a:lnTo>
                  <a:pt x="3410317" y="481886"/>
                </a:lnTo>
                <a:lnTo>
                  <a:pt x="3402467" y="477221"/>
                </a:lnTo>
                <a:lnTo>
                  <a:pt x="3398532" y="474774"/>
                </a:lnTo>
                <a:lnTo>
                  <a:pt x="3387129" y="465770"/>
                </a:lnTo>
                <a:lnTo>
                  <a:pt x="3367867" y="451880"/>
                </a:lnTo>
                <a:lnTo>
                  <a:pt x="3352944" y="440371"/>
                </a:lnTo>
                <a:lnTo>
                  <a:pt x="3320496" y="419860"/>
                </a:lnTo>
                <a:lnTo>
                  <a:pt x="3306219" y="415549"/>
                </a:lnTo>
                <a:lnTo>
                  <a:pt x="3294435" y="413512"/>
                </a:lnTo>
                <a:lnTo>
                  <a:pt x="3274111" y="415931"/>
                </a:lnTo>
                <a:lnTo>
                  <a:pt x="3261003" y="417319"/>
                </a:lnTo>
                <a:lnTo>
                  <a:pt x="3251119" y="419444"/>
                </a:lnTo>
                <a:lnTo>
                  <a:pt x="3243452" y="419095"/>
                </a:lnTo>
                <a:lnTo>
                  <a:pt x="3234852" y="418023"/>
                </a:lnTo>
                <a:lnTo>
                  <a:pt x="3225776" y="415280"/>
                </a:lnTo>
                <a:lnTo>
                  <a:pt x="3210940" y="408811"/>
                </a:lnTo>
                <a:lnTo>
                  <a:pt x="3198921" y="406105"/>
                </a:lnTo>
                <a:lnTo>
                  <a:pt x="3191039" y="403849"/>
                </a:lnTo>
                <a:lnTo>
                  <a:pt x="3187225" y="385438"/>
                </a:lnTo>
                <a:lnTo>
                  <a:pt x="3185577" y="378506"/>
                </a:lnTo>
                <a:lnTo>
                  <a:pt x="3182042" y="372757"/>
                </a:lnTo>
                <a:lnTo>
                  <a:pt x="3170388" y="361729"/>
                </a:lnTo>
                <a:lnTo>
                  <a:pt x="3168724" y="350173"/>
                </a:lnTo>
                <a:lnTo>
                  <a:pt x="3164336" y="340090"/>
                </a:lnTo>
                <a:lnTo>
                  <a:pt x="3156124" y="324525"/>
                </a:lnTo>
                <a:lnTo>
                  <a:pt x="3164922" y="311901"/>
                </a:lnTo>
                <a:lnTo>
                  <a:pt x="3173722" y="277624"/>
                </a:lnTo>
                <a:lnTo>
                  <a:pt x="3169419" y="259687"/>
                </a:lnTo>
                <a:lnTo>
                  <a:pt x="3164931" y="249382"/>
                </a:lnTo>
                <a:lnTo>
                  <a:pt x="3158470" y="239054"/>
                </a:lnTo>
                <a:lnTo>
                  <a:pt x="3148058" y="218681"/>
                </a:lnTo>
                <a:lnTo>
                  <a:pt x="3140104" y="215584"/>
                </a:lnTo>
                <a:lnTo>
                  <a:pt x="3119163" y="209994"/>
                </a:lnTo>
                <a:lnTo>
                  <a:pt x="3103582" y="180638"/>
                </a:lnTo>
                <a:lnTo>
                  <a:pt x="3095110" y="167949"/>
                </a:lnTo>
              </a:path>
            </a:pathLst>
          </a:custGeom>
          <a:noFill/>
          <a:ln w="25400">
            <a:solidFill>
              <a:srgbClr val="262626"/>
            </a:solidFill>
            <a:prstDash val="dash"/>
          </a:ln>
        </p:spPr>
        <p:txBody>
          <a:bodyPr rtlCol="0" anchor="ctr"/>
          <a:lstStyle/>
          <a:p>
            <a:pPr algn="ctr"/>
          </a:p>
        </p:txBody>
      </p:sp>
      <p:sp>
        <p:nvSpPr>
          <p:cNvPr id="9" name="Freeform 8"/>
          <p:cNvSpPr/>
          <p:nvPr/>
        </p:nvSpPr>
        <p:spPr>
          <a:xfrm>
            <a:off x="1190791" y="2152024"/>
            <a:ext cx="537738" cy="448447"/>
          </a:xfrm>
          <a:custGeom>
            <a:avLst/>
            <a:gdLst/>
            <a:ahLst/>
            <a:cxnLst/>
            <a:rect l="l" t="t" r="r" b="b"/>
            <a:pathLst>
              <a:path w="537738" h="448447">
                <a:moveTo>
                  <a:pt x="351164" y="258222"/>
                </a:moveTo>
                <a:lnTo>
                  <a:pt x="345618" y="262739"/>
                </a:lnTo>
                <a:lnTo>
                  <a:pt x="339292" y="268323"/>
                </a:lnTo>
                <a:lnTo>
                  <a:pt x="334769" y="269994"/>
                </a:lnTo>
                <a:lnTo>
                  <a:pt x="323698" y="270925"/>
                </a:lnTo>
                <a:lnTo>
                  <a:pt x="320561" y="268800"/>
                </a:lnTo>
                <a:lnTo>
                  <a:pt x="309948" y="262346"/>
                </a:lnTo>
                <a:lnTo>
                  <a:pt x="290602" y="259718"/>
                </a:lnTo>
                <a:lnTo>
                  <a:pt x="275339" y="262811"/>
                </a:lnTo>
                <a:lnTo>
                  <a:pt x="269541" y="264108"/>
                </a:lnTo>
                <a:lnTo>
                  <a:pt x="261203" y="264308"/>
                </a:lnTo>
                <a:lnTo>
                  <a:pt x="255659" y="269996"/>
                </a:lnTo>
                <a:lnTo>
                  <a:pt x="251949" y="278094"/>
                </a:lnTo>
                <a:lnTo>
                  <a:pt x="245603" y="290719"/>
                </a:lnTo>
                <a:lnTo>
                  <a:pt x="239891" y="300001"/>
                </a:lnTo>
                <a:lnTo>
                  <a:pt x="233814" y="305668"/>
                </a:lnTo>
                <a:lnTo>
                  <a:pt x="228842" y="310601"/>
                </a:lnTo>
                <a:lnTo>
                  <a:pt x="222058" y="319582"/>
                </a:lnTo>
                <a:lnTo>
                  <a:pt x="205989" y="332342"/>
                </a:lnTo>
                <a:lnTo>
                  <a:pt x="201684" y="335937"/>
                </a:lnTo>
                <a:lnTo>
                  <a:pt x="195349" y="337824"/>
                </a:lnTo>
                <a:lnTo>
                  <a:pt x="181190" y="340674"/>
                </a:lnTo>
                <a:lnTo>
                  <a:pt x="171670" y="345172"/>
                </a:lnTo>
                <a:lnTo>
                  <a:pt x="165379" y="344327"/>
                </a:lnTo>
                <a:lnTo>
                  <a:pt x="164862" y="348535"/>
                </a:lnTo>
                <a:lnTo>
                  <a:pt x="162028" y="350949"/>
                </a:lnTo>
                <a:lnTo>
                  <a:pt x="158332" y="352382"/>
                </a:lnTo>
                <a:lnTo>
                  <a:pt x="146978" y="353261"/>
                </a:lnTo>
                <a:lnTo>
                  <a:pt x="143531" y="354163"/>
                </a:lnTo>
                <a:lnTo>
                  <a:pt x="139152" y="355637"/>
                </a:lnTo>
                <a:lnTo>
                  <a:pt x="136654" y="357599"/>
                </a:lnTo>
                <a:lnTo>
                  <a:pt x="133185" y="359650"/>
                </a:lnTo>
                <a:lnTo>
                  <a:pt x="125730" y="361941"/>
                </a:lnTo>
                <a:lnTo>
                  <a:pt x="115919" y="364077"/>
                </a:lnTo>
                <a:lnTo>
                  <a:pt x="114743" y="366744"/>
                </a:lnTo>
                <a:lnTo>
                  <a:pt x="112860" y="371990"/>
                </a:lnTo>
                <a:lnTo>
                  <a:pt x="106431" y="377870"/>
                </a:lnTo>
                <a:lnTo>
                  <a:pt x="100380" y="388501"/>
                </a:lnTo>
                <a:lnTo>
                  <a:pt x="95639" y="391643"/>
                </a:lnTo>
                <a:lnTo>
                  <a:pt x="91257" y="394404"/>
                </a:lnTo>
                <a:lnTo>
                  <a:pt x="85340" y="398725"/>
                </a:lnTo>
                <a:lnTo>
                  <a:pt x="79379" y="400506"/>
                </a:lnTo>
                <a:lnTo>
                  <a:pt x="76616" y="402690"/>
                </a:lnTo>
                <a:lnTo>
                  <a:pt x="73574" y="406220"/>
                </a:lnTo>
                <a:lnTo>
                  <a:pt x="68182" y="410205"/>
                </a:lnTo>
                <a:lnTo>
                  <a:pt x="59336" y="413485"/>
                </a:lnTo>
                <a:lnTo>
                  <a:pt x="57108" y="417479"/>
                </a:lnTo>
                <a:lnTo>
                  <a:pt x="57791" y="421590"/>
                </a:lnTo>
                <a:lnTo>
                  <a:pt x="58159" y="431348"/>
                </a:lnTo>
                <a:lnTo>
                  <a:pt x="55557" y="434569"/>
                </a:lnTo>
                <a:lnTo>
                  <a:pt x="48851" y="437315"/>
                </a:lnTo>
                <a:lnTo>
                  <a:pt x="46136" y="438136"/>
                </a:lnTo>
                <a:lnTo>
                  <a:pt x="39919" y="440474"/>
                </a:lnTo>
                <a:lnTo>
                  <a:pt x="36691" y="443414"/>
                </a:lnTo>
                <a:lnTo>
                  <a:pt x="33847" y="445907"/>
                </a:lnTo>
                <a:lnTo>
                  <a:pt x="25870" y="448447"/>
                </a:lnTo>
                <a:lnTo>
                  <a:pt x="20760" y="446719"/>
                </a:lnTo>
                <a:lnTo>
                  <a:pt x="20760" y="446045"/>
                </a:lnTo>
                <a:lnTo>
                  <a:pt x="24318" y="441023"/>
                </a:lnTo>
                <a:lnTo>
                  <a:pt x="29441" y="432907"/>
                </a:lnTo>
                <a:lnTo>
                  <a:pt x="30649" y="429384"/>
                </a:lnTo>
                <a:lnTo>
                  <a:pt x="33099" y="427095"/>
                </a:lnTo>
                <a:lnTo>
                  <a:pt x="35737" y="421465"/>
                </a:lnTo>
                <a:lnTo>
                  <a:pt x="36392" y="419603"/>
                </a:lnTo>
                <a:lnTo>
                  <a:pt x="36701" y="415402"/>
                </a:lnTo>
                <a:lnTo>
                  <a:pt x="37754" y="411038"/>
                </a:lnTo>
                <a:lnTo>
                  <a:pt x="38849" y="408425"/>
                </a:lnTo>
                <a:lnTo>
                  <a:pt x="38952" y="405213"/>
                </a:lnTo>
                <a:lnTo>
                  <a:pt x="37763" y="400604"/>
                </a:lnTo>
                <a:lnTo>
                  <a:pt x="35902" y="398211"/>
                </a:lnTo>
                <a:lnTo>
                  <a:pt x="33863" y="394929"/>
                </a:lnTo>
                <a:lnTo>
                  <a:pt x="30820" y="384607"/>
                </a:lnTo>
                <a:lnTo>
                  <a:pt x="30261" y="382503"/>
                </a:lnTo>
                <a:lnTo>
                  <a:pt x="35511" y="380388"/>
                </a:lnTo>
                <a:lnTo>
                  <a:pt x="41978" y="379584"/>
                </a:lnTo>
                <a:lnTo>
                  <a:pt x="47717" y="376149"/>
                </a:lnTo>
                <a:lnTo>
                  <a:pt x="51765" y="373219"/>
                </a:lnTo>
                <a:lnTo>
                  <a:pt x="61343" y="369728"/>
                </a:lnTo>
                <a:lnTo>
                  <a:pt x="67974" y="368531"/>
                </a:lnTo>
                <a:lnTo>
                  <a:pt x="74591" y="366394"/>
                </a:lnTo>
                <a:lnTo>
                  <a:pt x="86309" y="358164"/>
                </a:lnTo>
                <a:lnTo>
                  <a:pt x="88911" y="356296"/>
                </a:lnTo>
                <a:lnTo>
                  <a:pt x="97792" y="354720"/>
                </a:lnTo>
                <a:lnTo>
                  <a:pt x="111513" y="354879"/>
                </a:lnTo>
                <a:lnTo>
                  <a:pt x="114285" y="351439"/>
                </a:lnTo>
                <a:lnTo>
                  <a:pt x="122198" y="344597"/>
                </a:lnTo>
                <a:lnTo>
                  <a:pt x="128693" y="345229"/>
                </a:lnTo>
                <a:lnTo>
                  <a:pt x="134027" y="342295"/>
                </a:lnTo>
                <a:lnTo>
                  <a:pt x="138124" y="338436"/>
                </a:lnTo>
                <a:lnTo>
                  <a:pt x="139335" y="336836"/>
                </a:lnTo>
                <a:lnTo>
                  <a:pt x="134663" y="331200"/>
                </a:lnTo>
                <a:lnTo>
                  <a:pt x="133802" y="329263"/>
                </a:lnTo>
                <a:lnTo>
                  <a:pt x="132699" y="326315"/>
                </a:lnTo>
                <a:lnTo>
                  <a:pt x="125193" y="322423"/>
                </a:lnTo>
                <a:lnTo>
                  <a:pt x="123424" y="322393"/>
                </a:lnTo>
                <a:lnTo>
                  <a:pt x="116326" y="323472"/>
                </a:lnTo>
                <a:lnTo>
                  <a:pt x="108400" y="324730"/>
                </a:lnTo>
                <a:lnTo>
                  <a:pt x="100801" y="325119"/>
                </a:lnTo>
                <a:lnTo>
                  <a:pt x="96092" y="324753"/>
                </a:lnTo>
                <a:lnTo>
                  <a:pt x="90945" y="326527"/>
                </a:lnTo>
                <a:lnTo>
                  <a:pt x="87578" y="328933"/>
                </a:lnTo>
                <a:lnTo>
                  <a:pt x="80358" y="328707"/>
                </a:lnTo>
                <a:lnTo>
                  <a:pt x="69462" y="326089"/>
                </a:lnTo>
                <a:lnTo>
                  <a:pt x="60991" y="326454"/>
                </a:lnTo>
                <a:lnTo>
                  <a:pt x="53532" y="326720"/>
                </a:lnTo>
                <a:lnTo>
                  <a:pt x="46804" y="327299"/>
                </a:lnTo>
                <a:lnTo>
                  <a:pt x="38207" y="324518"/>
                </a:lnTo>
                <a:lnTo>
                  <a:pt x="31662" y="323288"/>
                </a:lnTo>
                <a:lnTo>
                  <a:pt x="23796" y="323650"/>
                </a:lnTo>
                <a:lnTo>
                  <a:pt x="14642" y="321360"/>
                </a:lnTo>
                <a:lnTo>
                  <a:pt x="6259" y="318103"/>
                </a:lnTo>
                <a:lnTo>
                  <a:pt x="3531" y="315054"/>
                </a:lnTo>
                <a:lnTo>
                  <a:pt x="4156" y="309916"/>
                </a:lnTo>
                <a:lnTo>
                  <a:pt x="3769" y="304988"/>
                </a:lnTo>
                <a:lnTo>
                  <a:pt x="1879" y="299835"/>
                </a:lnTo>
                <a:lnTo>
                  <a:pt x="0" y="296086"/>
                </a:lnTo>
                <a:lnTo>
                  <a:pt x="257" y="294949"/>
                </a:lnTo>
                <a:lnTo>
                  <a:pt x="4377" y="294319"/>
                </a:lnTo>
                <a:lnTo>
                  <a:pt x="12160" y="292553"/>
                </a:lnTo>
                <a:lnTo>
                  <a:pt x="19284" y="280596"/>
                </a:lnTo>
                <a:lnTo>
                  <a:pt x="20820" y="276224"/>
                </a:lnTo>
                <a:lnTo>
                  <a:pt x="24906" y="270314"/>
                </a:lnTo>
                <a:lnTo>
                  <a:pt x="29467" y="266925"/>
                </a:lnTo>
                <a:lnTo>
                  <a:pt x="33709" y="265109"/>
                </a:lnTo>
                <a:lnTo>
                  <a:pt x="39017" y="260913"/>
                </a:lnTo>
                <a:lnTo>
                  <a:pt x="41201" y="258361"/>
                </a:lnTo>
                <a:lnTo>
                  <a:pt x="44440" y="255368"/>
                </a:lnTo>
                <a:lnTo>
                  <a:pt x="48599" y="251909"/>
                </a:lnTo>
                <a:lnTo>
                  <a:pt x="49761" y="247652"/>
                </a:lnTo>
                <a:lnTo>
                  <a:pt x="50231" y="244848"/>
                </a:lnTo>
                <a:lnTo>
                  <a:pt x="49709" y="241794"/>
                </a:lnTo>
                <a:lnTo>
                  <a:pt x="51552" y="238709"/>
                </a:lnTo>
                <a:lnTo>
                  <a:pt x="56427" y="232996"/>
                </a:lnTo>
                <a:lnTo>
                  <a:pt x="55556" y="228930"/>
                </a:lnTo>
                <a:lnTo>
                  <a:pt x="53634" y="226951"/>
                </a:lnTo>
                <a:lnTo>
                  <a:pt x="48982" y="223789"/>
                </a:lnTo>
                <a:lnTo>
                  <a:pt x="45169" y="208427"/>
                </a:lnTo>
                <a:lnTo>
                  <a:pt x="47378" y="194652"/>
                </a:lnTo>
                <a:lnTo>
                  <a:pt x="46702" y="184112"/>
                </a:lnTo>
                <a:lnTo>
                  <a:pt x="48363" y="180231"/>
                </a:lnTo>
                <a:lnTo>
                  <a:pt x="50829" y="178937"/>
                </a:lnTo>
                <a:lnTo>
                  <a:pt x="61007" y="175978"/>
                </a:lnTo>
                <a:lnTo>
                  <a:pt x="66665" y="175263"/>
                </a:lnTo>
                <a:lnTo>
                  <a:pt x="70706" y="172848"/>
                </a:lnTo>
                <a:lnTo>
                  <a:pt x="74875" y="169755"/>
                </a:lnTo>
                <a:lnTo>
                  <a:pt x="79711" y="165946"/>
                </a:lnTo>
                <a:lnTo>
                  <a:pt x="84904" y="164723"/>
                </a:lnTo>
                <a:lnTo>
                  <a:pt x="96562" y="161542"/>
                </a:lnTo>
                <a:lnTo>
                  <a:pt x="95761" y="157513"/>
                </a:lnTo>
                <a:lnTo>
                  <a:pt x="94152" y="146152"/>
                </a:lnTo>
                <a:lnTo>
                  <a:pt x="91466" y="127180"/>
                </a:lnTo>
                <a:lnTo>
                  <a:pt x="89846" y="117020"/>
                </a:lnTo>
                <a:lnTo>
                  <a:pt x="85441" y="106409"/>
                </a:lnTo>
                <a:lnTo>
                  <a:pt x="63504" y="86101"/>
                </a:lnTo>
                <a:lnTo>
                  <a:pt x="49566" y="74738"/>
                </a:lnTo>
                <a:lnTo>
                  <a:pt x="39163" y="66447"/>
                </a:lnTo>
                <a:lnTo>
                  <a:pt x="29080" y="60094"/>
                </a:lnTo>
                <a:lnTo>
                  <a:pt x="38637" y="60836"/>
                </a:lnTo>
                <a:lnTo>
                  <a:pt x="43509" y="58368"/>
                </a:lnTo>
                <a:lnTo>
                  <a:pt x="48809" y="52212"/>
                </a:lnTo>
                <a:lnTo>
                  <a:pt x="54275" y="51507"/>
                </a:lnTo>
                <a:lnTo>
                  <a:pt x="60631" y="51907"/>
                </a:lnTo>
                <a:lnTo>
                  <a:pt x="71144" y="52847"/>
                </a:lnTo>
                <a:lnTo>
                  <a:pt x="77512" y="51453"/>
                </a:lnTo>
                <a:lnTo>
                  <a:pt x="79489" y="47625"/>
                </a:lnTo>
                <a:lnTo>
                  <a:pt x="82176" y="38451"/>
                </a:lnTo>
                <a:lnTo>
                  <a:pt x="81198" y="32543"/>
                </a:lnTo>
                <a:lnTo>
                  <a:pt x="81321" y="28019"/>
                </a:lnTo>
                <a:lnTo>
                  <a:pt x="87995" y="23643"/>
                </a:lnTo>
                <a:lnTo>
                  <a:pt x="90388" y="21059"/>
                </a:lnTo>
                <a:lnTo>
                  <a:pt x="92857" y="19288"/>
                </a:lnTo>
                <a:lnTo>
                  <a:pt x="102308" y="23195"/>
                </a:lnTo>
                <a:lnTo>
                  <a:pt x="108098" y="23840"/>
                </a:lnTo>
                <a:lnTo>
                  <a:pt x="115074" y="23751"/>
                </a:lnTo>
                <a:lnTo>
                  <a:pt x="120067" y="20467"/>
                </a:lnTo>
                <a:lnTo>
                  <a:pt x="124199" y="21553"/>
                </a:lnTo>
                <a:lnTo>
                  <a:pt x="128688" y="22802"/>
                </a:lnTo>
                <a:lnTo>
                  <a:pt x="133976" y="19675"/>
                </a:lnTo>
                <a:lnTo>
                  <a:pt x="138339" y="19473"/>
                </a:lnTo>
                <a:lnTo>
                  <a:pt x="143585" y="19549"/>
                </a:lnTo>
                <a:lnTo>
                  <a:pt x="148805" y="17895"/>
                </a:lnTo>
                <a:lnTo>
                  <a:pt x="150373" y="17906"/>
                </a:lnTo>
                <a:lnTo>
                  <a:pt x="154217" y="13237"/>
                </a:lnTo>
                <a:lnTo>
                  <a:pt x="156317" y="11027"/>
                </a:lnTo>
                <a:lnTo>
                  <a:pt x="160537" y="9337"/>
                </a:lnTo>
                <a:lnTo>
                  <a:pt x="161783" y="5732"/>
                </a:lnTo>
                <a:lnTo>
                  <a:pt x="164409" y="2505"/>
                </a:lnTo>
                <a:lnTo>
                  <a:pt x="168878" y="2352"/>
                </a:lnTo>
                <a:lnTo>
                  <a:pt x="177803" y="5586"/>
                </a:lnTo>
                <a:lnTo>
                  <a:pt x="183257" y="7533"/>
                </a:lnTo>
                <a:lnTo>
                  <a:pt x="189462" y="8973"/>
                </a:lnTo>
                <a:lnTo>
                  <a:pt x="191529" y="6381"/>
                </a:lnTo>
                <a:lnTo>
                  <a:pt x="194295" y="2605"/>
                </a:lnTo>
                <a:lnTo>
                  <a:pt x="197780" y="332"/>
                </a:lnTo>
                <a:lnTo>
                  <a:pt x="202591" y="0"/>
                </a:lnTo>
                <a:lnTo>
                  <a:pt x="211183" y="5860"/>
                </a:lnTo>
                <a:lnTo>
                  <a:pt x="220285" y="12561"/>
                </a:lnTo>
                <a:lnTo>
                  <a:pt x="227740" y="24477"/>
                </a:lnTo>
                <a:lnTo>
                  <a:pt x="232389" y="28960"/>
                </a:lnTo>
                <a:lnTo>
                  <a:pt x="237441" y="31731"/>
                </a:lnTo>
                <a:lnTo>
                  <a:pt x="242014" y="36908"/>
                </a:lnTo>
                <a:lnTo>
                  <a:pt x="245942" y="38710"/>
                </a:lnTo>
                <a:lnTo>
                  <a:pt x="250711" y="38905"/>
                </a:lnTo>
                <a:lnTo>
                  <a:pt x="255905" y="47107"/>
                </a:lnTo>
                <a:lnTo>
                  <a:pt x="259813" y="48387"/>
                </a:lnTo>
                <a:lnTo>
                  <a:pt x="261821" y="44968"/>
                </a:lnTo>
                <a:lnTo>
                  <a:pt x="268982" y="41808"/>
                </a:lnTo>
                <a:lnTo>
                  <a:pt x="276198" y="39104"/>
                </a:lnTo>
                <a:lnTo>
                  <a:pt x="283961" y="37255"/>
                </a:lnTo>
                <a:lnTo>
                  <a:pt x="293396" y="38739"/>
                </a:lnTo>
                <a:lnTo>
                  <a:pt x="299816" y="41888"/>
                </a:lnTo>
                <a:lnTo>
                  <a:pt x="307088" y="43727"/>
                </a:lnTo>
                <a:lnTo>
                  <a:pt x="304757" y="36804"/>
                </a:lnTo>
                <a:lnTo>
                  <a:pt x="306919" y="32835"/>
                </a:lnTo>
                <a:lnTo>
                  <a:pt x="312481" y="33440"/>
                </a:lnTo>
                <a:lnTo>
                  <a:pt x="316338" y="35219"/>
                </a:lnTo>
                <a:lnTo>
                  <a:pt x="320523" y="37841"/>
                </a:lnTo>
                <a:lnTo>
                  <a:pt x="325132" y="38985"/>
                </a:lnTo>
                <a:lnTo>
                  <a:pt x="332648" y="38699"/>
                </a:lnTo>
                <a:lnTo>
                  <a:pt x="339517" y="42819"/>
                </a:lnTo>
                <a:lnTo>
                  <a:pt x="341440" y="46121"/>
                </a:lnTo>
                <a:lnTo>
                  <a:pt x="342066" y="48383"/>
                </a:lnTo>
                <a:lnTo>
                  <a:pt x="342858" y="51902"/>
                </a:lnTo>
                <a:lnTo>
                  <a:pt x="344831" y="60818"/>
                </a:lnTo>
                <a:lnTo>
                  <a:pt x="343956" y="64866"/>
                </a:lnTo>
                <a:lnTo>
                  <a:pt x="340207" y="65395"/>
                </a:lnTo>
                <a:lnTo>
                  <a:pt x="336483" y="66982"/>
                </a:lnTo>
                <a:lnTo>
                  <a:pt x="335700" y="69592"/>
                </a:lnTo>
                <a:lnTo>
                  <a:pt x="335420" y="72391"/>
                </a:lnTo>
                <a:lnTo>
                  <a:pt x="335746" y="75249"/>
                </a:lnTo>
                <a:lnTo>
                  <a:pt x="336253" y="78058"/>
                </a:lnTo>
                <a:lnTo>
                  <a:pt x="337234" y="80417"/>
                </a:lnTo>
                <a:lnTo>
                  <a:pt x="339939" y="83608"/>
                </a:lnTo>
                <a:lnTo>
                  <a:pt x="341166" y="86609"/>
                </a:lnTo>
                <a:lnTo>
                  <a:pt x="342062" y="90109"/>
                </a:lnTo>
                <a:lnTo>
                  <a:pt x="343083" y="93873"/>
                </a:lnTo>
                <a:lnTo>
                  <a:pt x="346047" y="97666"/>
                </a:lnTo>
                <a:lnTo>
                  <a:pt x="347964" y="100078"/>
                </a:lnTo>
                <a:lnTo>
                  <a:pt x="349911" y="102672"/>
                </a:lnTo>
                <a:lnTo>
                  <a:pt x="350284" y="103529"/>
                </a:lnTo>
                <a:lnTo>
                  <a:pt x="350591" y="105133"/>
                </a:lnTo>
                <a:lnTo>
                  <a:pt x="351016" y="106970"/>
                </a:lnTo>
                <a:lnTo>
                  <a:pt x="352164" y="109464"/>
                </a:lnTo>
                <a:lnTo>
                  <a:pt x="353409" y="111651"/>
                </a:lnTo>
                <a:lnTo>
                  <a:pt x="354347" y="113415"/>
                </a:lnTo>
                <a:lnTo>
                  <a:pt x="355201" y="115323"/>
                </a:lnTo>
                <a:lnTo>
                  <a:pt x="356298" y="117472"/>
                </a:lnTo>
                <a:lnTo>
                  <a:pt x="358059" y="120687"/>
                </a:lnTo>
                <a:lnTo>
                  <a:pt x="358955" y="124335"/>
                </a:lnTo>
                <a:lnTo>
                  <a:pt x="359730" y="128417"/>
                </a:lnTo>
                <a:lnTo>
                  <a:pt x="360826" y="131418"/>
                </a:lnTo>
                <a:lnTo>
                  <a:pt x="362254" y="132918"/>
                </a:lnTo>
                <a:lnTo>
                  <a:pt x="364871" y="135305"/>
                </a:lnTo>
                <a:lnTo>
                  <a:pt x="368683" y="138958"/>
                </a:lnTo>
                <a:lnTo>
                  <a:pt x="369360" y="140373"/>
                </a:lnTo>
                <a:lnTo>
                  <a:pt x="369690" y="142438"/>
                </a:lnTo>
                <a:lnTo>
                  <a:pt x="370001" y="144503"/>
                </a:lnTo>
                <a:lnTo>
                  <a:pt x="370270" y="144975"/>
                </a:lnTo>
                <a:lnTo>
                  <a:pt x="375936" y="149408"/>
                </a:lnTo>
                <a:lnTo>
                  <a:pt x="382413" y="154277"/>
                </a:lnTo>
                <a:lnTo>
                  <a:pt x="389464" y="159454"/>
                </a:lnTo>
                <a:lnTo>
                  <a:pt x="396177" y="163262"/>
                </a:lnTo>
                <a:lnTo>
                  <a:pt x="399778" y="164572"/>
                </a:lnTo>
                <a:lnTo>
                  <a:pt x="402662" y="166389"/>
                </a:lnTo>
                <a:lnTo>
                  <a:pt x="410729" y="172621"/>
                </a:lnTo>
                <a:lnTo>
                  <a:pt x="415543" y="175585"/>
                </a:lnTo>
                <a:lnTo>
                  <a:pt x="422196" y="179411"/>
                </a:lnTo>
                <a:lnTo>
                  <a:pt x="431271" y="184291"/>
                </a:lnTo>
                <a:lnTo>
                  <a:pt x="436176" y="187352"/>
                </a:lnTo>
                <a:lnTo>
                  <a:pt x="441304" y="190371"/>
                </a:lnTo>
                <a:lnTo>
                  <a:pt x="446394" y="193415"/>
                </a:lnTo>
                <a:lnTo>
                  <a:pt x="448480" y="194424"/>
                </a:lnTo>
                <a:lnTo>
                  <a:pt x="451761" y="195479"/>
                </a:lnTo>
                <a:lnTo>
                  <a:pt x="458645" y="198901"/>
                </a:lnTo>
                <a:lnTo>
                  <a:pt x="462290" y="201542"/>
                </a:lnTo>
                <a:lnTo>
                  <a:pt x="466416" y="204315"/>
                </a:lnTo>
                <a:lnTo>
                  <a:pt x="470183" y="206428"/>
                </a:lnTo>
                <a:lnTo>
                  <a:pt x="472632" y="208671"/>
                </a:lnTo>
                <a:lnTo>
                  <a:pt x="475840" y="209890"/>
                </a:lnTo>
                <a:lnTo>
                  <a:pt x="483292" y="213418"/>
                </a:lnTo>
                <a:lnTo>
                  <a:pt x="487144" y="215488"/>
                </a:lnTo>
                <a:lnTo>
                  <a:pt x="492968" y="219159"/>
                </a:lnTo>
                <a:lnTo>
                  <a:pt x="501402" y="222507"/>
                </a:lnTo>
                <a:lnTo>
                  <a:pt x="507615" y="224752"/>
                </a:lnTo>
                <a:lnTo>
                  <a:pt x="514605" y="226969"/>
                </a:lnTo>
                <a:lnTo>
                  <a:pt x="520300" y="227695"/>
                </a:lnTo>
                <a:lnTo>
                  <a:pt x="525838" y="228551"/>
                </a:lnTo>
                <a:lnTo>
                  <a:pt x="530344" y="229904"/>
                </a:lnTo>
                <a:lnTo>
                  <a:pt x="534428" y="231965"/>
                </a:lnTo>
                <a:lnTo>
                  <a:pt x="536384" y="233026"/>
                </a:lnTo>
                <a:lnTo>
                  <a:pt x="537738" y="236824"/>
                </a:lnTo>
                <a:lnTo>
                  <a:pt x="536172" y="240596"/>
                </a:lnTo>
                <a:lnTo>
                  <a:pt x="534524" y="243429"/>
                </a:lnTo>
                <a:lnTo>
                  <a:pt x="533033" y="245618"/>
                </a:lnTo>
                <a:lnTo>
                  <a:pt x="531883" y="247515"/>
                </a:lnTo>
                <a:lnTo>
                  <a:pt x="531602" y="250631"/>
                </a:lnTo>
                <a:lnTo>
                  <a:pt x="531292" y="255629"/>
                </a:lnTo>
                <a:lnTo>
                  <a:pt x="531509" y="258288"/>
                </a:lnTo>
                <a:lnTo>
                  <a:pt x="530423" y="263557"/>
                </a:lnTo>
                <a:lnTo>
                  <a:pt x="527834" y="268359"/>
                </a:lnTo>
                <a:lnTo>
                  <a:pt x="525362" y="273514"/>
                </a:lnTo>
                <a:lnTo>
                  <a:pt x="522757" y="278313"/>
                </a:lnTo>
                <a:lnTo>
                  <a:pt x="521238" y="283591"/>
                </a:lnTo>
                <a:lnTo>
                  <a:pt x="520693" y="286277"/>
                </a:lnTo>
                <a:lnTo>
                  <a:pt x="519599" y="287600"/>
                </a:lnTo>
                <a:lnTo>
                  <a:pt x="511628" y="287198"/>
                </a:lnTo>
                <a:lnTo>
                  <a:pt x="506707" y="286746"/>
                </a:lnTo>
                <a:lnTo>
                  <a:pt x="503539" y="288275"/>
                </a:lnTo>
                <a:lnTo>
                  <a:pt x="497061" y="288862"/>
                </a:lnTo>
                <a:lnTo>
                  <a:pt x="489004" y="287824"/>
                </a:lnTo>
                <a:lnTo>
                  <a:pt x="485344" y="287325"/>
                </a:lnTo>
                <a:lnTo>
                  <a:pt x="480245" y="286912"/>
                </a:lnTo>
                <a:lnTo>
                  <a:pt x="475972" y="287567"/>
                </a:lnTo>
                <a:lnTo>
                  <a:pt x="470289" y="288125"/>
                </a:lnTo>
                <a:lnTo>
                  <a:pt x="459567" y="287302"/>
                </a:lnTo>
                <a:lnTo>
                  <a:pt x="454429" y="286639"/>
                </a:lnTo>
                <a:lnTo>
                  <a:pt x="447871" y="285053"/>
                </a:lnTo>
                <a:lnTo>
                  <a:pt x="442195" y="282623"/>
                </a:lnTo>
                <a:lnTo>
                  <a:pt x="431105" y="274807"/>
                </a:lnTo>
                <a:lnTo>
                  <a:pt x="421071" y="269001"/>
                </a:lnTo>
                <a:lnTo>
                  <a:pt x="409011" y="263077"/>
                </a:lnTo>
                <a:lnTo>
                  <a:pt x="395272" y="258848"/>
                </a:lnTo>
                <a:lnTo>
                  <a:pt x="386184" y="256823"/>
                </a:lnTo>
                <a:lnTo>
                  <a:pt x="371215" y="255559"/>
                </a:lnTo>
                <a:lnTo>
                  <a:pt x="359734" y="256994"/>
                </a:lnTo>
                <a:lnTo>
                  <a:pt x="353657" y="257853"/>
                </a:lnTo>
                <a:lnTo>
                  <a:pt x="351242" y="258223"/>
                </a:lnTo>
                <a:lnTo>
                  <a:pt x="351164" y="258222"/>
                </a:lnTo>
              </a:path>
            </a:pathLst>
          </a:custGeom>
          <a:noFill/>
          <a:ln w="44450">
            <a:solidFill>
              <a:srgbClr val="FFFFFF"/>
            </a:solidFill>
          </a:ln>
        </p:spPr>
        <p:txBody>
          <a:bodyPr rtlCol="0" anchor="ctr"/>
          <a:lstStyle/>
          <a:p>
            <a:pPr algn="ctr"/>
          </a:p>
        </p:txBody>
      </p:sp>
      <p:sp>
        <p:nvSpPr>
          <p:cNvPr id="10" name="Freeform 9"/>
          <p:cNvSpPr/>
          <p:nvPr/>
        </p:nvSpPr>
        <p:spPr>
          <a:xfrm>
            <a:off x="1190791" y="2152024"/>
            <a:ext cx="537738" cy="448447"/>
          </a:xfrm>
          <a:custGeom>
            <a:avLst/>
            <a:gdLst/>
            <a:ahLst/>
            <a:cxnLst/>
            <a:rect l="l" t="t" r="r" b="b"/>
            <a:pathLst>
              <a:path w="537738" h="448447">
                <a:moveTo>
                  <a:pt x="351164" y="258222"/>
                </a:moveTo>
                <a:lnTo>
                  <a:pt x="345618" y="262739"/>
                </a:lnTo>
                <a:lnTo>
                  <a:pt x="339292" y="268323"/>
                </a:lnTo>
                <a:lnTo>
                  <a:pt x="334769" y="269994"/>
                </a:lnTo>
                <a:lnTo>
                  <a:pt x="323698" y="270925"/>
                </a:lnTo>
                <a:lnTo>
                  <a:pt x="320561" y="268800"/>
                </a:lnTo>
                <a:lnTo>
                  <a:pt x="309948" y="262346"/>
                </a:lnTo>
                <a:lnTo>
                  <a:pt x="290602" y="259718"/>
                </a:lnTo>
                <a:lnTo>
                  <a:pt x="275339" y="262811"/>
                </a:lnTo>
                <a:lnTo>
                  <a:pt x="269541" y="264108"/>
                </a:lnTo>
                <a:lnTo>
                  <a:pt x="261203" y="264308"/>
                </a:lnTo>
                <a:lnTo>
                  <a:pt x="255659" y="269996"/>
                </a:lnTo>
                <a:lnTo>
                  <a:pt x="251949" y="278094"/>
                </a:lnTo>
                <a:lnTo>
                  <a:pt x="245603" y="290719"/>
                </a:lnTo>
                <a:lnTo>
                  <a:pt x="239891" y="300001"/>
                </a:lnTo>
                <a:lnTo>
                  <a:pt x="233814" y="305668"/>
                </a:lnTo>
                <a:lnTo>
                  <a:pt x="228842" y="310601"/>
                </a:lnTo>
                <a:lnTo>
                  <a:pt x="222058" y="319582"/>
                </a:lnTo>
                <a:lnTo>
                  <a:pt x="205989" y="332342"/>
                </a:lnTo>
                <a:lnTo>
                  <a:pt x="201684" y="335937"/>
                </a:lnTo>
                <a:lnTo>
                  <a:pt x="195349" y="337824"/>
                </a:lnTo>
                <a:lnTo>
                  <a:pt x="181190" y="340674"/>
                </a:lnTo>
                <a:lnTo>
                  <a:pt x="171670" y="345172"/>
                </a:lnTo>
                <a:lnTo>
                  <a:pt x="165379" y="344327"/>
                </a:lnTo>
                <a:lnTo>
                  <a:pt x="164862" y="348535"/>
                </a:lnTo>
                <a:lnTo>
                  <a:pt x="162028" y="350949"/>
                </a:lnTo>
                <a:lnTo>
                  <a:pt x="158332" y="352382"/>
                </a:lnTo>
                <a:lnTo>
                  <a:pt x="146978" y="353261"/>
                </a:lnTo>
                <a:lnTo>
                  <a:pt x="143531" y="354163"/>
                </a:lnTo>
                <a:lnTo>
                  <a:pt x="139152" y="355637"/>
                </a:lnTo>
                <a:lnTo>
                  <a:pt x="136654" y="357599"/>
                </a:lnTo>
                <a:lnTo>
                  <a:pt x="133185" y="359650"/>
                </a:lnTo>
                <a:lnTo>
                  <a:pt x="125730" y="361941"/>
                </a:lnTo>
                <a:lnTo>
                  <a:pt x="115919" y="364077"/>
                </a:lnTo>
                <a:lnTo>
                  <a:pt x="114743" y="366744"/>
                </a:lnTo>
                <a:lnTo>
                  <a:pt x="112860" y="371990"/>
                </a:lnTo>
                <a:lnTo>
                  <a:pt x="106431" y="377870"/>
                </a:lnTo>
                <a:lnTo>
                  <a:pt x="100380" y="388501"/>
                </a:lnTo>
                <a:lnTo>
                  <a:pt x="95639" y="391643"/>
                </a:lnTo>
                <a:lnTo>
                  <a:pt x="91257" y="394404"/>
                </a:lnTo>
                <a:lnTo>
                  <a:pt x="85340" y="398725"/>
                </a:lnTo>
                <a:lnTo>
                  <a:pt x="79379" y="400506"/>
                </a:lnTo>
                <a:lnTo>
                  <a:pt x="76616" y="402690"/>
                </a:lnTo>
                <a:lnTo>
                  <a:pt x="73574" y="406220"/>
                </a:lnTo>
                <a:lnTo>
                  <a:pt x="68182" y="410205"/>
                </a:lnTo>
                <a:lnTo>
                  <a:pt x="59336" y="413485"/>
                </a:lnTo>
                <a:lnTo>
                  <a:pt x="57108" y="417479"/>
                </a:lnTo>
                <a:lnTo>
                  <a:pt x="57791" y="421590"/>
                </a:lnTo>
                <a:lnTo>
                  <a:pt x="58159" y="431348"/>
                </a:lnTo>
                <a:lnTo>
                  <a:pt x="55557" y="434569"/>
                </a:lnTo>
                <a:lnTo>
                  <a:pt x="48851" y="437315"/>
                </a:lnTo>
                <a:lnTo>
                  <a:pt x="46136" y="438136"/>
                </a:lnTo>
                <a:lnTo>
                  <a:pt x="39919" y="440474"/>
                </a:lnTo>
                <a:lnTo>
                  <a:pt x="36691" y="443414"/>
                </a:lnTo>
                <a:lnTo>
                  <a:pt x="33847" y="445907"/>
                </a:lnTo>
                <a:lnTo>
                  <a:pt x="25870" y="448447"/>
                </a:lnTo>
                <a:lnTo>
                  <a:pt x="20760" y="446719"/>
                </a:lnTo>
                <a:lnTo>
                  <a:pt x="20760" y="446045"/>
                </a:lnTo>
                <a:lnTo>
                  <a:pt x="24318" y="441023"/>
                </a:lnTo>
                <a:lnTo>
                  <a:pt x="29441" y="432907"/>
                </a:lnTo>
                <a:lnTo>
                  <a:pt x="30649" y="429384"/>
                </a:lnTo>
                <a:lnTo>
                  <a:pt x="33099" y="427095"/>
                </a:lnTo>
                <a:lnTo>
                  <a:pt x="35737" y="421465"/>
                </a:lnTo>
                <a:lnTo>
                  <a:pt x="36392" y="419603"/>
                </a:lnTo>
                <a:lnTo>
                  <a:pt x="36701" y="415402"/>
                </a:lnTo>
                <a:lnTo>
                  <a:pt x="37754" y="411038"/>
                </a:lnTo>
                <a:lnTo>
                  <a:pt x="38849" y="408425"/>
                </a:lnTo>
                <a:lnTo>
                  <a:pt x="38952" y="405213"/>
                </a:lnTo>
                <a:lnTo>
                  <a:pt x="37763" y="400604"/>
                </a:lnTo>
                <a:lnTo>
                  <a:pt x="35902" y="398211"/>
                </a:lnTo>
                <a:lnTo>
                  <a:pt x="33863" y="394929"/>
                </a:lnTo>
                <a:lnTo>
                  <a:pt x="30820" y="384607"/>
                </a:lnTo>
                <a:lnTo>
                  <a:pt x="30261" y="382503"/>
                </a:lnTo>
                <a:lnTo>
                  <a:pt x="35511" y="380388"/>
                </a:lnTo>
                <a:lnTo>
                  <a:pt x="41978" y="379584"/>
                </a:lnTo>
                <a:lnTo>
                  <a:pt x="47717" y="376149"/>
                </a:lnTo>
                <a:lnTo>
                  <a:pt x="51765" y="373219"/>
                </a:lnTo>
                <a:lnTo>
                  <a:pt x="61343" y="369728"/>
                </a:lnTo>
                <a:lnTo>
                  <a:pt x="67974" y="368531"/>
                </a:lnTo>
                <a:lnTo>
                  <a:pt x="74591" y="366394"/>
                </a:lnTo>
                <a:lnTo>
                  <a:pt x="86309" y="358164"/>
                </a:lnTo>
                <a:lnTo>
                  <a:pt x="88911" y="356296"/>
                </a:lnTo>
                <a:lnTo>
                  <a:pt x="97792" y="354720"/>
                </a:lnTo>
                <a:lnTo>
                  <a:pt x="111513" y="354879"/>
                </a:lnTo>
                <a:lnTo>
                  <a:pt x="114285" y="351439"/>
                </a:lnTo>
                <a:lnTo>
                  <a:pt x="122198" y="344597"/>
                </a:lnTo>
                <a:lnTo>
                  <a:pt x="128693" y="345229"/>
                </a:lnTo>
                <a:lnTo>
                  <a:pt x="134027" y="342295"/>
                </a:lnTo>
                <a:lnTo>
                  <a:pt x="138124" y="338436"/>
                </a:lnTo>
                <a:lnTo>
                  <a:pt x="139335" y="336836"/>
                </a:lnTo>
                <a:lnTo>
                  <a:pt x="134663" y="331200"/>
                </a:lnTo>
                <a:lnTo>
                  <a:pt x="133802" y="329263"/>
                </a:lnTo>
                <a:lnTo>
                  <a:pt x="132699" y="326315"/>
                </a:lnTo>
                <a:lnTo>
                  <a:pt x="125193" y="322423"/>
                </a:lnTo>
                <a:lnTo>
                  <a:pt x="123424" y="322393"/>
                </a:lnTo>
                <a:lnTo>
                  <a:pt x="116326" y="323472"/>
                </a:lnTo>
                <a:lnTo>
                  <a:pt x="108400" y="324730"/>
                </a:lnTo>
                <a:lnTo>
                  <a:pt x="100801" y="325119"/>
                </a:lnTo>
                <a:lnTo>
                  <a:pt x="96092" y="324753"/>
                </a:lnTo>
                <a:lnTo>
                  <a:pt x="90945" y="326527"/>
                </a:lnTo>
                <a:lnTo>
                  <a:pt x="87578" y="328933"/>
                </a:lnTo>
                <a:lnTo>
                  <a:pt x="80358" y="328707"/>
                </a:lnTo>
                <a:lnTo>
                  <a:pt x="69462" y="326089"/>
                </a:lnTo>
                <a:lnTo>
                  <a:pt x="60991" y="326454"/>
                </a:lnTo>
                <a:lnTo>
                  <a:pt x="53532" y="326720"/>
                </a:lnTo>
                <a:lnTo>
                  <a:pt x="46804" y="327299"/>
                </a:lnTo>
                <a:lnTo>
                  <a:pt x="38207" y="324518"/>
                </a:lnTo>
                <a:lnTo>
                  <a:pt x="31662" y="323288"/>
                </a:lnTo>
                <a:lnTo>
                  <a:pt x="23796" y="323650"/>
                </a:lnTo>
                <a:lnTo>
                  <a:pt x="14642" y="321360"/>
                </a:lnTo>
                <a:lnTo>
                  <a:pt x="6259" y="318103"/>
                </a:lnTo>
                <a:lnTo>
                  <a:pt x="3531" y="315054"/>
                </a:lnTo>
                <a:lnTo>
                  <a:pt x="4156" y="309916"/>
                </a:lnTo>
                <a:lnTo>
                  <a:pt x="3769" y="304988"/>
                </a:lnTo>
                <a:lnTo>
                  <a:pt x="1879" y="299835"/>
                </a:lnTo>
                <a:lnTo>
                  <a:pt x="0" y="296086"/>
                </a:lnTo>
                <a:lnTo>
                  <a:pt x="257" y="294949"/>
                </a:lnTo>
                <a:lnTo>
                  <a:pt x="4377" y="294319"/>
                </a:lnTo>
                <a:lnTo>
                  <a:pt x="12160" y="292553"/>
                </a:lnTo>
                <a:lnTo>
                  <a:pt x="19284" y="280596"/>
                </a:lnTo>
                <a:lnTo>
                  <a:pt x="20820" y="276224"/>
                </a:lnTo>
                <a:lnTo>
                  <a:pt x="24906" y="270314"/>
                </a:lnTo>
                <a:lnTo>
                  <a:pt x="29467" y="266925"/>
                </a:lnTo>
                <a:lnTo>
                  <a:pt x="33709" y="265109"/>
                </a:lnTo>
                <a:lnTo>
                  <a:pt x="39017" y="260913"/>
                </a:lnTo>
                <a:lnTo>
                  <a:pt x="41201" y="258361"/>
                </a:lnTo>
                <a:lnTo>
                  <a:pt x="44440" y="255368"/>
                </a:lnTo>
                <a:lnTo>
                  <a:pt x="48599" y="251909"/>
                </a:lnTo>
                <a:lnTo>
                  <a:pt x="49761" y="247652"/>
                </a:lnTo>
                <a:lnTo>
                  <a:pt x="50231" y="244848"/>
                </a:lnTo>
                <a:lnTo>
                  <a:pt x="49709" y="241794"/>
                </a:lnTo>
                <a:lnTo>
                  <a:pt x="51552" y="238709"/>
                </a:lnTo>
                <a:lnTo>
                  <a:pt x="56427" y="232996"/>
                </a:lnTo>
                <a:lnTo>
                  <a:pt x="55556" y="228930"/>
                </a:lnTo>
                <a:lnTo>
                  <a:pt x="53634" y="226951"/>
                </a:lnTo>
                <a:lnTo>
                  <a:pt x="48982" y="223789"/>
                </a:lnTo>
                <a:lnTo>
                  <a:pt x="45169" y="208427"/>
                </a:lnTo>
                <a:lnTo>
                  <a:pt x="47378" y="194652"/>
                </a:lnTo>
                <a:lnTo>
                  <a:pt x="46702" y="184112"/>
                </a:lnTo>
                <a:lnTo>
                  <a:pt x="48363" y="180231"/>
                </a:lnTo>
                <a:lnTo>
                  <a:pt x="50829" y="178937"/>
                </a:lnTo>
                <a:lnTo>
                  <a:pt x="61007" y="175978"/>
                </a:lnTo>
                <a:lnTo>
                  <a:pt x="66665" y="175263"/>
                </a:lnTo>
                <a:lnTo>
                  <a:pt x="70706" y="172848"/>
                </a:lnTo>
                <a:lnTo>
                  <a:pt x="74875" y="169755"/>
                </a:lnTo>
                <a:lnTo>
                  <a:pt x="79711" y="165946"/>
                </a:lnTo>
                <a:lnTo>
                  <a:pt x="84904" y="164723"/>
                </a:lnTo>
                <a:lnTo>
                  <a:pt x="96562" y="161542"/>
                </a:lnTo>
                <a:lnTo>
                  <a:pt x="95761" y="157513"/>
                </a:lnTo>
                <a:lnTo>
                  <a:pt x="94152" y="146152"/>
                </a:lnTo>
                <a:lnTo>
                  <a:pt x="91466" y="127180"/>
                </a:lnTo>
                <a:lnTo>
                  <a:pt x="89846" y="117020"/>
                </a:lnTo>
                <a:lnTo>
                  <a:pt x="85441" y="106409"/>
                </a:lnTo>
                <a:lnTo>
                  <a:pt x="63504" y="86101"/>
                </a:lnTo>
                <a:lnTo>
                  <a:pt x="49566" y="74738"/>
                </a:lnTo>
                <a:lnTo>
                  <a:pt x="39163" y="66447"/>
                </a:lnTo>
                <a:lnTo>
                  <a:pt x="29080" y="60094"/>
                </a:lnTo>
                <a:lnTo>
                  <a:pt x="38637" y="60836"/>
                </a:lnTo>
                <a:lnTo>
                  <a:pt x="43509" y="58368"/>
                </a:lnTo>
                <a:lnTo>
                  <a:pt x="48809" y="52212"/>
                </a:lnTo>
                <a:lnTo>
                  <a:pt x="54275" y="51507"/>
                </a:lnTo>
                <a:lnTo>
                  <a:pt x="60631" y="51907"/>
                </a:lnTo>
                <a:lnTo>
                  <a:pt x="71144" y="52847"/>
                </a:lnTo>
                <a:lnTo>
                  <a:pt x="77512" y="51453"/>
                </a:lnTo>
                <a:lnTo>
                  <a:pt x="79489" y="47625"/>
                </a:lnTo>
                <a:lnTo>
                  <a:pt x="82176" y="38451"/>
                </a:lnTo>
                <a:lnTo>
                  <a:pt x="81198" y="32543"/>
                </a:lnTo>
                <a:lnTo>
                  <a:pt x="81321" y="28019"/>
                </a:lnTo>
                <a:lnTo>
                  <a:pt x="87995" y="23643"/>
                </a:lnTo>
                <a:lnTo>
                  <a:pt x="90388" y="21059"/>
                </a:lnTo>
                <a:lnTo>
                  <a:pt x="92857" y="19288"/>
                </a:lnTo>
                <a:lnTo>
                  <a:pt x="102308" y="23195"/>
                </a:lnTo>
                <a:lnTo>
                  <a:pt x="108098" y="23840"/>
                </a:lnTo>
                <a:lnTo>
                  <a:pt x="115074" y="23751"/>
                </a:lnTo>
                <a:lnTo>
                  <a:pt x="120067" y="20467"/>
                </a:lnTo>
                <a:lnTo>
                  <a:pt x="124199" y="21553"/>
                </a:lnTo>
                <a:lnTo>
                  <a:pt x="128688" y="22802"/>
                </a:lnTo>
                <a:lnTo>
                  <a:pt x="133976" y="19675"/>
                </a:lnTo>
                <a:lnTo>
                  <a:pt x="138339" y="19473"/>
                </a:lnTo>
                <a:lnTo>
                  <a:pt x="143585" y="19549"/>
                </a:lnTo>
                <a:lnTo>
                  <a:pt x="148805" y="17895"/>
                </a:lnTo>
                <a:lnTo>
                  <a:pt x="150373" y="17906"/>
                </a:lnTo>
                <a:lnTo>
                  <a:pt x="154217" y="13237"/>
                </a:lnTo>
                <a:lnTo>
                  <a:pt x="156317" y="11027"/>
                </a:lnTo>
                <a:lnTo>
                  <a:pt x="160537" y="9337"/>
                </a:lnTo>
                <a:lnTo>
                  <a:pt x="161783" y="5732"/>
                </a:lnTo>
                <a:lnTo>
                  <a:pt x="164409" y="2505"/>
                </a:lnTo>
                <a:lnTo>
                  <a:pt x="168878" y="2352"/>
                </a:lnTo>
                <a:lnTo>
                  <a:pt x="177803" y="5586"/>
                </a:lnTo>
                <a:lnTo>
                  <a:pt x="183257" y="7533"/>
                </a:lnTo>
                <a:lnTo>
                  <a:pt x="189462" y="8973"/>
                </a:lnTo>
                <a:lnTo>
                  <a:pt x="191529" y="6381"/>
                </a:lnTo>
                <a:lnTo>
                  <a:pt x="194295" y="2605"/>
                </a:lnTo>
                <a:lnTo>
                  <a:pt x="197780" y="332"/>
                </a:lnTo>
                <a:lnTo>
                  <a:pt x="202591" y="0"/>
                </a:lnTo>
                <a:lnTo>
                  <a:pt x="211183" y="5860"/>
                </a:lnTo>
                <a:lnTo>
                  <a:pt x="220285" y="12561"/>
                </a:lnTo>
                <a:lnTo>
                  <a:pt x="227740" y="24477"/>
                </a:lnTo>
                <a:lnTo>
                  <a:pt x="232389" y="28960"/>
                </a:lnTo>
                <a:lnTo>
                  <a:pt x="237441" y="31731"/>
                </a:lnTo>
                <a:lnTo>
                  <a:pt x="242014" y="36908"/>
                </a:lnTo>
                <a:lnTo>
                  <a:pt x="245942" y="38710"/>
                </a:lnTo>
                <a:lnTo>
                  <a:pt x="250711" y="38905"/>
                </a:lnTo>
                <a:lnTo>
                  <a:pt x="255905" y="47107"/>
                </a:lnTo>
                <a:lnTo>
                  <a:pt x="259813" y="48387"/>
                </a:lnTo>
                <a:lnTo>
                  <a:pt x="261821" y="44968"/>
                </a:lnTo>
                <a:lnTo>
                  <a:pt x="268982" y="41808"/>
                </a:lnTo>
                <a:lnTo>
                  <a:pt x="276198" y="39104"/>
                </a:lnTo>
                <a:lnTo>
                  <a:pt x="283961" y="37255"/>
                </a:lnTo>
                <a:lnTo>
                  <a:pt x="293396" y="38739"/>
                </a:lnTo>
                <a:lnTo>
                  <a:pt x="299816" y="41888"/>
                </a:lnTo>
                <a:lnTo>
                  <a:pt x="307088" y="43727"/>
                </a:lnTo>
                <a:lnTo>
                  <a:pt x="304757" y="36804"/>
                </a:lnTo>
                <a:lnTo>
                  <a:pt x="306919" y="32835"/>
                </a:lnTo>
                <a:lnTo>
                  <a:pt x="312481" y="33440"/>
                </a:lnTo>
                <a:lnTo>
                  <a:pt x="316338" y="35219"/>
                </a:lnTo>
                <a:lnTo>
                  <a:pt x="320523" y="37841"/>
                </a:lnTo>
                <a:lnTo>
                  <a:pt x="325132" y="38985"/>
                </a:lnTo>
                <a:lnTo>
                  <a:pt x="332648" y="38699"/>
                </a:lnTo>
                <a:lnTo>
                  <a:pt x="339517" y="42819"/>
                </a:lnTo>
                <a:lnTo>
                  <a:pt x="341440" y="46121"/>
                </a:lnTo>
                <a:lnTo>
                  <a:pt x="342066" y="48383"/>
                </a:lnTo>
                <a:lnTo>
                  <a:pt x="342858" y="51902"/>
                </a:lnTo>
                <a:lnTo>
                  <a:pt x="344831" y="60818"/>
                </a:lnTo>
                <a:lnTo>
                  <a:pt x="343956" y="64866"/>
                </a:lnTo>
                <a:lnTo>
                  <a:pt x="340207" y="65395"/>
                </a:lnTo>
                <a:lnTo>
                  <a:pt x="336483" y="66982"/>
                </a:lnTo>
                <a:lnTo>
                  <a:pt x="335700" y="69592"/>
                </a:lnTo>
                <a:lnTo>
                  <a:pt x="335420" y="72391"/>
                </a:lnTo>
                <a:lnTo>
                  <a:pt x="335746" y="75249"/>
                </a:lnTo>
                <a:lnTo>
                  <a:pt x="336253" y="78058"/>
                </a:lnTo>
                <a:lnTo>
                  <a:pt x="337234" y="80417"/>
                </a:lnTo>
                <a:lnTo>
                  <a:pt x="339939" y="83608"/>
                </a:lnTo>
                <a:lnTo>
                  <a:pt x="341166" y="86609"/>
                </a:lnTo>
                <a:lnTo>
                  <a:pt x="342062" y="90109"/>
                </a:lnTo>
                <a:lnTo>
                  <a:pt x="343083" y="93873"/>
                </a:lnTo>
                <a:lnTo>
                  <a:pt x="346047" y="97666"/>
                </a:lnTo>
                <a:lnTo>
                  <a:pt x="347964" y="100078"/>
                </a:lnTo>
                <a:lnTo>
                  <a:pt x="349911" y="102672"/>
                </a:lnTo>
                <a:lnTo>
                  <a:pt x="350284" y="103529"/>
                </a:lnTo>
                <a:lnTo>
                  <a:pt x="350591" y="105133"/>
                </a:lnTo>
                <a:lnTo>
                  <a:pt x="351016" y="106970"/>
                </a:lnTo>
                <a:lnTo>
                  <a:pt x="352164" y="109464"/>
                </a:lnTo>
                <a:lnTo>
                  <a:pt x="353409" y="111651"/>
                </a:lnTo>
                <a:lnTo>
                  <a:pt x="354347" y="113415"/>
                </a:lnTo>
                <a:lnTo>
                  <a:pt x="355201" y="115323"/>
                </a:lnTo>
                <a:lnTo>
                  <a:pt x="356298" y="117472"/>
                </a:lnTo>
                <a:lnTo>
                  <a:pt x="358059" y="120687"/>
                </a:lnTo>
                <a:lnTo>
                  <a:pt x="358955" y="124335"/>
                </a:lnTo>
                <a:lnTo>
                  <a:pt x="359730" y="128417"/>
                </a:lnTo>
                <a:lnTo>
                  <a:pt x="360826" y="131418"/>
                </a:lnTo>
                <a:lnTo>
                  <a:pt x="362254" y="132918"/>
                </a:lnTo>
                <a:lnTo>
                  <a:pt x="364871" y="135305"/>
                </a:lnTo>
                <a:lnTo>
                  <a:pt x="368683" y="138958"/>
                </a:lnTo>
                <a:lnTo>
                  <a:pt x="369360" y="140373"/>
                </a:lnTo>
                <a:lnTo>
                  <a:pt x="369690" y="142438"/>
                </a:lnTo>
                <a:lnTo>
                  <a:pt x="370001" y="144503"/>
                </a:lnTo>
                <a:lnTo>
                  <a:pt x="370270" y="144975"/>
                </a:lnTo>
                <a:lnTo>
                  <a:pt x="375936" y="149408"/>
                </a:lnTo>
                <a:lnTo>
                  <a:pt x="382413" y="154277"/>
                </a:lnTo>
                <a:lnTo>
                  <a:pt x="389464" y="159454"/>
                </a:lnTo>
                <a:lnTo>
                  <a:pt x="396177" y="163262"/>
                </a:lnTo>
                <a:lnTo>
                  <a:pt x="399778" y="164572"/>
                </a:lnTo>
                <a:lnTo>
                  <a:pt x="402662" y="166389"/>
                </a:lnTo>
                <a:lnTo>
                  <a:pt x="410729" y="172621"/>
                </a:lnTo>
                <a:lnTo>
                  <a:pt x="415543" y="175585"/>
                </a:lnTo>
                <a:lnTo>
                  <a:pt x="422196" y="179411"/>
                </a:lnTo>
                <a:lnTo>
                  <a:pt x="431271" y="184291"/>
                </a:lnTo>
                <a:lnTo>
                  <a:pt x="436176" y="187352"/>
                </a:lnTo>
                <a:lnTo>
                  <a:pt x="441304" y="190371"/>
                </a:lnTo>
                <a:lnTo>
                  <a:pt x="446394" y="193415"/>
                </a:lnTo>
                <a:lnTo>
                  <a:pt x="448480" y="194424"/>
                </a:lnTo>
                <a:lnTo>
                  <a:pt x="451761" y="195479"/>
                </a:lnTo>
                <a:lnTo>
                  <a:pt x="458645" y="198901"/>
                </a:lnTo>
                <a:lnTo>
                  <a:pt x="462290" y="201542"/>
                </a:lnTo>
                <a:lnTo>
                  <a:pt x="466416" y="204315"/>
                </a:lnTo>
                <a:lnTo>
                  <a:pt x="470183" y="206428"/>
                </a:lnTo>
                <a:lnTo>
                  <a:pt x="472632" y="208671"/>
                </a:lnTo>
                <a:lnTo>
                  <a:pt x="475840" y="209890"/>
                </a:lnTo>
                <a:lnTo>
                  <a:pt x="483292" y="213418"/>
                </a:lnTo>
                <a:lnTo>
                  <a:pt x="487144" y="215488"/>
                </a:lnTo>
                <a:lnTo>
                  <a:pt x="492968" y="219159"/>
                </a:lnTo>
                <a:lnTo>
                  <a:pt x="501402" y="222507"/>
                </a:lnTo>
                <a:lnTo>
                  <a:pt x="507615" y="224752"/>
                </a:lnTo>
                <a:lnTo>
                  <a:pt x="514605" y="226969"/>
                </a:lnTo>
                <a:lnTo>
                  <a:pt x="520300" y="227695"/>
                </a:lnTo>
                <a:lnTo>
                  <a:pt x="525838" y="228551"/>
                </a:lnTo>
                <a:lnTo>
                  <a:pt x="530344" y="229904"/>
                </a:lnTo>
                <a:lnTo>
                  <a:pt x="534428" y="231965"/>
                </a:lnTo>
                <a:lnTo>
                  <a:pt x="536384" y="233026"/>
                </a:lnTo>
                <a:lnTo>
                  <a:pt x="537738" y="236824"/>
                </a:lnTo>
                <a:lnTo>
                  <a:pt x="536172" y="240596"/>
                </a:lnTo>
                <a:lnTo>
                  <a:pt x="534524" y="243429"/>
                </a:lnTo>
                <a:lnTo>
                  <a:pt x="533033" y="245618"/>
                </a:lnTo>
                <a:lnTo>
                  <a:pt x="531883" y="247515"/>
                </a:lnTo>
                <a:lnTo>
                  <a:pt x="531602" y="250631"/>
                </a:lnTo>
                <a:lnTo>
                  <a:pt x="531292" y="255629"/>
                </a:lnTo>
                <a:lnTo>
                  <a:pt x="531509" y="258288"/>
                </a:lnTo>
                <a:lnTo>
                  <a:pt x="530423" y="263557"/>
                </a:lnTo>
                <a:lnTo>
                  <a:pt x="527834" y="268359"/>
                </a:lnTo>
                <a:lnTo>
                  <a:pt x="525362" y="273514"/>
                </a:lnTo>
                <a:lnTo>
                  <a:pt x="522757" y="278313"/>
                </a:lnTo>
                <a:lnTo>
                  <a:pt x="521238" y="283591"/>
                </a:lnTo>
                <a:lnTo>
                  <a:pt x="520693" y="286277"/>
                </a:lnTo>
                <a:lnTo>
                  <a:pt x="519599" y="287600"/>
                </a:lnTo>
                <a:lnTo>
                  <a:pt x="511628" y="287198"/>
                </a:lnTo>
                <a:lnTo>
                  <a:pt x="506707" y="286746"/>
                </a:lnTo>
                <a:lnTo>
                  <a:pt x="503539" y="288275"/>
                </a:lnTo>
                <a:lnTo>
                  <a:pt x="497061" y="288862"/>
                </a:lnTo>
                <a:lnTo>
                  <a:pt x="489004" y="287824"/>
                </a:lnTo>
                <a:lnTo>
                  <a:pt x="485344" y="287325"/>
                </a:lnTo>
                <a:lnTo>
                  <a:pt x="480245" y="286912"/>
                </a:lnTo>
                <a:lnTo>
                  <a:pt x="475972" y="287567"/>
                </a:lnTo>
                <a:lnTo>
                  <a:pt x="470289" y="288125"/>
                </a:lnTo>
                <a:lnTo>
                  <a:pt x="459567" y="287302"/>
                </a:lnTo>
                <a:lnTo>
                  <a:pt x="454429" y="286639"/>
                </a:lnTo>
                <a:lnTo>
                  <a:pt x="447871" y="285053"/>
                </a:lnTo>
                <a:lnTo>
                  <a:pt x="442195" y="282623"/>
                </a:lnTo>
                <a:lnTo>
                  <a:pt x="431105" y="274807"/>
                </a:lnTo>
                <a:lnTo>
                  <a:pt x="421071" y="269001"/>
                </a:lnTo>
                <a:lnTo>
                  <a:pt x="409011" y="263077"/>
                </a:lnTo>
                <a:lnTo>
                  <a:pt x="395272" y="258848"/>
                </a:lnTo>
                <a:lnTo>
                  <a:pt x="386184" y="256823"/>
                </a:lnTo>
                <a:lnTo>
                  <a:pt x="371215" y="255559"/>
                </a:lnTo>
                <a:lnTo>
                  <a:pt x="359734" y="256994"/>
                </a:lnTo>
                <a:lnTo>
                  <a:pt x="353657" y="257853"/>
                </a:lnTo>
                <a:lnTo>
                  <a:pt x="351242" y="258223"/>
                </a:lnTo>
                <a:lnTo>
                  <a:pt x="351164" y="258222"/>
                </a:lnTo>
              </a:path>
            </a:pathLst>
          </a:custGeom>
          <a:noFill/>
          <a:ln w="25400">
            <a:solidFill>
              <a:srgbClr val="262626"/>
            </a:solidFill>
            <a:prstDash val="dash"/>
          </a:ln>
        </p:spPr>
        <p:txBody>
          <a:bodyPr rtlCol="0" anchor="ctr"/>
          <a:lstStyle/>
          <a:p>
            <a:pPr algn="ctr"/>
          </a:p>
        </p:txBody>
      </p:sp>
      <p:sp>
        <p:nvSpPr>
          <p:cNvPr id="11" name="TextBox 10"/>
          <p:cNvSpPr txBox="1"/>
          <p:nvPr/>
        </p:nvSpPr>
        <p:spPr>
          <a:xfrm>
            <a:off x="502920" y="4361688"/>
            <a:ext cx="4978400" cy="310896"/>
          </a:xfrm>
          <a:prstGeom prst="rect">
            <a:avLst/>
          </a:prstGeom>
          <a:noFill/>
        </p:spPr>
        <p:txBody>
          <a:bodyPr wrap="square" anchor="t" lIns="73152" rIns="73152" tIns="36576" bIns="36576">
            <a:noAutofit/>
          </a:bodyPr>
          <a:lstStyle/>
          <a:p>
            <a:pPr algn="ctr">
              <a:spcBef>
                <a:spcPts val="0"/>
              </a:spcBef>
              <a:spcAft>
                <a:spcPts val="0"/>
              </a:spcAft>
            </a:pPr>
            <a:r>
              <a:rPr lang="tr-TR" sz="1300" b="0" i="1">
                <a:solidFill>
                  <a:srgbClr val="767676"/>
                </a:solidFill>
                <a:latin typeface="Calibri"/>
              </a:rPr>
              <a:t>s. 218 dünya haritasının Türkiye bölümü · kesik çizgi: Türkiye (yaklaşık)</a:t>
            </a:r>
          </a:p>
        </p:txBody>
      </p:sp>
      <p:sp>
        <p:nvSpPr>
          <p:cNvPr id="12" name="Rectangle 11"/>
          <p:cNvSpPr/>
          <p:nvPr/>
        </p:nvSpPr>
        <p:spPr>
          <a:xfrm>
            <a:off x="502920" y="4921758"/>
            <a:ext cx="502920" cy="329184"/>
          </a:xfrm>
          <a:prstGeom prst="rect">
            <a:avLst/>
          </a:prstGeom>
          <a:solidFill>
            <a:srgbClr val="F179AF"/>
          </a:solidFill>
          <a:ln w="9525">
            <a:solidFill>
              <a:srgbClr val="262626"/>
            </a:solidFill>
          </a:ln>
          <a:effectLst/>
        </p:spPr>
        <p:txBody>
          <a:bodyPr rtlCol="0" anchor="ctr"/>
          <a:lstStyle/>
          <a:p/>
        </p:txBody>
      </p:sp>
      <p:sp>
        <p:nvSpPr>
          <p:cNvPr id="13" name="TextBox 12"/>
          <p:cNvSpPr txBox="1"/>
          <p:nvPr/>
        </p:nvSpPr>
        <p:spPr>
          <a:xfrm>
            <a:off x="1097280" y="4709160"/>
            <a:ext cx="1826260" cy="7543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Akdeniz iklimi</a:t>
            </a:r>
          </a:p>
        </p:txBody>
      </p:sp>
      <p:sp>
        <p:nvSpPr>
          <p:cNvPr id="14" name="Rectangle 13"/>
          <p:cNvSpPr/>
          <p:nvPr/>
        </p:nvSpPr>
        <p:spPr>
          <a:xfrm>
            <a:off x="3060700" y="4921758"/>
            <a:ext cx="502920" cy="329184"/>
          </a:xfrm>
          <a:prstGeom prst="rect">
            <a:avLst/>
          </a:prstGeom>
          <a:solidFill>
            <a:srgbClr val="C5D76B"/>
          </a:solidFill>
          <a:ln w="9525">
            <a:solidFill>
              <a:srgbClr val="262626"/>
            </a:solidFill>
          </a:ln>
          <a:effectLst/>
        </p:spPr>
        <p:txBody>
          <a:bodyPr rtlCol="0" anchor="ctr"/>
          <a:lstStyle/>
          <a:p/>
        </p:txBody>
      </p:sp>
      <p:sp>
        <p:nvSpPr>
          <p:cNvPr id="15" name="TextBox 14"/>
          <p:cNvSpPr txBox="1"/>
          <p:nvPr/>
        </p:nvSpPr>
        <p:spPr>
          <a:xfrm>
            <a:off x="3655060" y="4709160"/>
            <a:ext cx="1826260" cy="7543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Karasal iklim</a:t>
            </a:r>
          </a:p>
        </p:txBody>
      </p:sp>
      <p:sp>
        <p:nvSpPr>
          <p:cNvPr id="16" name="Rectangle 15"/>
          <p:cNvSpPr/>
          <p:nvPr/>
        </p:nvSpPr>
        <p:spPr>
          <a:xfrm>
            <a:off x="502920" y="5749290"/>
            <a:ext cx="502920" cy="329184"/>
          </a:xfrm>
          <a:prstGeom prst="rect">
            <a:avLst/>
          </a:prstGeom>
          <a:solidFill>
            <a:srgbClr val="B789BE"/>
          </a:solidFill>
          <a:ln w="9525">
            <a:solidFill>
              <a:srgbClr val="262626"/>
            </a:solidFill>
          </a:ln>
          <a:effectLst/>
        </p:spPr>
        <p:txBody>
          <a:bodyPr rtlCol="0" anchor="ctr"/>
          <a:lstStyle/>
          <a:p/>
        </p:txBody>
      </p:sp>
      <p:sp>
        <p:nvSpPr>
          <p:cNvPr id="17" name="TextBox 16"/>
          <p:cNvSpPr txBox="1"/>
          <p:nvPr/>
        </p:nvSpPr>
        <p:spPr>
          <a:xfrm>
            <a:off x="1097280" y="5536692"/>
            <a:ext cx="1826260" cy="7543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Sert karasal iklim</a:t>
            </a:r>
          </a:p>
        </p:txBody>
      </p:sp>
      <p:sp>
        <p:nvSpPr>
          <p:cNvPr id="18" name="Rectangle 17"/>
          <p:cNvSpPr/>
          <p:nvPr/>
        </p:nvSpPr>
        <p:spPr>
          <a:xfrm>
            <a:off x="3060700" y="5749290"/>
            <a:ext cx="502920" cy="329184"/>
          </a:xfrm>
          <a:prstGeom prst="rect">
            <a:avLst/>
          </a:prstGeom>
          <a:solidFill>
            <a:srgbClr val="10793D"/>
          </a:solidFill>
          <a:ln w="9525">
            <a:solidFill>
              <a:srgbClr val="262626"/>
            </a:solidFill>
          </a:ln>
          <a:effectLst/>
        </p:spPr>
        <p:txBody>
          <a:bodyPr rtlCol="0" anchor="ctr"/>
          <a:lstStyle/>
          <a:p/>
        </p:txBody>
      </p:sp>
      <p:sp>
        <p:nvSpPr>
          <p:cNvPr id="19" name="TextBox 18"/>
          <p:cNvSpPr txBox="1"/>
          <p:nvPr/>
        </p:nvSpPr>
        <p:spPr>
          <a:xfrm>
            <a:off x="3655060" y="5536692"/>
            <a:ext cx="1826260" cy="7543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Okyanusal iklim</a:t>
            </a:r>
          </a:p>
        </p:txBody>
      </p:sp>
      <p:sp>
        <p:nvSpPr>
          <p:cNvPr id="20" name="Rounded Rectangle 19"/>
          <p:cNvSpPr/>
          <p:nvPr/>
        </p:nvSpPr>
        <p:spPr>
          <a:xfrm>
            <a:off x="5709920" y="1216152"/>
            <a:ext cx="5978855" cy="2482596"/>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600" b="1" i="0">
                <a:solidFill>
                  <a:srgbClr val="262626"/>
                </a:solidFill>
                <a:latin typeface="Calibri"/>
              </a:rPr>
              <a:t>1. İklim bölgelerinin oluşturulmasında belirleyici kriterler nelerdir?</a:t>
            </a:r>
          </a:p>
          <a:p>
            <a:pPr algn="l">
              <a:spcBef>
                <a:spcPts val="0"/>
              </a:spcBef>
              <a:spcAft>
                <a:spcPts val="0"/>
              </a:spcAft>
            </a:pPr>
            <a:r>
              <a:rPr lang="tr-TR" sz="2000" b="1" i="0">
                <a:solidFill>
                  <a:srgbClr val="2E7D32"/>
                </a:solidFill>
                <a:latin typeface="Calibri"/>
              </a:rPr>
              <a:t>Sıcaklık, yağış, nem, basınç ve rüzgârların uzun süreli ortalamaları (3. ünite).</a:t>
            </a:r>
          </a:p>
        </p:txBody>
      </p:sp>
      <p:sp>
        <p:nvSpPr>
          <p:cNvPr id="21" name="Rounded Rectangle 20"/>
          <p:cNvSpPr/>
          <p:nvPr/>
        </p:nvSpPr>
        <p:spPr>
          <a:xfrm>
            <a:off x="5709920" y="3808476"/>
            <a:ext cx="5978855" cy="2482596"/>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600" b="1" i="0">
                <a:solidFill>
                  <a:srgbClr val="262626"/>
                </a:solidFill>
                <a:latin typeface="Calibri"/>
              </a:rPr>
              <a:t>2. Türkiye hangi iklim bölgelerinin sınırları içinde yer almaktadır?</a:t>
            </a:r>
          </a:p>
          <a:p>
            <a:pPr algn="l">
              <a:spcBef>
                <a:spcPts val="0"/>
              </a:spcBef>
              <a:spcAft>
                <a:spcPts val="0"/>
              </a:spcAft>
            </a:pPr>
            <a:r>
              <a:rPr lang="tr-TR" sz="2000" b="1" i="0">
                <a:solidFill>
                  <a:srgbClr val="2E7D32"/>
                </a:solidFill>
                <a:latin typeface="Calibri"/>
              </a:rPr>
              <a:t>Haritaya göre dört bölge: Akdeniz (batı ve güney kıyıları, Güneydoğu), karasal (iç kesimler), sert karasal (doğu) ve okyanusal iklim (Karadeniz kıyısı).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187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dilsiz haritada iklim bölgelerini oluşturun</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ADIM · 7 dk</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Türkiye’deki iklim bölgelerini aşağıdaki dilsiz Türkiye haritası üzerinde oluşturunuz.</a:t>
            </a:r>
          </a:p>
        </p:txBody>
      </p:sp>
      <p:pic>
        <p:nvPicPr>
          <p:cNvPr id="7" name="Picture 6" descr="h34_s218_dilsiz.jpg"/>
          <p:cNvPicPr>
            <a:picLocks noChangeAspect="1"/>
          </p:cNvPicPr>
          <p:nvPr/>
        </p:nvPicPr>
        <p:blipFill>
          <a:blip r:embed="rId3"/>
          <a:stretch>
            <a:fillRect/>
          </a:stretch>
        </p:blipFill>
        <p:spPr>
          <a:xfrm>
            <a:off x="502920" y="1993392"/>
            <a:ext cx="7498079" cy="3829068"/>
          </a:xfrm>
          <a:prstGeom prst="rect">
            <a:avLst/>
          </a:prstGeom>
          <a:ln w="9525">
            <a:solidFill>
              <a:srgbClr val="D9D9D9"/>
            </a:solidFill>
          </a:ln>
        </p:spPr>
      </p:pic>
      <p:sp>
        <p:nvSpPr>
          <p:cNvPr id="8" name="Rounded Rectangle 7"/>
          <p:cNvSpPr/>
          <p:nvPr/>
        </p:nvSpPr>
        <p:spPr>
          <a:xfrm>
            <a:off x="8229599" y="1993392"/>
            <a:ext cx="3459176" cy="429768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8229599" y="1993392"/>
            <a:ext cx="3459176" cy="530352"/>
          </a:xfrm>
          <a:prstGeom prst="roundRect">
            <a:avLst>
              <a:gd name="adj" fmla="val 25000"/>
            </a:avLst>
          </a:prstGeom>
          <a:solidFill>
            <a:srgbClr val="2A5D8F"/>
          </a:solidFill>
          <a:ln>
            <a:noFill/>
          </a:ln>
          <a:effectLst/>
        </p:spPr>
        <p:txBody>
          <a:bodyPr rtlCol="0" anchor="ctr"/>
          <a:lstStyle/>
          <a:p/>
        </p:txBody>
      </p:sp>
      <p:sp>
        <p:nvSpPr>
          <p:cNvPr id="10" name="Rectangle 9"/>
          <p:cNvSpPr/>
          <p:nvPr/>
        </p:nvSpPr>
        <p:spPr>
          <a:xfrm>
            <a:off x="8229599" y="2258568"/>
            <a:ext cx="3459176" cy="265176"/>
          </a:xfrm>
          <a:prstGeom prst="rect">
            <a:avLst/>
          </a:prstGeom>
          <a:solidFill>
            <a:srgbClr val="2A5D8F"/>
          </a:solidFill>
          <a:ln>
            <a:noFill/>
          </a:ln>
          <a:effectLst/>
        </p:spPr>
        <p:txBody>
          <a:bodyPr rtlCol="0" anchor="ctr"/>
          <a:lstStyle/>
          <a:p/>
        </p:txBody>
      </p:sp>
      <p:sp>
        <p:nvSpPr>
          <p:cNvPr id="11" name="TextBox 10"/>
          <p:cNvSpPr txBox="1"/>
          <p:nvPr/>
        </p:nvSpPr>
        <p:spPr>
          <a:xfrm>
            <a:off x="8321039" y="1993392"/>
            <a:ext cx="327629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Sınırı çizerken</a:t>
            </a:r>
          </a:p>
        </p:txBody>
      </p:sp>
      <p:sp>
        <p:nvSpPr>
          <p:cNvPr id="12" name="TextBox 11"/>
          <p:cNvSpPr txBox="1"/>
          <p:nvPr/>
        </p:nvSpPr>
        <p:spPr>
          <a:xfrm>
            <a:off x="8339327" y="2596896"/>
            <a:ext cx="3239720" cy="3621024"/>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Lejanttaki renkleri kullanın.</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Önce kıyılar, sonra iç ve doğu.</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Sınır keskin mi, geçişli mi?</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Varsayımınız değişti mi? Neden?</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187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 örnek ürün: Türkiye'nin iklim bölgeleri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4_s218_ornek_urun.jpg"/>
          <p:cNvPicPr>
            <a:picLocks noChangeAspect="1"/>
          </p:cNvPicPr>
          <p:nvPr/>
        </p:nvPicPr>
        <p:blipFill>
          <a:blip r:embed="rId3"/>
          <a:stretch>
            <a:fillRect/>
          </a:stretch>
        </p:blipFill>
        <p:spPr>
          <a:xfrm>
            <a:off x="502920" y="1585263"/>
            <a:ext cx="7680960" cy="3925216"/>
          </a:xfrm>
          <a:prstGeom prst="rect">
            <a:avLst/>
          </a:prstGeom>
          <a:ln w="9525">
            <a:solidFill>
              <a:srgbClr val="D9D9D9"/>
            </a:solidFill>
          </a:ln>
        </p:spPr>
      </p:pic>
      <p:sp>
        <p:nvSpPr>
          <p:cNvPr id="7" name="TextBox 6"/>
          <p:cNvSpPr txBox="1"/>
          <p:nvPr/>
        </p:nvSpPr>
        <p:spPr>
          <a:xfrm>
            <a:off x="502920" y="5547056"/>
            <a:ext cx="7680960" cy="310896"/>
          </a:xfrm>
          <a:prstGeom prst="rect">
            <a:avLst/>
          </a:prstGeom>
          <a:noFill/>
        </p:spPr>
        <p:txBody>
          <a:bodyPr wrap="square" anchor="t" lIns="73152" rIns="73152" tIns="36576" bIns="36576">
            <a:noAutofit/>
          </a:bodyPr>
          <a:lstStyle/>
          <a:p>
            <a:pPr algn="ctr">
              <a:spcBef>
                <a:spcPts val="0"/>
              </a:spcBef>
              <a:spcAft>
                <a:spcPts val="0"/>
              </a:spcAft>
            </a:pPr>
            <a:r>
              <a:rPr lang="tr-TR" sz="1300" b="0" i="1">
                <a:solidFill>
                  <a:srgbClr val="767676"/>
                </a:solidFill>
                <a:latin typeface="Calibri"/>
              </a:rPr>
              <a:t>Dünya haritasındaki renkler dilsiz haritaya aktarıldı (yaklaşık)</a:t>
            </a:r>
          </a:p>
        </p:txBody>
      </p:sp>
      <p:sp>
        <p:nvSpPr>
          <p:cNvPr id="8" name="Rectangle 7"/>
          <p:cNvSpPr/>
          <p:nvPr/>
        </p:nvSpPr>
        <p:spPr>
          <a:xfrm>
            <a:off x="8412480" y="1335024"/>
            <a:ext cx="502920" cy="329184"/>
          </a:xfrm>
          <a:prstGeom prst="rect">
            <a:avLst/>
          </a:prstGeom>
          <a:solidFill>
            <a:srgbClr val="F179AF"/>
          </a:solidFill>
          <a:ln w="9525">
            <a:solidFill>
              <a:srgbClr val="262626"/>
            </a:solidFill>
          </a:ln>
          <a:effectLst/>
        </p:spPr>
        <p:txBody>
          <a:bodyPr rtlCol="0" anchor="ctr"/>
          <a:lstStyle/>
          <a:p/>
        </p:txBody>
      </p:sp>
      <p:sp>
        <p:nvSpPr>
          <p:cNvPr id="9" name="TextBox 8"/>
          <p:cNvSpPr txBox="1"/>
          <p:nvPr/>
        </p:nvSpPr>
        <p:spPr>
          <a:xfrm>
            <a:off x="9006840" y="1216152"/>
            <a:ext cx="2681935" cy="56692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Akdeniz iklimi</a:t>
            </a:r>
          </a:p>
        </p:txBody>
      </p:sp>
      <p:sp>
        <p:nvSpPr>
          <p:cNvPr id="10" name="Rectangle 9"/>
          <p:cNvSpPr/>
          <p:nvPr/>
        </p:nvSpPr>
        <p:spPr>
          <a:xfrm>
            <a:off x="8412480" y="1901952"/>
            <a:ext cx="502920" cy="329184"/>
          </a:xfrm>
          <a:prstGeom prst="rect">
            <a:avLst/>
          </a:prstGeom>
          <a:solidFill>
            <a:srgbClr val="C5D76B"/>
          </a:solidFill>
          <a:ln w="9525">
            <a:solidFill>
              <a:srgbClr val="262626"/>
            </a:solidFill>
          </a:ln>
          <a:effectLst/>
        </p:spPr>
        <p:txBody>
          <a:bodyPr rtlCol="0" anchor="ctr"/>
          <a:lstStyle/>
          <a:p/>
        </p:txBody>
      </p:sp>
      <p:sp>
        <p:nvSpPr>
          <p:cNvPr id="11" name="TextBox 10"/>
          <p:cNvSpPr txBox="1"/>
          <p:nvPr/>
        </p:nvSpPr>
        <p:spPr>
          <a:xfrm>
            <a:off x="9006840" y="1783080"/>
            <a:ext cx="2681935" cy="56692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Karasal iklim</a:t>
            </a:r>
          </a:p>
        </p:txBody>
      </p:sp>
      <p:sp>
        <p:nvSpPr>
          <p:cNvPr id="12" name="Rectangle 11"/>
          <p:cNvSpPr/>
          <p:nvPr/>
        </p:nvSpPr>
        <p:spPr>
          <a:xfrm>
            <a:off x="8412480" y="2468880"/>
            <a:ext cx="502920" cy="329184"/>
          </a:xfrm>
          <a:prstGeom prst="rect">
            <a:avLst/>
          </a:prstGeom>
          <a:solidFill>
            <a:srgbClr val="B789BE"/>
          </a:solidFill>
          <a:ln w="9525">
            <a:solidFill>
              <a:srgbClr val="262626"/>
            </a:solidFill>
          </a:ln>
          <a:effectLst/>
        </p:spPr>
        <p:txBody>
          <a:bodyPr rtlCol="0" anchor="ctr"/>
          <a:lstStyle/>
          <a:p/>
        </p:txBody>
      </p:sp>
      <p:sp>
        <p:nvSpPr>
          <p:cNvPr id="13" name="TextBox 12"/>
          <p:cNvSpPr txBox="1"/>
          <p:nvPr/>
        </p:nvSpPr>
        <p:spPr>
          <a:xfrm>
            <a:off x="9006840" y="2350008"/>
            <a:ext cx="2681935" cy="56692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Sert karasal iklim</a:t>
            </a:r>
          </a:p>
        </p:txBody>
      </p:sp>
      <p:sp>
        <p:nvSpPr>
          <p:cNvPr id="14" name="Rectangle 13"/>
          <p:cNvSpPr/>
          <p:nvPr/>
        </p:nvSpPr>
        <p:spPr>
          <a:xfrm>
            <a:off x="8412480" y="3035808"/>
            <a:ext cx="502920" cy="329184"/>
          </a:xfrm>
          <a:prstGeom prst="rect">
            <a:avLst/>
          </a:prstGeom>
          <a:solidFill>
            <a:srgbClr val="10793D"/>
          </a:solidFill>
          <a:ln w="9525">
            <a:solidFill>
              <a:srgbClr val="262626"/>
            </a:solidFill>
          </a:ln>
          <a:effectLst/>
        </p:spPr>
        <p:txBody>
          <a:bodyPr rtlCol="0" anchor="ctr"/>
          <a:lstStyle/>
          <a:p/>
        </p:txBody>
      </p:sp>
      <p:sp>
        <p:nvSpPr>
          <p:cNvPr id="15" name="TextBox 14"/>
          <p:cNvSpPr txBox="1"/>
          <p:nvPr/>
        </p:nvSpPr>
        <p:spPr>
          <a:xfrm>
            <a:off x="9006840" y="2916936"/>
            <a:ext cx="2681935" cy="56692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Okyanusal iklim</a:t>
            </a:r>
          </a:p>
        </p:txBody>
      </p:sp>
      <p:sp>
        <p:nvSpPr>
          <p:cNvPr id="16" name="Rounded Rectangle 15"/>
          <p:cNvSpPr/>
          <p:nvPr/>
        </p:nvSpPr>
        <p:spPr>
          <a:xfrm>
            <a:off x="8412480" y="3621024"/>
            <a:ext cx="3276295" cy="2670048"/>
          </a:xfrm>
          <a:prstGeom prst="roundRect">
            <a:avLst>
              <a:gd name="adj" fmla="val 6000"/>
            </a:avLst>
          </a:prstGeom>
          <a:solidFill>
            <a:srgbClr val="E3F1E4"/>
          </a:solidFill>
          <a:ln>
            <a:noFill/>
          </a:ln>
          <a:effectLst/>
        </p:spPr>
        <p:txBody>
          <a:bodyPr rtlCol="0" anchor="ctr"/>
          <a:lstStyle/>
          <a:p/>
        </p:txBody>
      </p:sp>
      <p:sp>
        <p:nvSpPr>
          <p:cNvPr id="17" name="Rectangle 16"/>
          <p:cNvSpPr/>
          <p:nvPr/>
        </p:nvSpPr>
        <p:spPr>
          <a:xfrm>
            <a:off x="8412480" y="3621024"/>
            <a:ext cx="109728" cy="2670048"/>
          </a:xfrm>
          <a:prstGeom prst="rect">
            <a:avLst/>
          </a:prstGeom>
          <a:solidFill>
            <a:srgbClr val="2E7D32"/>
          </a:solidFill>
          <a:ln>
            <a:noFill/>
          </a:ln>
          <a:effectLst/>
        </p:spPr>
        <p:txBody>
          <a:bodyPr rtlCol="0" anchor="ctr"/>
          <a:lstStyle/>
          <a:p/>
        </p:txBody>
      </p:sp>
      <p:sp>
        <p:nvSpPr>
          <p:cNvPr id="18" name="TextBox 17"/>
          <p:cNvSpPr txBox="1"/>
          <p:nvPr/>
        </p:nvSpPr>
        <p:spPr>
          <a:xfrm>
            <a:off x="8641080" y="3675888"/>
            <a:ext cx="2956255" cy="2560320"/>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Ürünü kontrol et</a:t>
            </a:r>
          </a:p>
          <a:p>
            <a:pPr algn="l" marL="223758" indent="-223758">
              <a:spcBef>
                <a:spcPts val="0"/>
              </a:spcBef>
              <a:spcAft>
                <a:spcPts val="500"/>
              </a:spcAft>
            </a:pPr>
            <a:r>
              <a:rPr lang="tr-TR" sz="1800" b="1" i="0">
                <a:solidFill>
                  <a:srgbClr val="2E7D32"/>
                </a:solidFill>
                <a:latin typeface="Calibri"/>
              </a:rPr>
              <a:t>•  </a:t>
            </a:r>
            <a:r>
              <a:rPr lang="tr-TR" sz="1800" b="0" i="0">
                <a:solidFill>
                  <a:srgbClr val="262626"/>
                </a:solidFill>
                <a:latin typeface="Calibri"/>
              </a:rPr>
              <a:t>Kriter: iklim</a:t>
            </a:r>
          </a:p>
          <a:p>
            <a:pPr algn="l" marL="223758" indent="-223758">
              <a:spcBef>
                <a:spcPts val="0"/>
              </a:spcBef>
              <a:spcAft>
                <a:spcPts val="500"/>
              </a:spcAft>
            </a:pPr>
            <a:r>
              <a:rPr lang="tr-TR" sz="1800" b="1" i="0">
                <a:solidFill>
                  <a:srgbClr val="2E7D32"/>
                </a:solidFill>
                <a:latin typeface="Calibri"/>
              </a:rPr>
              <a:t>•  </a:t>
            </a:r>
            <a:r>
              <a:rPr lang="tr-TR" sz="1800" b="0" i="0">
                <a:solidFill>
                  <a:srgbClr val="262626"/>
                </a:solidFill>
                <a:latin typeface="Calibri"/>
              </a:rPr>
              <a:t>Dört bölge, doğru yerde</a:t>
            </a:r>
          </a:p>
          <a:p>
            <a:pPr algn="l" marL="223758" indent="-223758">
              <a:spcBef>
                <a:spcPts val="0"/>
              </a:spcBef>
              <a:spcAft>
                <a:spcPts val="0"/>
              </a:spcAft>
            </a:pPr>
            <a:r>
              <a:rPr lang="tr-TR" sz="1800" b="1" i="0">
                <a:solidFill>
                  <a:srgbClr val="2E7D32"/>
                </a:solidFill>
                <a:latin typeface="Calibri"/>
              </a:rPr>
              <a:t>•  </a:t>
            </a:r>
            <a:r>
              <a:rPr lang="tr-TR" sz="1800" b="0" i="0">
                <a:solidFill>
                  <a:srgbClr val="262626"/>
                </a:solidFill>
                <a:latin typeface="Calibri"/>
              </a:rPr>
              <a:t>Sınır gerekçeli, geçiş alanı var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187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2. ve 3. sorular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 3 dk</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000" b="1" i="0">
                <a:solidFill>
                  <a:srgbClr val="262626"/>
                </a:solidFill>
                <a:latin typeface="Calibri"/>
              </a:rPr>
              <a:t>Süreç sonunda aşağıdaki soruları cevaplayınız ve cevaplarınızı arkadaşlarınızla tartışınız.</a:t>
            </a:r>
          </a:p>
        </p:txBody>
      </p:sp>
      <p:sp>
        <p:nvSpPr>
          <p:cNvPr id="7" name="Rounded Rectangle 6"/>
          <p:cNvSpPr/>
          <p:nvPr/>
        </p:nvSpPr>
        <p:spPr>
          <a:xfrm>
            <a:off x="502920" y="2039112"/>
            <a:ext cx="11185855" cy="1097280"/>
          </a:xfrm>
          <a:prstGeom prst="roundRect">
            <a:avLst>
              <a:gd name="adj" fmla="val 8000"/>
            </a:avLst>
          </a:prstGeom>
          <a:solidFill>
            <a:srgbClr val="F0F0F0"/>
          </a:solidFill>
          <a:ln>
            <a:noFill/>
          </a:ln>
          <a:effectLst/>
        </p:spPr>
        <p:txBody>
          <a:bodyPr rtlCol="0" anchor="ctr" wrap="square" lIns="201168" rIns="201168" tIns="73152" bIns="73152">
            <a:noAutofit/>
          </a:bodyPr>
          <a:lstStyle/>
          <a:p>
            <a:pPr algn="l">
              <a:spcBef>
                <a:spcPts val="0"/>
              </a:spcBef>
              <a:spcAft>
                <a:spcPts val="0"/>
              </a:spcAft>
            </a:pPr>
            <a:r>
              <a:rPr lang="tr-TR" sz="2100" b="0" i="0">
                <a:solidFill>
                  <a:srgbClr val="767676"/>
                </a:solidFill>
                <a:latin typeface="Calibri"/>
              </a:rPr>
              <a:t>1. Oluşturduğunuz bölge, kullanmış olduğunuz kriterin özelliğine göre hangi bölge türü içerisinde yer alır?</a:t>
            </a:r>
          </a:p>
        </p:txBody>
      </p:sp>
      <p:sp>
        <p:nvSpPr>
          <p:cNvPr id="8" name="Rounded Rectangle 7"/>
          <p:cNvSpPr/>
          <p:nvPr/>
        </p:nvSpPr>
        <p:spPr>
          <a:xfrm>
            <a:off x="502920" y="3246120"/>
            <a:ext cx="11185855" cy="10972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2. Yeryüzündeki bölgelerin farklı kriterlere göre oluşturulmasının amacı ne olabilir?</a:t>
            </a:r>
          </a:p>
        </p:txBody>
      </p:sp>
      <p:sp>
        <p:nvSpPr>
          <p:cNvPr id="9" name="Rounded Rectangle 8"/>
          <p:cNvSpPr/>
          <p:nvPr/>
        </p:nvSpPr>
        <p:spPr>
          <a:xfrm>
            <a:off x="502920" y="4453128"/>
            <a:ext cx="11185855" cy="10972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3. Yeryüzünün farklı bölgelere ayrılmış olması coğrafya bilimi açısından neden önemlidir?</a:t>
            </a:r>
          </a:p>
        </p:txBody>
      </p:sp>
      <p:sp>
        <p:nvSpPr>
          <p:cNvPr id="10" name="TextBox 9"/>
          <p:cNvSpPr txBox="1"/>
          <p:nvPr/>
        </p:nvSpPr>
        <p:spPr>
          <a:xfrm>
            <a:off x="502920" y="5907024"/>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500" b="0" i="1">
                <a:solidFill>
                  <a:srgbClr val="767676"/>
                </a:solidFill>
                <a:latin typeface="Calibri"/>
              </a:rPr>
              <a:t>1. soruya bölge türlerini öğrendikten sonra döneceğiz.</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218-219</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187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2. ve 3. sorular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507492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7492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496519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2. Amaç ne olabilir?</a:t>
            </a:r>
          </a:p>
          <a:p>
            <a:pPr algn="l">
              <a:spcBef>
                <a:spcPts val="0"/>
              </a:spcBef>
              <a:spcAft>
                <a:spcPts val="600"/>
              </a:spcAft>
            </a:pPr>
            <a:r>
              <a:rPr lang="tr-TR" sz="2000" b="0" i="0">
                <a:solidFill>
                  <a:srgbClr val="262626"/>
                </a:solidFill>
                <a:latin typeface="Calibri"/>
              </a:rPr>
              <a:t>Her bölge bir amaca hizmet eder:</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iklim bölgeleri → tarımı ve yerleşmeyi anlamak</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nüfus bölgeleri → hizmeti planlamak</a:t>
            </a:r>
          </a:p>
          <a:p>
            <a:pPr algn="l" marL="248620" indent="-248620">
              <a:spcBef>
                <a:spcPts val="0"/>
              </a:spcBef>
              <a:spcAft>
                <a:spcPts val="0"/>
              </a:spcAft>
            </a:pPr>
            <a:r>
              <a:rPr lang="tr-TR" sz="2000" b="1" i="0">
                <a:solidFill>
                  <a:srgbClr val="2E7D32"/>
                </a:solidFill>
                <a:latin typeface="Calibri"/>
              </a:rPr>
              <a:t>•  </a:t>
            </a:r>
            <a:r>
              <a:rPr lang="tr-TR" sz="2000" b="0" i="0">
                <a:solidFill>
                  <a:srgbClr val="262626"/>
                </a:solidFill>
                <a:latin typeface="Calibri"/>
              </a:rPr>
              <a:t>hizmet bölgeleri → yolların bakımı (s. 221)</a:t>
            </a:r>
          </a:p>
        </p:txBody>
      </p:sp>
      <p:sp>
        <p:nvSpPr>
          <p:cNvPr id="9" name="Rounded Rectangle 8"/>
          <p:cNvSpPr/>
          <p:nvPr/>
        </p:nvSpPr>
        <p:spPr>
          <a:xfrm>
            <a:off x="6210147" y="1216152"/>
            <a:ext cx="5478627" cy="283464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283464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272491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3. Coğrafya için neden önemli?</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Karmaşık yeryüzünü sadeleştirir.</a:t>
            </a:r>
          </a:p>
          <a:p>
            <a:pPr algn="l" marL="248620" indent="-248620">
              <a:spcBef>
                <a:spcPts val="0"/>
              </a:spcBef>
              <a:spcAft>
                <a:spcPts val="0"/>
              </a:spcAft>
            </a:pPr>
            <a:r>
              <a:rPr lang="tr-TR" sz="2000" b="1" i="0">
                <a:solidFill>
                  <a:srgbClr val="2E7D32"/>
                </a:solidFill>
                <a:latin typeface="Calibri"/>
              </a:rPr>
              <a:t>•  </a:t>
            </a:r>
            <a:r>
              <a:rPr lang="tr-TR" sz="2000" b="0" i="0">
                <a:solidFill>
                  <a:srgbClr val="262626"/>
                </a:solidFill>
                <a:latin typeface="Calibri"/>
              </a:rPr>
              <a:t>Yerleri karşılaştırmayı ve genelleme yapmayı sağlar.</a:t>
            </a:r>
          </a:p>
        </p:txBody>
      </p:sp>
      <p:sp>
        <p:nvSpPr>
          <p:cNvPr id="12" name="Rounded Rectangle 11"/>
          <p:cNvSpPr/>
          <p:nvPr/>
        </p:nvSpPr>
        <p:spPr>
          <a:xfrm>
            <a:off x="6210147" y="4187952"/>
            <a:ext cx="5478627" cy="210312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6210147" y="4187952"/>
            <a:ext cx="118872" cy="2103120"/>
          </a:xfrm>
          <a:prstGeom prst="rect">
            <a:avLst/>
          </a:prstGeom>
          <a:solidFill>
            <a:srgbClr val="2E7D32"/>
          </a:solidFill>
          <a:ln>
            <a:noFill/>
          </a:ln>
          <a:effectLst/>
        </p:spPr>
        <p:txBody>
          <a:bodyPr rtlCol="0" anchor="ctr"/>
          <a:lstStyle/>
          <a:p/>
        </p:txBody>
      </p:sp>
      <p:sp>
        <p:nvSpPr>
          <p:cNvPr id="14" name="TextBox 13"/>
          <p:cNvSpPr txBox="1"/>
          <p:nvPr/>
        </p:nvSpPr>
        <p:spPr>
          <a:xfrm>
            <a:off x="6484467" y="4187952"/>
            <a:ext cx="5067147" cy="21031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Kitap: dünyayı daha iyi anlamak ve anlatmak için bölgeler oluşturulmuştur.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218-219</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187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Kısa mola: ayağa kalk, materyal değişimi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MOLA · 2 dk</a:t>
            </a:r>
          </a:p>
        </p:txBody>
      </p:sp>
      <p:sp>
        <p:nvSpPr>
          <p:cNvPr id="6" name="Rounded Rectangle 5"/>
          <p:cNvSpPr/>
          <p:nvPr/>
        </p:nvSpPr>
        <p:spPr>
          <a:xfrm>
            <a:off x="502920" y="1307592"/>
            <a:ext cx="11185855" cy="1560576"/>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307592"/>
            <a:ext cx="1600200" cy="156057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ZARF</a:t>
            </a:r>
          </a:p>
        </p:txBody>
      </p:sp>
      <p:sp>
        <p:nvSpPr>
          <p:cNvPr id="8" name="TextBox 7"/>
          <p:cNvSpPr txBox="1"/>
          <p:nvPr/>
        </p:nvSpPr>
        <p:spPr>
          <a:xfrm>
            <a:off x="2240280" y="1307592"/>
            <a:ext cx="9357055" cy="156057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Malzeme sorumlusu: dilsiz haritalar zarfa.</a:t>
            </a:r>
          </a:p>
        </p:txBody>
      </p:sp>
      <p:sp>
        <p:nvSpPr>
          <p:cNvPr id="9" name="Rounded Rectangle 8"/>
          <p:cNvSpPr/>
          <p:nvPr/>
        </p:nvSpPr>
        <p:spPr>
          <a:xfrm>
            <a:off x="502920" y="2996184"/>
            <a:ext cx="11185855" cy="1560576"/>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996184"/>
            <a:ext cx="1600200" cy="156057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YENİ SET</a:t>
            </a:r>
          </a:p>
        </p:txBody>
      </p:sp>
      <p:sp>
        <p:nvSpPr>
          <p:cNvPr id="11" name="TextBox 10"/>
          <p:cNvSpPr txBox="1"/>
          <p:nvPr/>
        </p:nvSpPr>
        <p:spPr>
          <a:xfrm>
            <a:off x="2240280" y="2996184"/>
            <a:ext cx="9357055" cy="156057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Üç Türkiye haritası ve karşılaştırma kartı masaya.</a:t>
            </a:r>
          </a:p>
        </p:txBody>
      </p:sp>
      <p:sp>
        <p:nvSpPr>
          <p:cNvPr id="12" name="Rounded Rectangle 11"/>
          <p:cNvSpPr/>
          <p:nvPr/>
        </p:nvSpPr>
        <p:spPr>
          <a:xfrm>
            <a:off x="502920" y="4684776"/>
            <a:ext cx="11185855" cy="156057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4684776"/>
            <a:ext cx="1600200" cy="156057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ESNE</a:t>
            </a:r>
          </a:p>
        </p:txBody>
      </p:sp>
      <p:sp>
        <p:nvSpPr>
          <p:cNvPr id="14" name="TextBox 13"/>
          <p:cNvSpPr txBox="1"/>
          <p:nvPr/>
        </p:nvSpPr>
        <p:spPr>
          <a:xfrm>
            <a:off x="2240280" y="4684776"/>
            <a:ext cx="9357055" cy="1560576"/>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Herkes ayakta: 30 saniye esneme, sonra yerine.</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187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İki bölge türü: şekilsel ve işlevsel</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7.1.1</a:t>
            </a:r>
          </a:p>
        </p:txBody>
      </p:sp>
      <p:sp>
        <p:nvSpPr>
          <p:cNvPr id="6" name="Rounded Rectangle 5"/>
          <p:cNvSpPr/>
          <p:nvPr/>
        </p:nvSpPr>
        <p:spPr>
          <a:xfrm>
            <a:off x="502920" y="1216152"/>
            <a:ext cx="11185855" cy="7772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777240"/>
          </a:xfrm>
          <a:prstGeom prst="rect">
            <a:avLst/>
          </a:prstGeom>
          <a:solidFill>
            <a:srgbClr val="2A5D8F"/>
          </a:solidFill>
          <a:ln>
            <a:noFill/>
          </a:ln>
          <a:effectLst/>
        </p:spPr>
        <p:txBody>
          <a:bodyPr rtlCol="0" anchor="ctr"/>
          <a:lstStyle/>
          <a:p/>
        </p:txBody>
      </p:sp>
      <p:sp>
        <p:nvSpPr>
          <p:cNvPr id="8" name="TextBox 7"/>
          <p:cNvSpPr txBox="1"/>
          <p:nvPr/>
        </p:nvSpPr>
        <p:spPr>
          <a:xfrm>
            <a:off x="777240" y="1216152"/>
            <a:ext cx="10774375" cy="77724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Bu alanlar, günümüzde şekilsel ve işlevsel bölge olmak üzere ikiye ayrılır.</a:t>
            </a:r>
          </a:p>
        </p:txBody>
      </p:sp>
      <p:sp>
        <p:nvSpPr>
          <p:cNvPr id="9" name="Rounded Rectangle 8"/>
          <p:cNvSpPr/>
          <p:nvPr/>
        </p:nvSpPr>
        <p:spPr>
          <a:xfrm>
            <a:off x="502920" y="2176272"/>
            <a:ext cx="5478627" cy="4114800"/>
          </a:xfrm>
          <a:prstGeom prst="roundRect">
            <a:avLst>
              <a:gd name="adj" fmla="val 6000"/>
            </a:avLst>
          </a:prstGeom>
          <a:solidFill>
            <a:srgbClr val="F0F0F0"/>
          </a:solidFill>
          <a:ln>
            <a:noFill/>
          </a:ln>
          <a:effectLst/>
        </p:spPr>
        <p:txBody>
          <a:bodyPr rtlCol="0" anchor="ctr"/>
          <a:lstStyle/>
          <a:p/>
        </p:txBody>
      </p:sp>
      <p:sp>
        <p:nvSpPr>
          <p:cNvPr id="10" name="Rectangle 9"/>
          <p:cNvSpPr/>
          <p:nvPr/>
        </p:nvSpPr>
        <p:spPr>
          <a:xfrm>
            <a:off x="502920" y="2176272"/>
            <a:ext cx="146304" cy="4114800"/>
          </a:xfrm>
          <a:prstGeom prst="rect">
            <a:avLst/>
          </a:prstGeom>
          <a:solidFill>
            <a:srgbClr val="3E7D3A"/>
          </a:solidFill>
          <a:ln>
            <a:noFill/>
          </a:ln>
          <a:effectLst/>
        </p:spPr>
        <p:txBody>
          <a:bodyPr rtlCol="0" anchor="ctr"/>
          <a:lstStyle/>
          <a:p/>
        </p:txBody>
      </p:sp>
      <p:sp>
        <p:nvSpPr>
          <p:cNvPr id="11" name="TextBox 10"/>
          <p:cNvSpPr txBox="1"/>
          <p:nvPr/>
        </p:nvSpPr>
        <p:spPr>
          <a:xfrm>
            <a:off x="868680" y="2286000"/>
            <a:ext cx="4929987" cy="41148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3E7D3A"/>
                </a:solidFill>
                <a:latin typeface="Calibri"/>
              </a:rPr>
              <a:t>ŞEKİLSEL BÖLGE</a:t>
            </a:r>
          </a:p>
        </p:txBody>
      </p:sp>
      <p:sp>
        <p:nvSpPr>
          <p:cNvPr id="12" name="TextBox 11"/>
          <p:cNvSpPr txBox="1"/>
          <p:nvPr/>
        </p:nvSpPr>
        <p:spPr>
          <a:xfrm>
            <a:off x="868680" y="2679192"/>
            <a:ext cx="4929987" cy="34747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Sahip oldukları doğal ve beşerî özellikleri ile dünyanın diğer alanlarından ayrılan bölgeler şekilsel bölge olarak adlandırılır.</a:t>
            </a:r>
          </a:p>
        </p:txBody>
      </p:sp>
      <p:sp>
        <p:nvSpPr>
          <p:cNvPr id="13" name="Rounded Rectangle 12"/>
          <p:cNvSpPr/>
          <p:nvPr/>
        </p:nvSpPr>
        <p:spPr>
          <a:xfrm>
            <a:off x="6210147" y="2176272"/>
            <a:ext cx="5478627" cy="4114800"/>
          </a:xfrm>
          <a:prstGeom prst="roundRect">
            <a:avLst>
              <a:gd name="adj" fmla="val 6000"/>
            </a:avLst>
          </a:prstGeom>
          <a:solidFill>
            <a:srgbClr val="F0F0F0"/>
          </a:solidFill>
          <a:ln>
            <a:noFill/>
          </a:ln>
          <a:effectLst/>
        </p:spPr>
        <p:txBody>
          <a:bodyPr rtlCol="0" anchor="ctr"/>
          <a:lstStyle/>
          <a:p/>
        </p:txBody>
      </p:sp>
      <p:sp>
        <p:nvSpPr>
          <p:cNvPr id="14" name="Rectangle 13"/>
          <p:cNvSpPr/>
          <p:nvPr/>
        </p:nvSpPr>
        <p:spPr>
          <a:xfrm>
            <a:off x="6210147" y="2176272"/>
            <a:ext cx="146304" cy="4114800"/>
          </a:xfrm>
          <a:prstGeom prst="rect">
            <a:avLst/>
          </a:prstGeom>
          <a:solidFill>
            <a:srgbClr val="1F6EA8"/>
          </a:solidFill>
          <a:ln>
            <a:noFill/>
          </a:ln>
          <a:effectLst/>
        </p:spPr>
        <p:txBody>
          <a:bodyPr rtlCol="0" anchor="ctr"/>
          <a:lstStyle/>
          <a:p/>
        </p:txBody>
      </p:sp>
      <p:sp>
        <p:nvSpPr>
          <p:cNvPr id="15" name="TextBox 14"/>
          <p:cNvSpPr txBox="1"/>
          <p:nvPr/>
        </p:nvSpPr>
        <p:spPr>
          <a:xfrm>
            <a:off x="6575907" y="2286000"/>
            <a:ext cx="4929987" cy="41148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F6EA8"/>
                </a:solidFill>
                <a:latin typeface="Calibri"/>
              </a:rPr>
              <a:t>İŞLEVSEL (FONKSİYONEL) BÖLGE</a:t>
            </a:r>
          </a:p>
        </p:txBody>
      </p:sp>
      <p:sp>
        <p:nvSpPr>
          <p:cNvPr id="16" name="TextBox 15"/>
          <p:cNvSpPr txBox="1"/>
          <p:nvPr/>
        </p:nvSpPr>
        <p:spPr>
          <a:xfrm>
            <a:off x="6575907" y="2679192"/>
            <a:ext cx="4929987" cy="34747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Ekonomik ve kültürel yönden yerel, ulusal ve küresel çapta diğer bölgelerle etkileşim gösteren bölgeler işlevsel (fonksiyonel) bölge olarak adlandırılır.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187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Şekilsel bölge: türdeş, merkezi yok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ŞEKİLSEL</a:t>
            </a:r>
          </a:p>
        </p:txBody>
      </p:sp>
      <p:sp>
        <p:nvSpPr>
          <p:cNvPr id="6" name="Rounded Rectangle 5"/>
          <p:cNvSpPr/>
          <p:nvPr/>
        </p:nvSpPr>
        <p:spPr>
          <a:xfrm>
            <a:off x="502920" y="1216152"/>
            <a:ext cx="6492240" cy="1957673"/>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957673"/>
          </a:xfrm>
          <a:prstGeom prst="rect">
            <a:avLst/>
          </a:prstGeom>
          <a:solidFill>
            <a:srgbClr val="3E7D3A"/>
          </a:solidFill>
          <a:ln>
            <a:noFill/>
          </a:ln>
          <a:effectLst/>
        </p:spPr>
        <p:txBody>
          <a:bodyPr rtlCol="0" anchor="ctr"/>
          <a:lstStyle/>
          <a:p/>
        </p:txBody>
      </p:sp>
      <p:sp>
        <p:nvSpPr>
          <p:cNvPr id="8" name="TextBox 7"/>
          <p:cNvSpPr txBox="1"/>
          <p:nvPr/>
        </p:nvSpPr>
        <p:spPr>
          <a:xfrm>
            <a:off x="777240" y="1216152"/>
            <a:ext cx="6080760" cy="1957673"/>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Şekilsel bölgeler, bölge oluşturmada belirlenen kritere göre bir türdeşliğe sahiptir. Belirlenen bu kriter doğal veya beşerî bir özellik olabilir.</a:t>
            </a:r>
          </a:p>
        </p:txBody>
      </p:sp>
      <p:sp>
        <p:nvSpPr>
          <p:cNvPr id="9" name="Rounded Rectangle 8"/>
          <p:cNvSpPr/>
          <p:nvPr/>
        </p:nvSpPr>
        <p:spPr>
          <a:xfrm>
            <a:off x="502920" y="3301841"/>
            <a:ext cx="6492240" cy="1204722"/>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301841"/>
            <a:ext cx="118872" cy="1204722"/>
          </a:xfrm>
          <a:prstGeom prst="rect">
            <a:avLst/>
          </a:prstGeom>
          <a:solidFill>
            <a:srgbClr val="3E7D3A"/>
          </a:solidFill>
          <a:ln>
            <a:noFill/>
          </a:ln>
          <a:effectLst/>
        </p:spPr>
        <p:txBody>
          <a:bodyPr rtlCol="0" anchor="ctr"/>
          <a:lstStyle/>
          <a:p/>
        </p:txBody>
      </p:sp>
      <p:sp>
        <p:nvSpPr>
          <p:cNvPr id="11" name="TextBox 10"/>
          <p:cNvSpPr txBox="1"/>
          <p:nvPr/>
        </p:nvSpPr>
        <p:spPr>
          <a:xfrm>
            <a:off x="777240" y="3301841"/>
            <a:ext cx="6080760" cy="1204722"/>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Şekilsel bölgelerin belirli bir merkezi yoktur.</a:t>
            </a:r>
          </a:p>
        </p:txBody>
      </p:sp>
      <p:sp>
        <p:nvSpPr>
          <p:cNvPr id="12" name="Rounded Rectangle 11"/>
          <p:cNvSpPr/>
          <p:nvPr/>
        </p:nvSpPr>
        <p:spPr>
          <a:xfrm>
            <a:off x="502920" y="4634579"/>
            <a:ext cx="6492240" cy="1656492"/>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634579"/>
            <a:ext cx="118872" cy="1656492"/>
          </a:xfrm>
          <a:prstGeom prst="rect">
            <a:avLst/>
          </a:prstGeom>
          <a:solidFill>
            <a:srgbClr val="3E7D3A"/>
          </a:solidFill>
          <a:ln>
            <a:noFill/>
          </a:ln>
          <a:effectLst/>
        </p:spPr>
        <p:txBody>
          <a:bodyPr rtlCol="0" anchor="ctr"/>
          <a:lstStyle/>
          <a:p/>
        </p:txBody>
      </p:sp>
      <p:sp>
        <p:nvSpPr>
          <p:cNvPr id="14" name="TextBox 13"/>
          <p:cNvSpPr txBox="1"/>
          <p:nvPr/>
        </p:nvSpPr>
        <p:spPr>
          <a:xfrm>
            <a:off x="777240" y="4634579"/>
            <a:ext cx="6080760" cy="1656492"/>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Bölge oluşturmada belirlenen kritere uygun olarak bölge içindeki her yer aynı özelliğe sahiptir.</a:t>
            </a:r>
          </a:p>
        </p:txBody>
      </p:sp>
      <p:pic>
        <p:nvPicPr>
          <p:cNvPr id="15" name="Picture 14" descr="h34_s218_ornek_urun.jpg"/>
          <p:cNvPicPr>
            <a:picLocks noChangeAspect="1"/>
          </p:cNvPicPr>
          <p:nvPr/>
        </p:nvPicPr>
        <p:blipFill>
          <a:blip r:embed="rId3"/>
          <a:stretch>
            <a:fillRect/>
          </a:stretch>
        </p:blipFill>
        <p:spPr>
          <a:xfrm>
            <a:off x="7223760" y="1401149"/>
            <a:ext cx="4465015" cy="2281765"/>
          </a:xfrm>
          <a:prstGeom prst="rect">
            <a:avLst/>
          </a:prstGeom>
          <a:ln w="9525">
            <a:solidFill>
              <a:srgbClr val="D9D9D9"/>
            </a:solidFill>
          </a:ln>
        </p:spPr>
      </p:pic>
      <p:sp>
        <p:nvSpPr>
          <p:cNvPr id="16" name="Rounded Rectangle 15"/>
          <p:cNvSpPr/>
          <p:nvPr/>
        </p:nvSpPr>
        <p:spPr>
          <a:xfrm>
            <a:off x="7223760" y="3820074"/>
            <a:ext cx="4465015" cy="247099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900" b="0" i="0">
                <a:solidFill>
                  <a:srgbClr val="262626"/>
                </a:solidFill>
                <a:latin typeface="Calibri"/>
              </a:rPr>
              <a:t>Etkinlikteki iklim bölgeleri: her biri kendi içinde aynı iklim, merkezi yok.</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187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Doğal şekilsel ve beşerî şekilsel bölge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ŞEKİLSEL</a:t>
            </a:r>
          </a:p>
        </p:txBody>
      </p:sp>
      <p:sp>
        <p:nvSpPr>
          <p:cNvPr id="6" name="Rounded Rectangle 5"/>
          <p:cNvSpPr/>
          <p:nvPr/>
        </p:nvSpPr>
        <p:spPr>
          <a:xfrm>
            <a:off x="502920" y="1216152"/>
            <a:ext cx="5478627" cy="23317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78627" cy="530352"/>
          </a:xfrm>
          <a:prstGeom prst="roundRect">
            <a:avLst>
              <a:gd name="adj" fmla="val 25000"/>
            </a:avLst>
          </a:prstGeom>
          <a:solidFill>
            <a:srgbClr val="3E7D3A"/>
          </a:solidFill>
          <a:ln>
            <a:noFill/>
          </a:ln>
          <a:effectLst/>
        </p:spPr>
        <p:txBody>
          <a:bodyPr rtlCol="0" anchor="ctr"/>
          <a:lstStyle/>
          <a:p/>
        </p:txBody>
      </p:sp>
      <p:sp>
        <p:nvSpPr>
          <p:cNvPr id="8" name="Rectangle 7"/>
          <p:cNvSpPr/>
          <p:nvPr/>
        </p:nvSpPr>
        <p:spPr>
          <a:xfrm>
            <a:off x="502920" y="1481328"/>
            <a:ext cx="5478627" cy="265176"/>
          </a:xfrm>
          <a:prstGeom prst="rect">
            <a:avLst/>
          </a:prstGeom>
          <a:solidFill>
            <a:srgbClr val="3E7D3A"/>
          </a:solidFill>
          <a:ln>
            <a:noFill/>
          </a:ln>
          <a:effectLst/>
        </p:spPr>
        <p:txBody>
          <a:bodyPr rtlCol="0" anchor="ctr"/>
          <a:lstStyle/>
          <a:p/>
        </p:txBody>
      </p:sp>
      <p:sp>
        <p:nvSpPr>
          <p:cNvPr id="9" name="TextBox 8"/>
          <p:cNvSpPr txBox="1"/>
          <p:nvPr/>
        </p:nvSpPr>
        <p:spPr>
          <a:xfrm>
            <a:off x="594360" y="12161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Doğal şekilsel bölge</a:t>
            </a:r>
          </a:p>
        </p:txBody>
      </p:sp>
      <p:sp>
        <p:nvSpPr>
          <p:cNvPr id="10" name="TextBox 9"/>
          <p:cNvSpPr txBox="1"/>
          <p:nvPr/>
        </p:nvSpPr>
        <p:spPr>
          <a:xfrm>
            <a:off x="612648" y="1819656"/>
            <a:ext cx="5259171" cy="165506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Doğal unsurların dağılışı esas alınarak oluşturulan yer şekilleri, iklim, su (hidrografik), toprak, bitki ve afet bölgelerine doğal şekilsel bölge adı verilir.</a:t>
            </a:r>
          </a:p>
        </p:txBody>
      </p:sp>
      <p:sp>
        <p:nvSpPr>
          <p:cNvPr id="11" name="TextBox 10"/>
          <p:cNvSpPr txBox="1"/>
          <p:nvPr/>
        </p:nvSpPr>
        <p:spPr>
          <a:xfrm>
            <a:off x="502920" y="3657600"/>
            <a:ext cx="5478627" cy="384048"/>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3E7D3A"/>
                </a:solidFill>
                <a:latin typeface="Calibri"/>
              </a:rPr>
              <a:t>Kitaptaki örnekler</a:t>
            </a:r>
          </a:p>
        </p:txBody>
      </p:sp>
      <p:sp>
        <p:nvSpPr>
          <p:cNvPr id="12" name="Rounded Rectangle 11"/>
          <p:cNvSpPr/>
          <p:nvPr/>
        </p:nvSpPr>
        <p:spPr>
          <a:xfrm>
            <a:off x="502920" y="4078224"/>
            <a:ext cx="2809777" cy="438912"/>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Orta Toroslar dağlık bölgesi</a:t>
            </a:r>
          </a:p>
        </p:txBody>
      </p:sp>
      <p:sp>
        <p:nvSpPr>
          <p:cNvPr id="13" name="Rounded Rectangle 12"/>
          <p:cNvSpPr/>
          <p:nvPr/>
        </p:nvSpPr>
        <p:spPr>
          <a:xfrm>
            <a:off x="3404137" y="4078224"/>
            <a:ext cx="2244766" cy="438912"/>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Akdeniz iklim bölgesi</a:t>
            </a:r>
          </a:p>
        </p:txBody>
      </p:sp>
      <p:sp>
        <p:nvSpPr>
          <p:cNvPr id="14" name="Rounded Rectangle 13"/>
          <p:cNvSpPr/>
          <p:nvPr/>
        </p:nvSpPr>
        <p:spPr>
          <a:xfrm>
            <a:off x="502920" y="4608576"/>
            <a:ext cx="2503557" cy="438912"/>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Kızılırmak Nehri Havzası</a:t>
            </a:r>
          </a:p>
        </p:txBody>
      </p:sp>
      <p:sp>
        <p:nvSpPr>
          <p:cNvPr id="15" name="Rounded Rectangle 14"/>
          <p:cNvSpPr/>
          <p:nvPr/>
        </p:nvSpPr>
        <p:spPr>
          <a:xfrm>
            <a:off x="502920" y="5138928"/>
            <a:ext cx="3046088" cy="438912"/>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Çernezyom toprak tipi bölgesi</a:t>
            </a:r>
          </a:p>
        </p:txBody>
      </p:sp>
      <p:sp>
        <p:nvSpPr>
          <p:cNvPr id="16" name="Rounded Rectangle 15"/>
          <p:cNvSpPr/>
          <p:nvPr/>
        </p:nvSpPr>
        <p:spPr>
          <a:xfrm>
            <a:off x="502920" y="5669280"/>
            <a:ext cx="2693551" cy="438912"/>
          </a:xfrm>
          <a:prstGeom prst="roundRect">
            <a:avLst>
              <a:gd name="adj" fmla="val 50000"/>
            </a:avLst>
          </a:prstGeom>
          <a:solidFill>
            <a:srgbClr val="FFFFFF"/>
          </a:solidFill>
          <a:ln w="19050">
            <a:solidFill>
              <a:srgbClr val="3E7D3A"/>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Bozkır bitki örtüsü bölgesi</a:t>
            </a:r>
          </a:p>
        </p:txBody>
      </p:sp>
      <p:sp>
        <p:nvSpPr>
          <p:cNvPr id="17" name="Rounded Rectangle 16"/>
          <p:cNvSpPr/>
          <p:nvPr/>
        </p:nvSpPr>
        <p:spPr>
          <a:xfrm>
            <a:off x="6210147" y="1216152"/>
            <a:ext cx="5478627" cy="233172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6210147" y="1216152"/>
            <a:ext cx="5478627" cy="530352"/>
          </a:xfrm>
          <a:prstGeom prst="roundRect">
            <a:avLst>
              <a:gd name="adj" fmla="val 25000"/>
            </a:avLst>
          </a:prstGeom>
          <a:solidFill>
            <a:srgbClr val="B05A1E"/>
          </a:solidFill>
          <a:ln>
            <a:noFill/>
          </a:ln>
          <a:effectLst/>
        </p:spPr>
        <p:txBody>
          <a:bodyPr rtlCol="0" anchor="ctr"/>
          <a:lstStyle/>
          <a:p/>
        </p:txBody>
      </p:sp>
      <p:sp>
        <p:nvSpPr>
          <p:cNvPr id="19" name="Rectangle 18"/>
          <p:cNvSpPr/>
          <p:nvPr/>
        </p:nvSpPr>
        <p:spPr>
          <a:xfrm>
            <a:off x="6210147" y="1481328"/>
            <a:ext cx="5478627" cy="265176"/>
          </a:xfrm>
          <a:prstGeom prst="rect">
            <a:avLst/>
          </a:prstGeom>
          <a:solidFill>
            <a:srgbClr val="B05A1E"/>
          </a:solidFill>
          <a:ln>
            <a:noFill/>
          </a:ln>
          <a:effectLst/>
        </p:spPr>
        <p:txBody>
          <a:bodyPr rtlCol="0" anchor="ctr"/>
          <a:lstStyle/>
          <a:p/>
        </p:txBody>
      </p:sp>
      <p:sp>
        <p:nvSpPr>
          <p:cNvPr id="20" name="TextBox 19"/>
          <p:cNvSpPr txBox="1"/>
          <p:nvPr/>
        </p:nvSpPr>
        <p:spPr>
          <a:xfrm>
            <a:off x="6301587" y="12161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Beşerî şekilsel bölge</a:t>
            </a:r>
          </a:p>
        </p:txBody>
      </p:sp>
      <p:sp>
        <p:nvSpPr>
          <p:cNvPr id="21" name="TextBox 20"/>
          <p:cNvSpPr txBox="1"/>
          <p:nvPr/>
        </p:nvSpPr>
        <p:spPr>
          <a:xfrm>
            <a:off x="6319875" y="1819656"/>
            <a:ext cx="5259171" cy="165506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Ham madde, üretim, sanayi, nüfus, yerleşme ve kültür ile siyasi, askerî, ekonomik iş birliği gibi beşerî ve ekonomik unsurların esas alındığı bölgelere de beşerî şekilsel bölge denir.</a:t>
            </a:r>
          </a:p>
        </p:txBody>
      </p:sp>
      <p:sp>
        <p:nvSpPr>
          <p:cNvPr id="22" name="TextBox 21"/>
          <p:cNvSpPr txBox="1"/>
          <p:nvPr/>
        </p:nvSpPr>
        <p:spPr>
          <a:xfrm>
            <a:off x="6210147" y="3657600"/>
            <a:ext cx="5478627" cy="384048"/>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B05A1E"/>
                </a:solidFill>
                <a:latin typeface="Calibri"/>
              </a:rPr>
              <a:t>Kitaptaki örnekler</a:t>
            </a:r>
          </a:p>
        </p:txBody>
      </p:sp>
      <p:sp>
        <p:nvSpPr>
          <p:cNvPr id="23" name="Rounded Rectangle 22"/>
          <p:cNvSpPr/>
          <p:nvPr/>
        </p:nvSpPr>
        <p:spPr>
          <a:xfrm>
            <a:off x="6210147" y="4078224"/>
            <a:ext cx="3549945" cy="438912"/>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Türkiye’nin seyrek nüfuslu bölgeleri</a:t>
            </a:r>
          </a:p>
        </p:txBody>
      </p:sp>
      <p:sp>
        <p:nvSpPr>
          <p:cNvPr id="24" name="Rounded Rectangle 23"/>
          <p:cNvSpPr/>
          <p:nvPr/>
        </p:nvSpPr>
        <p:spPr>
          <a:xfrm>
            <a:off x="6210147" y="4608576"/>
            <a:ext cx="4285318" cy="438912"/>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Türkiye’nin dağınık kırsal yerleşme bölgeleri</a:t>
            </a:r>
          </a:p>
        </p:txBody>
      </p:sp>
      <p:sp>
        <p:nvSpPr>
          <p:cNvPr id="25" name="Rounded Rectangle 24"/>
          <p:cNvSpPr/>
          <p:nvPr/>
        </p:nvSpPr>
        <p:spPr>
          <a:xfrm>
            <a:off x="6210147" y="5138928"/>
            <a:ext cx="2033890" cy="438912"/>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Türk kültür bölgesi</a:t>
            </a:r>
          </a:p>
        </p:txBody>
      </p:sp>
      <p:sp>
        <p:nvSpPr>
          <p:cNvPr id="26" name="Rounded Rectangle 25"/>
          <p:cNvSpPr/>
          <p:nvPr/>
        </p:nvSpPr>
        <p:spPr>
          <a:xfrm>
            <a:off x="6210147" y="5669280"/>
            <a:ext cx="3514956" cy="438912"/>
          </a:xfrm>
          <a:prstGeom prst="roundRect">
            <a:avLst>
              <a:gd name="adj" fmla="val 50000"/>
            </a:avLst>
          </a:prstGeom>
          <a:solidFill>
            <a:srgbClr val="FFFFFF"/>
          </a:solidFill>
          <a:ln w="19050">
            <a:solidFill>
              <a:srgbClr val="B05A1E"/>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Türkiye’nin pamuk üretim bölgeleri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187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s. 218 Değerlendirme 1: oluşturduğunuz bölge hangi türde?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1</a:t>
            </a:r>
          </a:p>
        </p:txBody>
      </p:sp>
      <p:sp>
        <p:nvSpPr>
          <p:cNvPr id="6" name="Rounded Rectangle 5"/>
          <p:cNvSpPr/>
          <p:nvPr/>
        </p:nvSpPr>
        <p:spPr>
          <a:xfrm>
            <a:off x="502920" y="1207008"/>
            <a:ext cx="11185855" cy="9601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200" b="1" i="0">
                <a:solidFill>
                  <a:srgbClr val="262626"/>
                </a:solidFill>
                <a:latin typeface="Calibri"/>
              </a:rPr>
              <a:t>1. Oluşturduğunuz bölge, kullanmış olduğunuz kriterin özelliğine göre hangi bölge türü içerisinde yer alır?</a:t>
            </a:r>
          </a:p>
        </p:txBody>
      </p:sp>
      <p:pic>
        <p:nvPicPr>
          <p:cNvPr id="7" name="Picture 6" descr="h34_s218_ornek_urun.jpg"/>
          <p:cNvPicPr>
            <a:picLocks noChangeAspect="1"/>
          </p:cNvPicPr>
          <p:nvPr/>
        </p:nvPicPr>
        <p:blipFill>
          <a:blip r:embed="rId3"/>
          <a:stretch>
            <a:fillRect/>
          </a:stretch>
        </p:blipFill>
        <p:spPr>
          <a:xfrm>
            <a:off x="502920" y="3110164"/>
            <a:ext cx="4754880" cy="2429895"/>
          </a:xfrm>
          <a:prstGeom prst="rect">
            <a:avLst/>
          </a:prstGeom>
          <a:ln w="9525">
            <a:solidFill>
              <a:srgbClr val="D9D9D9"/>
            </a:solidFill>
          </a:ln>
        </p:spPr>
      </p:pic>
      <p:sp>
        <p:nvSpPr>
          <p:cNvPr id="8" name="Rounded Rectangle 7"/>
          <p:cNvSpPr/>
          <p:nvPr/>
        </p:nvSpPr>
        <p:spPr>
          <a:xfrm>
            <a:off x="5486400" y="2359152"/>
            <a:ext cx="1933346" cy="128016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486400" y="2359152"/>
            <a:ext cx="1933346" cy="530352"/>
          </a:xfrm>
          <a:prstGeom prst="roundRect">
            <a:avLst>
              <a:gd name="adj" fmla="val 25000"/>
            </a:avLst>
          </a:prstGeom>
          <a:solidFill>
            <a:srgbClr val="3E7D3A"/>
          </a:solidFill>
          <a:ln>
            <a:noFill/>
          </a:ln>
          <a:effectLst/>
        </p:spPr>
        <p:txBody>
          <a:bodyPr rtlCol="0" anchor="ctr"/>
          <a:lstStyle/>
          <a:p/>
        </p:txBody>
      </p:sp>
      <p:sp>
        <p:nvSpPr>
          <p:cNvPr id="10" name="Rectangle 9"/>
          <p:cNvSpPr/>
          <p:nvPr/>
        </p:nvSpPr>
        <p:spPr>
          <a:xfrm>
            <a:off x="5486400" y="2624328"/>
            <a:ext cx="1933346" cy="265176"/>
          </a:xfrm>
          <a:prstGeom prst="rect">
            <a:avLst/>
          </a:prstGeom>
          <a:solidFill>
            <a:srgbClr val="3E7D3A"/>
          </a:solidFill>
          <a:ln>
            <a:noFill/>
          </a:ln>
          <a:effectLst/>
        </p:spPr>
        <p:txBody>
          <a:bodyPr rtlCol="0" anchor="ctr"/>
          <a:lstStyle/>
          <a:p/>
        </p:txBody>
      </p:sp>
      <p:sp>
        <p:nvSpPr>
          <p:cNvPr id="11" name="TextBox 10"/>
          <p:cNvSpPr txBox="1"/>
          <p:nvPr/>
        </p:nvSpPr>
        <p:spPr>
          <a:xfrm>
            <a:off x="5577840" y="2359152"/>
            <a:ext cx="1750466"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Doğal şekilsel?</a:t>
            </a:r>
          </a:p>
        </p:txBody>
      </p:sp>
      <p:sp>
        <p:nvSpPr>
          <p:cNvPr id="12" name="Rounded Rectangle 11"/>
          <p:cNvSpPr/>
          <p:nvPr/>
        </p:nvSpPr>
        <p:spPr>
          <a:xfrm>
            <a:off x="7620914" y="2359152"/>
            <a:ext cx="1933346" cy="128016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7620914" y="2359152"/>
            <a:ext cx="1933346" cy="530352"/>
          </a:xfrm>
          <a:prstGeom prst="roundRect">
            <a:avLst>
              <a:gd name="adj" fmla="val 25000"/>
            </a:avLst>
          </a:prstGeom>
          <a:solidFill>
            <a:srgbClr val="B05A1E"/>
          </a:solidFill>
          <a:ln>
            <a:noFill/>
          </a:ln>
          <a:effectLst/>
        </p:spPr>
        <p:txBody>
          <a:bodyPr rtlCol="0" anchor="ctr"/>
          <a:lstStyle/>
          <a:p/>
        </p:txBody>
      </p:sp>
      <p:sp>
        <p:nvSpPr>
          <p:cNvPr id="14" name="Rectangle 13"/>
          <p:cNvSpPr/>
          <p:nvPr/>
        </p:nvSpPr>
        <p:spPr>
          <a:xfrm>
            <a:off x="7620914" y="2624328"/>
            <a:ext cx="1933346" cy="265176"/>
          </a:xfrm>
          <a:prstGeom prst="rect">
            <a:avLst/>
          </a:prstGeom>
          <a:solidFill>
            <a:srgbClr val="B05A1E"/>
          </a:solidFill>
          <a:ln>
            <a:noFill/>
          </a:ln>
          <a:effectLst/>
        </p:spPr>
        <p:txBody>
          <a:bodyPr rtlCol="0" anchor="ctr"/>
          <a:lstStyle/>
          <a:p/>
        </p:txBody>
      </p:sp>
      <p:sp>
        <p:nvSpPr>
          <p:cNvPr id="15" name="TextBox 14"/>
          <p:cNvSpPr txBox="1"/>
          <p:nvPr/>
        </p:nvSpPr>
        <p:spPr>
          <a:xfrm>
            <a:off x="7712354" y="2359152"/>
            <a:ext cx="1750466"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Beşerî şekilsel?</a:t>
            </a:r>
          </a:p>
        </p:txBody>
      </p:sp>
      <p:sp>
        <p:nvSpPr>
          <p:cNvPr id="16" name="Rounded Rectangle 15"/>
          <p:cNvSpPr/>
          <p:nvPr/>
        </p:nvSpPr>
        <p:spPr>
          <a:xfrm>
            <a:off x="9755428" y="2359152"/>
            <a:ext cx="1933346" cy="12801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9755428" y="2359152"/>
            <a:ext cx="1933346" cy="530352"/>
          </a:xfrm>
          <a:prstGeom prst="roundRect">
            <a:avLst>
              <a:gd name="adj" fmla="val 25000"/>
            </a:avLst>
          </a:prstGeom>
          <a:solidFill>
            <a:srgbClr val="1F6EA8"/>
          </a:solidFill>
          <a:ln>
            <a:noFill/>
          </a:ln>
          <a:effectLst/>
        </p:spPr>
        <p:txBody>
          <a:bodyPr rtlCol="0" anchor="ctr"/>
          <a:lstStyle/>
          <a:p/>
        </p:txBody>
      </p:sp>
      <p:sp>
        <p:nvSpPr>
          <p:cNvPr id="18" name="Rectangle 17"/>
          <p:cNvSpPr/>
          <p:nvPr/>
        </p:nvSpPr>
        <p:spPr>
          <a:xfrm>
            <a:off x="9755428" y="2624328"/>
            <a:ext cx="1933346" cy="265176"/>
          </a:xfrm>
          <a:prstGeom prst="rect">
            <a:avLst/>
          </a:prstGeom>
          <a:solidFill>
            <a:srgbClr val="1F6EA8"/>
          </a:solidFill>
          <a:ln>
            <a:noFill/>
          </a:ln>
          <a:effectLst/>
        </p:spPr>
        <p:txBody>
          <a:bodyPr rtlCol="0" anchor="ctr"/>
          <a:lstStyle/>
          <a:p/>
        </p:txBody>
      </p:sp>
      <p:sp>
        <p:nvSpPr>
          <p:cNvPr id="19" name="TextBox 18"/>
          <p:cNvSpPr txBox="1"/>
          <p:nvPr/>
        </p:nvSpPr>
        <p:spPr>
          <a:xfrm>
            <a:off x="9846868" y="2359152"/>
            <a:ext cx="1750466"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İşlevsel?</a:t>
            </a:r>
          </a:p>
        </p:txBody>
      </p:sp>
      <p:sp>
        <p:nvSpPr>
          <p:cNvPr id="20" name="Rounded Rectangle 19"/>
          <p:cNvSpPr/>
          <p:nvPr/>
        </p:nvSpPr>
        <p:spPr>
          <a:xfrm>
            <a:off x="5486400" y="3822192"/>
            <a:ext cx="6202375" cy="246888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1" name="Connector 20"/>
          <p:cNvCxnSpPr/>
          <p:nvPr/>
        </p:nvCxnSpPr>
        <p:spPr>
          <a:xfrm>
            <a:off x="5669280" y="4174889"/>
            <a:ext cx="5836615" cy="0"/>
          </a:xfrm>
          <a:prstGeom prst="line">
            <a:avLst/>
          </a:prstGeom>
          <a:ln w="12700">
            <a:solidFill>
              <a:srgbClr val="D9D9D9"/>
            </a:solidFill>
            <a:prstDash val="dash"/>
          </a:ln>
        </p:spPr>
      </p:cxnSp>
      <p:cxnSp>
        <p:nvCxnSpPr>
          <p:cNvPr id="22" name="Connector 21"/>
          <p:cNvCxnSpPr/>
          <p:nvPr/>
        </p:nvCxnSpPr>
        <p:spPr>
          <a:xfrm>
            <a:off x="5669280" y="4527586"/>
            <a:ext cx="5836615" cy="0"/>
          </a:xfrm>
          <a:prstGeom prst="line">
            <a:avLst/>
          </a:prstGeom>
          <a:ln w="12700">
            <a:solidFill>
              <a:srgbClr val="D9D9D9"/>
            </a:solidFill>
            <a:prstDash val="dash"/>
          </a:ln>
        </p:spPr>
      </p:cxnSp>
      <p:cxnSp>
        <p:nvCxnSpPr>
          <p:cNvPr id="23" name="Connector 22"/>
          <p:cNvCxnSpPr/>
          <p:nvPr/>
        </p:nvCxnSpPr>
        <p:spPr>
          <a:xfrm>
            <a:off x="5669280" y="4880283"/>
            <a:ext cx="5836615" cy="0"/>
          </a:xfrm>
          <a:prstGeom prst="line">
            <a:avLst/>
          </a:prstGeom>
          <a:ln w="12700">
            <a:solidFill>
              <a:srgbClr val="D9D9D9"/>
            </a:solidFill>
            <a:prstDash val="dash"/>
          </a:ln>
        </p:spPr>
      </p:cxnSp>
      <p:cxnSp>
        <p:nvCxnSpPr>
          <p:cNvPr id="24" name="Connector 23"/>
          <p:cNvCxnSpPr/>
          <p:nvPr/>
        </p:nvCxnSpPr>
        <p:spPr>
          <a:xfrm>
            <a:off x="5669280" y="5232980"/>
            <a:ext cx="5836615" cy="0"/>
          </a:xfrm>
          <a:prstGeom prst="line">
            <a:avLst/>
          </a:prstGeom>
          <a:ln w="12700">
            <a:solidFill>
              <a:srgbClr val="D9D9D9"/>
            </a:solidFill>
            <a:prstDash val="dash"/>
          </a:ln>
        </p:spPr>
      </p:cxnSp>
      <p:cxnSp>
        <p:nvCxnSpPr>
          <p:cNvPr id="25" name="Connector 24"/>
          <p:cNvCxnSpPr/>
          <p:nvPr/>
        </p:nvCxnSpPr>
        <p:spPr>
          <a:xfrm>
            <a:off x="5669280" y="5585677"/>
            <a:ext cx="5836615" cy="0"/>
          </a:xfrm>
          <a:prstGeom prst="line">
            <a:avLst/>
          </a:prstGeom>
          <a:ln w="12700">
            <a:solidFill>
              <a:srgbClr val="D9D9D9"/>
            </a:solidFill>
            <a:prstDash val="dash"/>
          </a:ln>
        </p:spPr>
      </p:cxnSp>
      <p:cxnSp>
        <p:nvCxnSpPr>
          <p:cNvPr id="26" name="Connector 25"/>
          <p:cNvCxnSpPr/>
          <p:nvPr/>
        </p:nvCxnSpPr>
        <p:spPr>
          <a:xfrm>
            <a:off x="5669280" y="5938374"/>
            <a:ext cx="5836615" cy="0"/>
          </a:xfrm>
          <a:prstGeom prst="line">
            <a:avLst/>
          </a:prstGeom>
          <a:ln w="12700">
            <a:solidFill>
              <a:srgbClr val="D9D9D9"/>
            </a:solidFill>
            <a:prstDash val="dash"/>
          </a:ln>
        </p:spPr>
      </p:cxn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218-219</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187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350" b="1" i="0">
                <a:solidFill>
                  <a:srgbClr val="FFFFFF"/>
                </a:solidFill>
                <a:latin typeface="Calibri"/>
              </a:rPr>
              <a:t>s. 218 Değerlendirme 1: oluşturduğunuz bölge hangi türde?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07008"/>
            <a:ext cx="11185855" cy="9601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200" b="1" i="0">
                <a:solidFill>
                  <a:srgbClr val="262626"/>
                </a:solidFill>
                <a:latin typeface="Calibri"/>
              </a:rPr>
              <a:t>1. Oluşturduğunuz bölge, kullanmış olduğunuz kriterin özelliğine göre hangi bölge türü içerisinde yer alır?</a:t>
            </a:r>
          </a:p>
        </p:txBody>
      </p:sp>
      <p:pic>
        <p:nvPicPr>
          <p:cNvPr id="7" name="Picture 6" descr="h34_s218_ornek_urun.jpg"/>
          <p:cNvPicPr>
            <a:picLocks noChangeAspect="1"/>
          </p:cNvPicPr>
          <p:nvPr/>
        </p:nvPicPr>
        <p:blipFill>
          <a:blip r:embed="rId3"/>
          <a:stretch>
            <a:fillRect/>
          </a:stretch>
        </p:blipFill>
        <p:spPr>
          <a:xfrm>
            <a:off x="502920" y="3110164"/>
            <a:ext cx="4754880" cy="2429895"/>
          </a:xfrm>
          <a:prstGeom prst="rect">
            <a:avLst/>
          </a:prstGeom>
          <a:ln w="9525">
            <a:solidFill>
              <a:srgbClr val="D9D9D9"/>
            </a:solidFill>
          </a:ln>
        </p:spPr>
      </p:pic>
      <p:sp>
        <p:nvSpPr>
          <p:cNvPr id="8" name="Rounded Rectangle 7"/>
          <p:cNvSpPr/>
          <p:nvPr/>
        </p:nvSpPr>
        <p:spPr>
          <a:xfrm>
            <a:off x="5486400" y="2359152"/>
            <a:ext cx="6202375" cy="109728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Doğal şekilsel bölge</a:t>
            </a:r>
          </a:p>
        </p:txBody>
      </p:sp>
      <p:sp>
        <p:nvSpPr>
          <p:cNvPr id="9" name="Rounded Rectangle 8"/>
          <p:cNvSpPr/>
          <p:nvPr/>
        </p:nvSpPr>
        <p:spPr>
          <a:xfrm>
            <a:off x="5486400" y="3639312"/>
            <a:ext cx="6202375" cy="265176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5486400" y="3639312"/>
            <a:ext cx="109728" cy="2651760"/>
          </a:xfrm>
          <a:prstGeom prst="rect">
            <a:avLst/>
          </a:prstGeom>
          <a:solidFill>
            <a:srgbClr val="2E7D32"/>
          </a:solidFill>
          <a:ln>
            <a:noFill/>
          </a:ln>
          <a:effectLst/>
        </p:spPr>
        <p:txBody>
          <a:bodyPr rtlCol="0" anchor="ctr"/>
          <a:lstStyle/>
          <a:p/>
        </p:txBody>
      </p:sp>
      <p:sp>
        <p:nvSpPr>
          <p:cNvPr id="11" name="TextBox 10"/>
          <p:cNvSpPr txBox="1"/>
          <p:nvPr/>
        </p:nvSpPr>
        <p:spPr>
          <a:xfrm>
            <a:off x="5715000" y="3694176"/>
            <a:ext cx="5882335" cy="254203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Gerekçe</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Kriter iklim: doğal bir unsur.</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Bölgenin her yeri aynı iklim tipinde, merkezi yok.</a:t>
            </a:r>
          </a:p>
          <a:p>
            <a:pPr algn="l" marL="248620" indent="-248620">
              <a:spcBef>
                <a:spcPts val="0"/>
              </a:spcBef>
              <a:spcAft>
                <a:spcPts val="0"/>
              </a:spcAft>
            </a:pPr>
            <a:r>
              <a:rPr lang="tr-TR" sz="2000" b="1" i="0">
                <a:solidFill>
                  <a:srgbClr val="2E7D32"/>
                </a:solidFill>
                <a:latin typeface="Calibri"/>
              </a:rPr>
              <a:t>•  </a:t>
            </a:r>
            <a:r>
              <a:rPr lang="tr-TR" sz="2000" b="0" i="0">
                <a:solidFill>
                  <a:srgbClr val="262626"/>
                </a:solidFill>
                <a:latin typeface="Calibri"/>
              </a:rPr>
              <a:t>Kitap örneği: Akdeniz iklim bölgesi.</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218-219</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187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şekilsel bölgeler için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Belirli bir merkezleri vardır.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Kritere göre bölge içindeki her yer aynı özelliğe sahiptir.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Etkileşim merkezden uzaklaştıkça azalır.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beşerî unsurlara göre oluşturulur.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Sınırları gün içinde bile değişir.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187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şekilsel bölgeler için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Belirli bir merkezleri vardır.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Kritere göre bölge içindeki her yer aynı özelliğe sahiptir.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Etkileşim merkezden uzaklaştıkça azalır.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beşerî unsurlara göre oluşturulur.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Sınırları gün içinde bile değişir.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Şekilsel bölgelerin belirli bir merkezi yoktur. Kriter doğal ya da beşerî olabilir. Merkezden uzaklaştıkça azalan etkileşim ve gün içinde değişen sınır (tiraj alanı) işlevsel bölgenin özellikleridir.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187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İşlevsel bölge: çekirdek (merkez) ve çevre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İŞLEVSEL</a:t>
            </a:r>
          </a:p>
        </p:txBody>
      </p:sp>
      <p:sp>
        <p:nvSpPr>
          <p:cNvPr id="6" name="Oval 5"/>
          <p:cNvSpPr/>
          <p:nvPr/>
        </p:nvSpPr>
        <p:spPr>
          <a:xfrm>
            <a:off x="685800" y="1444752"/>
            <a:ext cx="4663440" cy="4663440"/>
          </a:xfrm>
          <a:prstGeom prst="ellipse">
            <a:avLst/>
          </a:prstGeom>
          <a:solidFill>
            <a:srgbClr val="1F6EA8">
              <a:alpha val="18000"/>
            </a:srgbClr>
          </a:solidFill>
          <a:ln>
            <a:noFill/>
          </a:ln>
          <a:effectLst/>
        </p:spPr>
        <p:txBody>
          <a:bodyPr rtlCol="0" anchor="ctr"/>
          <a:lstStyle/>
          <a:p/>
        </p:txBody>
      </p:sp>
      <p:sp>
        <p:nvSpPr>
          <p:cNvPr id="7" name="Oval 6"/>
          <p:cNvSpPr/>
          <p:nvPr/>
        </p:nvSpPr>
        <p:spPr>
          <a:xfrm>
            <a:off x="1325880" y="2084832"/>
            <a:ext cx="3383280" cy="3383280"/>
          </a:xfrm>
          <a:prstGeom prst="ellipse">
            <a:avLst/>
          </a:prstGeom>
          <a:solidFill>
            <a:srgbClr val="1F6EA8">
              <a:alpha val="35000"/>
            </a:srgbClr>
          </a:solidFill>
          <a:ln>
            <a:noFill/>
          </a:ln>
          <a:effectLst/>
        </p:spPr>
        <p:txBody>
          <a:bodyPr rtlCol="0" anchor="ctr"/>
          <a:lstStyle/>
          <a:p/>
        </p:txBody>
      </p:sp>
      <p:sp>
        <p:nvSpPr>
          <p:cNvPr id="8" name="Oval 7"/>
          <p:cNvSpPr/>
          <p:nvPr/>
        </p:nvSpPr>
        <p:spPr>
          <a:xfrm>
            <a:off x="1965960" y="2724912"/>
            <a:ext cx="2103120" cy="2103120"/>
          </a:xfrm>
          <a:prstGeom prst="ellipse">
            <a:avLst/>
          </a:prstGeom>
          <a:solidFill>
            <a:srgbClr val="1F6EA8">
              <a:alpha val="60000"/>
            </a:srgbClr>
          </a:solidFill>
          <a:ln>
            <a:noFill/>
          </a:ln>
          <a:effectLst/>
        </p:spPr>
        <p:txBody>
          <a:bodyPr rtlCol="0" anchor="ctr"/>
          <a:lstStyle/>
          <a:p/>
        </p:txBody>
      </p:sp>
      <p:sp>
        <p:nvSpPr>
          <p:cNvPr id="9" name="Rounded Rectangle 8"/>
          <p:cNvSpPr/>
          <p:nvPr/>
        </p:nvSpPr>
        <p:spPr>
          <a:xfrm>
            <a:off x="2240280" y="3392424"/>
            <a:ext cx="1554480" cy="768096"/>
          </a:xfrm>
          <a:prstGeom prst="roundRect">
            <a:avLst>
              <a:gd name="adj" fmla="val 50000"/>
            </a:avLst>
          </a:prstGeom>
          <a:solidFill>
            <a:srgbClr val="1F6EA8"/>
          </a:solidFill>
          <a:ln>
            <a:noFill/>
          </a:ln>
          <a:effectLst/>
        </p:spPr>
        <p:txBody>
          <a:bodyPr rtlCol="0" anchor="ctr" wrap="square" lIns="27432" rIns="27432" tIns="73152" bIns="73152">
            <a:noAutofit/>
          </a:bodyPr>
          <a:lstStyle/>
          <a:p>
            <a:pPr algn="ctr">
              <a:spcBef>
                <a:spcPts val="0"/>
              </a:spcBef>
              <a:spcAft>
                <a:spcPts val="0"/>
              </a:spcAft>
            </a:pPr>
            <a:r>
              <a:rPr lang="tr-TR" sz="1800" b="1" i="0">
                <a:solidFill>
                  <a:srgbClr val="FFFFFF"/>
                </a:solidFill>
                <a:latin typeface="Calibri"/>
              </a:rPr>
              <a:t>ÇEKİRDEK</a:t>
            </a:r>
          </a:p>
        </p:txBody>
      </p:sp>
      <p:cxnSp>
        <p:nvCxnSpPr>
          <p:cNvPr id="10" name="Connector 9"/>
          <p:cNvCxnSpPr/>
          <p:nvPr/>
        </p:nvCxnSpPr>
        <p:spPr>
          <a:xfrm flipH="1" flipV="1">
            <a:off x="3833812" y="3948480"/>
            <a:ext cx="1159994" cy="547301"/>
          </a:xfrm>
          <a:prstGeom prst="line">
            <a:avLst/>
          </a:prstGeom>
          <a:ln w="31750">
            <a:solidFill>
              <a:srgbClr val="262626"/>
            </a:solidFill>
            <a:headEnd type="triangle" w="med" len="med"/>
            <a:tailEnd type="triangle" w="med" len="med"/>
          </a:ln>
        </p:spPr>
      </p:cxnSp>
      <p:cxnSp>
        <p:nvCxnSpPr>
          <p:cNvPr id="11" name="Connector 10"/>
          <p:cNvCxnSpPr/>
          <p:nvPr/>
        </p:nvCxnSpPr>
        <p:spPr>
          <a:xfrm flipV="1">
            <a:off x="1406436" y="4099742"/>
            <a:ext cx="945636" cy="1028589"/>
          </a:xfrm>
          <a:prstGeom prst="line">
            <a:avLst/>
          </a:prstGeom>
          <a:ln w="31750">
            <a:solidFill>
              <a:srgbClr val="262626"/>
            </a:solidFill>
            <a:headEnd type="triangle" w="med" len="med"/>
            <a:tailEnd type="triangle" w="med" len="med"/>
          </a:ln>
        </p:spPr>
      </p:cxnSp>
      <p:cxnSp>
        <p:nvCxnSpPr>
          <p:cNvPr id="12" name="Connector 11"/>
          <p:cNvCxnSpPr/>
          <p:nvPr/>
        </p:nvCxnSpPr>
        <p:spPr>
          <a:xfrm>
            <a:off x="2652317" y="1705303"/>
            <a:ext cx="214358" cy="1575889"/>
          </a:xfrm>
          <a:prstGeom prst="line">
            <a:avLst/>
          </a:prstGeom>
          <a:ln w="31750">
            <a:solidFill>
              <a:srgbClr val="262626"/>
            </a:solidFill>
            <a:headEnd type="triangle" w="med" len="med"/>
            <a:tailEnd type="triangle" w="med" len="med"/>
          </a:ln>
        </p:spPr>
      </p:cxnSp>
      <p:sp>
        <p:nvSpPr>
          <p:cNvPr id="13" name="TextBox 12"/>
          <p:cNvSpPr txBox="1"/>
          <p:nvPr/>
        </p:nvSpPr>
        <p:spPr>
          <a:xfrm>
            <a:off x="731520" y="5559552"/>
            <a:ext cx="4572000" cy="45720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262626"/>
                </a:solidFill>
                <a:latin typeface="Calibri"/>
              </a:rPr>
              <a:t>çevre: etkileşim dışa doğru azalır</a:t>
            </a:r>
          </a:p>
        </p:txBody>
      </p:sp>
      <p:sp>
        <p:nvSpPr>
          <p:cNvPr id="14" name="Rounded Rectangle 13"/>
          <p:cNvSpPr/>
          <p:nvPr/>
        </p:nvSpPr>
        <p:spPr>
          <a:xfrm>
            <a:off x="5715000" y="1216152"/>
            <a:ext cx="5973775" cy="1582321"/>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715000" y="1216152"/>
            <a:ext cx="118872" cy="1582321"/>
          </a:xfrm>
          <a:prstGeom prst="rect">
            <a:avLst/>
          </a:prstGeom>
          <a:solidFill>
            <a:srgbClr val="1F6EA8"/>
          </a:solidFill>
          <a:ln>
            <a:noFill/>
          </a:ln>
          <a:effectLst/>
        </p:spPr>
        <p:txBody>
          <a:bodyPr rtlCol="0" anchor="ctr"/>
          <a:lstStyle/>
          <a:p/>
        </p:txBody>
      </p:sp>
      <p:sp>
        <p:nvSpPr>
          <p:cNvPr id="16" name="TextBox 15"/>
          <p:cNvSpPr txBox="1"/>
          <p:nvPr/>
        </p:nvSpPr>
        <p:spPr>
          <a:xfrm>
            <a:off x="5989320" y="1216152"/>
            <a:ext cx="5562295" cy="1582321"/>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İşlevsel bölge, bir çekirdek (merkez) ve bunu çevreleyen bir alana sahiptir. Bu alan da çekirdeğe bağlıdır ve aralarında bir hareket vardır.</a:t>
            </a:r>
          </a:p>
        </p:txBody>
      </p:sp>
      <p:sp>
        <p:nvSpPr>
          <p:cNvPr id="17" name="Rounded Rectangle 16"/>
          <p:cNvSpPr/>
          <p:nvPr/>
        </p:nvSpPr>
        <p:spPr>
          <a:xfrm>
            <a:off x="5715000" y="2926489"/>
            <a:ext cx="5973775" cy="2157711"/>
          </a:xfrm>
          <a:prstGeom prst="roundRect">
            <a:avLst>
              <a:gd name="adj" fmla="val 8000"/>
            </a:avLst>
          </a:prstGeom>
          <a:solidFill>
            <a:srgbClr val="F0F0F0"/>
          </a:solidFill>
          <a:ln>
            <a:noFill/>
          </a:ln>
          <a:effectLst/>
        </p:spPr>
        <p:txBody>
          <a:bodyPr rtlCol="0" anchor="ctr"/>
          <a:lstStyle/>
          <a:p/>
        </p:txBody>
      </p:sp>
      <p:sp>
        <p:nvSpPr>
          <p:cNvPr id="18" name="Rectangle 17"/>
          <p:cNvSpPr/>
          <p:nvPr/>
        </p:nvSpPr>
        <p:spPr>
          <a:xfrm>
            <a:off x="5715000" y="2926489"/>
            <a:ext cx="118872" cy="2157711"/>
          </a:xfrm>
          <a:prstGeom prst="rect">
            <a:avLst/>
          </a:prstGeom>
          <a:solidFill>
            <a:srgbClr val="1F6EA8"/>
          </a:solidFill>
          <a:ln>
            <a:noFill/>
          </a:ln>
          <a:effectLst/>
        </p:spPr>
        <p:txBody>
          <a:bodyPr rtlCol="0" anchor="ctr"/>
          <a:lstStyle/>
          <a:p/>
        </p:txBody>
      </p:sp>
      <p:sp>
        <p:nvSpPr>
          <p:cNvPr id="19" name="TextBox 18"/>
          <p:cNvSpPr txBox="1"/>
          <p:nvPr/>
        </p:nvSpPr>
        <p:spPr>
          <a:xfrm>
            <a:off x="5989320" y="2926489"/>
            <a:ext cx="5562295" cy="2157711"/>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İşlevsel bölgeler, merkezî bir kavşak veya odak noktası etrafında meydana gelen işlevsel ilişkiler veya etkileşimler temelinde oluşturulur. Bu odak noktası bir şehir, bir havaalanı veya bir alışveriş merkezi olabilir.</a:t>
            </a:r>
          </a:p>
        </p:txBody>
      </p:sp>
      <p:sp>
        <p:nvSpPr>
          <p:cNvPr id="20" name="Rounded Rectangle 19"/>
          <p:cNvSpPr/>
          <p:nvPr/>
        </p:nvSpPr>
        <p:spPr>
          <a:xfrm>
            <a:off x="5715000" y="5212216"/>
            <a:ext cx="5973775" cy="1078855"/>
          </a:xfrm>
          <a:prstGeom prst="roundRect">
            <a:avLst>
              <a:gd name="adj" fmla="val 8000"/>
            </a:avLst>
          </a:prstGeom>
          <a:solidFill>
            <a:srgbClr val="F0F0F0"/>
          </a:solidFill>
          <a:ln>
            <a:noFill/>
          </a:ln>
          <a:effectLst/>
        </p:spPr>
        <p:txBody>
          <a:bodyPr rtlCol="0" anchor="ctr"/>
          <a:lstStyle/>
          <a:p/>
        </p:txBody>
      </p:sp>
      <p:sp>
        <p:nvSpPr>
          <p:cNvPr id="21" name="Rectangle 20"/>
          <p:cNvSpPr/>
          <p:nvPr/>
        </p:nvSpPr>
        <p:spPr>
          <a:xfrm>
            <a:off x="5715000" y="5212216"/>
            <a:ext cx="118872" cy="1078855"/>
          </a:xfrm>
          <a:prstGeom prst="rect">
            <a:avLst/>
          </a:prstGeom>
          <a:solidFill>
            <a:srgbClr val="1F6EA8"/>
          </a:solidFill>
          <a:ln>
            <a:noFill/>
          </a:ln>
          <a:effectLst/>
        </p:spPr>
        <p:txBody>
          <a:bodyPr rtlCol="0" anchor="ctr"/>
          <a:lstStyle/>
          <a:p/>
        </p:txBody>
      </p:sp>
      <p:sp>
        <p:nvSpPr>
          <p:cNvPr id="22" name="TextBox 21"/>
          <p:cNvSpPr txBox="1"/>
          <p:nvPr/>
        </p:nvSpPr>
        <p:spPr>
          <a:xfrm>
            <a:off x="5989320" y="5212216"/>
            <a:ext cx="5562295" cy="107885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Etkileşimin yoğunluğu odak noktasından uzaklaştıkça azalır.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187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İşlevsel bölge örnekleri: sınır net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İŞLEVSEL</a:t>
            </a:r>
          </a:p>
        </p:txBody>
      </p:sp>
      <p:sp>
        <p:nvSpPr>
          <p:cNvPr id="6" name="Rounded Rectangle 5"/>
          <p:cNvSpPr/>
          <p:nvPr/>
        </p:nvSpPr>
        <p:spPr>
          <a:xfrm>
            <a:off x="502920" y="1261872"/>
            <a:ext cx="3594506" cy="36576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1F6EA8"/>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1F6EA8"/>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Metropoliten alan · sınır net</a:t>
            </a:r>
          </a:p>
        </p:txBody>
      </p:sp>
      <p:sp>
        <p:nvSpPr>
          <p:cNvPr id="10" name="TextBox 9"/>
          <p:cNvSpPr txBox="1"/>
          <p:nvPr/>
        </p:nvSpPr>
        <p:spPr>
          <a:xfrm>
            <a:off x="612648" y="1865376"/>
            <a:ext cx="3375050" cy="2980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Örneğin bir metropoliten alan, belirli bir şehirsel yönetimin yetkisi altındaki tüm araziyi içeren işlevsel bir bölgedir.</a:t>
            </a:r>
          </a:p>
        </p:txBody>
      </p:sp>
      <p:sp>
        <p:nvSpPr>
          <p:cNvPr id="11" name="Rounded Rectangle 10"/>
          <p:cNvSpPr/>
          <p:nvPr/>
        </p:nvSpPr>
        <p:spPr>
          <a:xfrm>
            <a:off x="4298594" y="1261872"/>
            <a:ext cx="3594506" cy="36576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Gazetenin tiraj alanı · sınır değişken</a:t>
            </a:r>
          </a:p>
        </p:txBody>
      </p:sp>
      <p:sp>
        <p:nvSpPr>
          <p:cNvPr id="15" name="TextBox 14"/>
          <p:cNvSpPr txBox="1"/>
          <p:nvPr/>
        </p:nvSpPr>
        <p:spPr>
          <a:xfrm>
            <a:off x="4408322" y="1865376"/>
            <a:ext cx="3375050" cy="2980944"/>
          </a:xfrm>
          <a:prstGeom prst="rect">
            <a:avLst/>
          </a:prstGeom>
          <a:noFill/>
        </p:spPr>
        <p:txBody>
          <a:bodyPr wrap="square" anchor="t" lIns="73152" rIns="73152" tIns="36576" bIns="36576">
            <a:noAutofit/>
          </a:bodyPr>
          <a:lstStyle/>
          <a:p>
            <a:pPr algn="l">
              <a:spcBef>
                <a:spcPts val="0"/>
              </a:spcBef>
              <a:spcAft>
                <a:spcPts val="600"/>
              </a:spcAft>
            </a:pPr>
            <a:r>
              <a:rPr lang="tr-TR" sz="2000" b="0" i="0">
                <a:solidFill>
                  <a:srgbClr val="262626"/>
                </a:solidFill>
                <a:latin typeface="Calibri"/>
              </a:rPr>
              <a:t>Gazetenin satış alanı, başka şehirlerde yayımlanan rakip gazetelerin satış alanlarıyla çakışabilir.</a:t>
            </a:r>
          </a:p>
          <a:p>
            <a:pPr algn="l">
              <a:spcBef>
                <a:spcPts val="0"/>
              </a:spcBef>
              <a:spcAft>
                <a:spcPts val="0"/>
              </a:spcAft>
            </a:pPr>
            <a:r>
              <a:rPr lang="tr-TR" sz="2000" b="0" i="0">
                <a:solidFill>
                  <a:srgbClr val="262626"/>
                </a:solidFill>
                <a:latin typeface="Calibri"/>
              </a:rPr>
              <a:t>Hatta gazetenin satış alanı gün içerisinde bile değişebilir.</a:t>
            </a:r>
          </a:p>
        </p:txBody>
      </p:sp>
      <p:sp>
        <p:nvSpPr>
          <p:cNvPr id="16" name="Rounded Rectangle 15"/>
          <p:cNvSpPr/>
          <p:nvPr/>
        </p:nvSpPr>
        <p:spPr>
          <a:xfrm>
            <a:off x="8094268" y="1261872"/>
            <a:ext cx="3594506" cy="36576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1F6EA8"/>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1F6EA8"/>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Rotterdam Limanı · etki azalır</a:t>
            </a:r>
          </a:p>
        </p:txBody>
      </p:sp>
      <p:sp>
        <p:nvSpPr>
          <p:cNvPr id="20" name="TextBox 19"/>
          <p:cNvSpPr txBox="1"/>
          <p:nvPr/>
        </p:nvSpPr>
        <p:spPr>
          <a:xfrm>
            <a:off x="8203996" y="1865376"/>
            <a:ext cx="3375050" cy="298094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Bu bölgenin merkezi konumunda olan Rotterdam Limanı’ndan uzaklaştıkça limanın etki alanı da giderek zayıflar.</a:t>
            </a:r>
          </a:p>
        </p:txBody>
      </p:sp>
      <p:sp>
        <p:nvSpPr>
          <p:cNvPr id="21" name="Rounded Rectangle 20"/>
          <p:cNvSpPr/>
          <p:nvPr/>
        </p:nvSpPr>
        <p:spPr>
          <a:xfrm>
            <a:off x="502920" y="5102352"/>
            <a:ext cx="11185855" cy="1188720"/>
          </a:xfrm>
          <a:prstGeom prst="roundRect">
            <a:avLst>
              <a:gd name="adj" fmla="val 8000"/>
            </a:avLst>
          </a:prstGeom>
          <a:solidFill>
            <a:srgbClr val="F0F0F0"/>
          </a:solidFill>
          <a:ln>
            <a:noFill/>
          </a:ln>
          <a:effectLst/>
        </p:spPr>
        <p:txBody>
          <a:bodyPr rtlCol="0" anchor="ctr"/>
          <a:lstStyle/>
          <a:p/>
        </p:txBody>
      </p:sp>
      <p:sp>
        <p:nvSpPr>
          <p:cNvPr id="22" name="Rectangle 21"/>
          <p:cNvSpPr/>
          <p:nvPr/>
        </p:nvSpPr>
        <p:spPr>
          <a:xfrm>
            <a:off x="502920" y="5102352"/>
            <a:ext cx="118872" cy="1188720"/>
          </a:xfrm>
          <a:prstGeom prst="rect">
            <a:avLst/>
          </a:prstGeom>
          <a:solidFill>
            <a:srgbClr val="1F6EA8"/>
          </a:solidFill>
          <a:ln>
            <a:noFill/>
          </a:ln>
          <a:effectLst/>
        </p:spPr>
        <p:txBody>
          <a:bodyPr rtlCol="0" anchor="ctr"/>
          <a:lstStyle/>
          <a:p/>
        </p:txBody>
      </p:sp>
      <p:sp>
        <p:nvSpPr>
          <p:cNvPr id="23" name="TextBox 22"/>
          <p:cNvSpPr txBox="1"/>
          <p:nvPr/>
        </p:nvSpPr>
        <p:spPr>
          <a:xfrm>
            <a:off x="777240" y="5102352"/>
            <a:ext cx="10774375" cy="11887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Ancak tüm işlevsel bölgelerin sabit ve kesin sınırları yoktur.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187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Defterine: şekilsel bölge mi, işlevsel bölge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DEFTERE</a:t>
            </a:r>
          </a:p>
        </p:txBody>
      </p:sp>
      <p:sp>
        <p:nvSpPr>
          <p:cNvPr id="6" name="Rounded Rectangle 5"/>
          <p:cNvSpPr/>
          <p:nvPr/>
        </p:nvSpPr>
        <p:spPr>
          <a:xfrm>
            <a:off x="2313432" y="1216152"/>
            <a:ext cx="4651095" cy="566928"/>
          </a:xfrm>
          <a:prstGeom prst="roundRect">
            <a:avLst>
              <a:gd name="adj" fmla="val 15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Şekilsel bölge</a:t>
            </a:r>
          </a:p>
        </p:txBody>
      </p:sp>
      <p:sp>
        <p:nvSpPr>
          <p:cNvPr id="7" name="Rounded Rectangle 6"/>
          <p:cNvSpPr/>
          <p:nvPr/>
        </p:nvSpPr>
        <p:spPr>
          <a:xfrm>
            <a:off x="7037679" y="1216152"/>
            <a:ext cx="4651095" cy="566928"/>
          </a:xfrm>
          <a:prstGeom prst="roundRect">
            <a:avLst>
              <a:gd name="adj" fmla="val 15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İşlevsel bölge</a:t>
            </a:r>
          </a:p>
        </p:txBody>
      </p:sp>
      <p:sp>
        <p:nvSpPr>
          <p:cNvPr id="8" name="Rounded Rectangle 7"/>
          <p:cNvSpPr/>
          <p:nvPr/>
        </p:nvSpPr>
        <p:spPr>
          <a:xfrm>
            <a:off x="502920" y="1856232"/>
            <a:ext cx="1737360" cy="1053846"/>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Merkez</a:t>
            </a:r>
          </a:p>
        </p:txBody>
      </p:sp>
      <p:sp>
        <p:nvSpPr>
          <p:cNvPr id="9" name="Rounded Rectangle 8"/>
          <p:cNvSpPr/>
          <p:nvPr/>
        </p:nvSpPr>
        <p:spPr>
          <a:xfrm>
            <a:off x="2313432" y="1856232"/>
            <a:ext cx="4651095" cy="1053846"/>
          </a:xfrm>
          <a:prstGeom prst="roundRect">
            <a:avLst>
              <a:gd name="adj" fmla="val 8000"/>
            </a:avLst>
          </a:prstGeom>
          <a:solidFill>
            <a:srgbClr val="F0F0F0"/>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Belirli bir merkezi yok</a:t>
            </a:r>
          </a:p>
        </p:txBody>
      </p:sp>
      <p:sp>
        <p:nvSpPr>
          <p:cNvPr id="10" name="Rounded Rectangle 9"/>
          <p:cNvSpPr/>
          <p:nvPr/>
        </p:nvSpPr>
        <p:spPr>
          <a:xfrm>
            <a:off x="7037679" y="1856232"/>
            <a:ext cx="4651095" cy="1053846"/>
          </a:xfrm>
          <a:prstGeom prst="roundRect">
            <a:avLst>
              <a:gd name="adj" fmla="val 8000"/>
            </a:avLst>
          </a:prstGeom>
          <a:solidFill>
            <a:srgbClr val="F0F0F0"/>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Bir çekirdek (merkez) ve ona bağlı çevre</a:t>
            </a:r>
          </a:p>
        </p:txBody>
      </p:sp>
      <p:sp>
        <p:nvSpPr>
          <p:cNvPr id="11" name="Rounded Rectangle 10"/>
          <p:cNvSpPr/>
          <p:nvPr/>
        </p:nvSpPr>
        <p:spPr>
          <a:xfrm>
            <a:off x="502920" y="2983230"/>
            <a:ext cx="1737360" cy="1053846"/>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İç yapı</a:t>
            </a:r>
          </a:p>
        </p:txBody>
      </p:sp>
      <p:sp>
        <p:nvSpPr>
          <p:cNvPr id="12" name="Rounded Rectangle 11"/>
          <p:cNvSpPr/>
          <p:nvPr/>
        </p:nvSpPr>
        <p:spPr>
          <a:xfrm>
            <a:off x="2313432" y="2983230"/>
            <a:ext cx="4651095" cy="1053846"/>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Kritere göre türdeş: her yer aynı özellikte</a:t>
            </a:r>
          </a:p>
        </p:txBody>
      </p:sp>
      <p:sp>
        <p:nvSpPr>
          <p:cNvPr id="13" name="Rounded Rectangle 12"/>
          <p:cNvSpPr/>
          <p:nvPr/>
        </p:nvSpPr>
        <p:spPr>
          <a:xfrm>
            <a:off x="7037679" y="2983230"/>
            <a:ext cx="4651095" cy="1053846"/>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Çekirdek ile çevre arasında hareket</a:t>
            </a:r>
          </a:p>
        </p:txBody>
      </p:sp>
      <p:sp>
        <p:nvSpPr>
          <p:cNvPr id="14" name="Rounded Rectangle 13"/>
          <p:cNvSpPr/>
          <p:nvPr/>
        </p:nvSpPr>
        <p:spPr>
          <a:xfrm>
            <a:off x="502920" y="4110228"/>
            <a:ext cx="1737360" cy="1053846"/>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Sınır</a:t>
            </a:r>
          </a:p>
        </p:txBody>
      </p:sp>
      <p:sp>
        <p:nvSpPr>
          <p:cNvPr id="15" name="Rounded Rectangle 14"/>
          <p:cNvSpPr/>
          <p:nvPr/>
        </p:nvSpPr>
        <p:spPr>
          <a:xfrm>
            <a:off x="2313432" y="4110228"/>
            <a:ext cx="4651095" cy="1053846"/>
          </a:xfrm>
          <a:prstGeom prst="roundRect">
            <a:avLst>
              <a:gd name="adj" fmla="val 8000"/>
            </a:avLst>
          </a:prstGeom>
          <a:solidFill>
            <a:srgbClr val="F0F0F0"/>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Kritere göre belirlenir; bazen geçişli</a:t>
            </a:r>
          </a:p>
        </p:txBody>
      </p:sp>
      <p:sp>
        <p:nvSpPr>
          <p:cNvPr id="16" name="Rounded Rectangle 15"/>
          <p:cNvSpPr/>
          <p:nvPr/>
        </p:nvSpPr>
        <p:spPr>
          <a:xfrm>
            <a:off x="7037679" y="4110228"/>
            <a:ext cx="4651095" cy="1053846"/>
          </a:xfrm>
          <a:prstGeom prst="roundRect">
            <a:avLst>
              <a:gd name="adj" fmla="val 8000"/>
            </a:avLst>
          </a:prstGeom>
          <a:solidFill>
            <a:srgbClr val="F0F0F0"/>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Bazen net (metropoliten alan), bazen değişken</a:t>
            </a:r>
          </a:p>
        </p:txBody>
      </p:sp>
      <p:sp>
        <p:nvSpPr>
          <p:cNvPr id="17" name="Rounded Rectangle 16"/>
          <p:cNvSpPr/>
          <p:nvPr/>
        </p:nvSpPr>
        <p:spPr>
          <a:xfrm>
            <a:off x="502920" y="5237226"/>
            <a:ext cx="1737360" cy="1053846"/>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Örnek</a:t>
            </a:r>
          </a:p>
        </p:txBody>
      </p:sp>
      <p:sp>
        <p:nvSpPr>
          <p:cNvPr id="18" name="Rounded Rectangle 17"/>
          <p:cNvSpPr/>
          <p:nvPr/>
        </p:nvSpPr>
        <p:spPr>
          <a:xfrm>
            <a:off x="2313432" y="5237226"/>
            <a:ext cx="4651095" cy="1053846"/>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Akdeniz iklim bölgesi · Türk kültür bölgesi</a:t>
            </a:r>
          </a:p>
        </p:txBody>
      </p:sp>
      <p:sp>
        <p:nvSpPr>
          <p:cNvPr id="19" name="Rounded Rectangle 18"/>
          <p:cNvSpPr/>
          <p:nvPr/>
        </p:nvSpPr>
        <p:spPr>
          <a:xfrm>
            <a:off x="7037679" y="5237226"/>
            <a:ext cx="4651095" cy="1053846"/>
          </a:xfrm>
          <a:prstGeom prst="roundRect">
            <a:avLst>
              <a:gd name="adj" fmla="val 8000"/>
            </a:avLst>
          </a:prstGeom>
          <a:solidFill>
            <a:srgbClr val="FFFFFF"/>
          </a:solidFill>
          <a:ln w="9525">
            <a:solidFill>
              <a:srgbClr val="D9D9D9"/>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Gazetenin tiraj alanı · Rotterdam Limanı</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187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Eşleştirme oyunu: DŞ · BŞ · 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OYUN</a:t>
            </a:r>
          </a:p>
        </p:txBody>
      </p:sp>
      <p:sp>
        <p:nvSpPr>
          <p:cNvPr id="6" name="Rounded Rectangle 5"/>
          <p:cNvSpPr/>
          <p:nvPr/>
        </p:nvSpPr>
        <p:spPr>
          <a:xfrm>
            <a:off x="502920" y="1216152"/>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Orta Toroslar dağlık bölgesi</a:t>
            </a:r>
          </a:p>
        </p:txBody>
      </p:sp>
      <p:sp>
        <p:nvSpPr>
          <p:cNvPr id="7" name="Oval 6"/>
          <p:cNvSpPr/>
          <p:nvPr/>
        </p:nvSpPr>
        <p:spPr>
          <a:xfrm>
            <a:off x="557784" y="1271016"/>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a:t>
            </a:r>
          </a:p>
        </p:txBody>
      </p:sp>
      <p:sp>
        <p:nvSpPr>
          <p:cNvPr id="8" name="Rounded Rectangle 7"/>
          <p:cNvSpPr/>
          <p:nvPr/>
        </p:nvSpPr>
        <p:spPr>
          <a:xfrm>
            <a:off x="4274210" y="1216152"/>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Türk kültür bölgesi</a:t>
            </a:r>
          </a:p>
        </p:txBody>
      </p:sp>
      <p:sp>
        <p:nvSpPr>
          <p:cNvPr id="9" name="Oval 8"/>
          <p:cNvSpPr/>
          <p:nvPr/>
        </p:nvSpPr>
        <p:spPr>
          <a:xfrm>
            <a:off x="4329074" y="1271016"/>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2</a:t>
            </a:r>
          </a:p>
        </p:txBody>
      </p:sp>
      <p:sp>
        <p:nvSpPr>
          <p:cNvPr id="10" name="Rounded Rectangle 9"/>
          <p:cNvSpPr/>
          <p:nvPr/>
        </p:nvSpPr>
        <p:spPr>
          <a:xfrm>
            <a:off x="8045500" y="1216152"/>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Metropoliten alan</a:t>
            </a:r>
          </a:p>
        </p:txBody>
      </p:sp>
      <p:sp>
        <p:nvSpPr>
          <p:cNvPr id="11" name="Oval 10"/>
          <p:cNvSpPr/>
          <p:nvPr/>
        </p:nvSpPr>
        <p:spPr>
          <a:xfrm>
            <a:off x="8100364" y="1271016"/>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3</a:t>
            </a:r>
          </a:p>
        </p:txBody>
      </p:sp>
      <p:sp>
        <p:nvSpPr>
          <p:cNvPr id="12" name="Rounded Rectangle 11"/>
          <p:cNvSpPr/>
          <p:nvPr/>
        </p:nvSpPr>
        <p:spPr>
          <a:xfrm>
            <a:off x="502920" y="2721864"/>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Kızılırmak Nehri Havzası</a:t>
            </a:r>
          </a:p>
        </p:txBody>
      </p:sp>
      <p:sp>
        <p:nvSpPr>
          <p:cNvPr id="13" name="Oval 12"/>
          <p:cNvSpPr/>
          <p:nvPr/>
        </p:nvSpPr>
        <p:spPr>
          <a:xfrm>
            <a:off x="557784" y="2776728"/>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4</a:t>
            </a:r>
          </a:p>
        </p:txBody>
      </p:sp>
      <p:sp>
        <p:nvSpPr>
          <p:cNvPr id="14" name="Rounded Rectangle 13"/>
          <p:cNvSpPr/>
          <p:nvPr/>
        </p:nvSpPr>
        <p:spPr>
          <a:xfrm>
            <a:off x="4274210" y="2721864"/>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Türkiye’nin pamuk üretim bölgeleri</a:t>
            </a:r>
          </a:p>
        </p:txBody>
      </p:sp>
      <p:sp>
        <p:nvSpPr>
          <p:cNvPr id="15" name="Oval 14"/>
          <p:cNvSpPr/>
          <p:nvPr/>
        </p:nvSpPr>
        <p:spPr>
          <a:xfrm>
            <a:off x="4329074" y="2776728"/>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5</a:t>
            </a:r>
          </a:p>
        </p:txBody>
      </p:sp>
      <p:sp>
        <p:nvSpPr>
          <p:cNvPr id="16" name="Rounded Rectangle 15"/>
          <p:cNvSpPr/>
          <p:nvPr/>
        </p:nvSpPr>
        <p:spPr>
          <a:xfrm>
            <a:off x="8045500" y="2721864"/>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Gazetenin tiraj alanı</a:t>
            </a:r>
          </a:p>
        </p:txBody>
      </p:sp>
      <p:sp>
        <p:nvSpPr>
          <p:cNvPr id="17" name="Oval 16"/>
          <p:cNvSpPr/>
          <p:nvPr/>
        </p:nvSpPr>
        <p:spPr>
          <a:xfrm>
            <a:off x="8100364" y="2776728"/>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6</a:t>
            </a:r>
          </a:p>
        </p:txBody>
      </p:sp>
      <p:sp>
        <p:nvSpPr>
          <p:cNvPr id="18" name="Rounded Rectangle 17"/>
          <p:cNvSpPr/>
          <p:nvPr/>
        </p:nvSpPr>
        <p:spPr>
          <a:xfrm>
            <a:off x="502920" y="4227576"/>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Bozkır bitki örtüsü bölgesi</a:t>
            </a:r>
          </a:p>
        </p:txBody>
      </p:sp>
      <p:sp>
        <p:nvSpPr>
          <p:cNvPr id="19" name="Oval 18"/>
          <p:cNvSpPr/>
          <p:nvPr/>
        </p:nvSpPr>
        <p:spPr>
          <a:xfrm>
            <a:off x="557784" y="4282440"/>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7</a:t>
            </a:r>
          </a:p>
        </p:txBody>
      </p:sp>
      <p:sp>
        <p:nvSpPr>
          <p:cNvPr id="20" name="Rounded Rectangle 19"/>
          <p:cNvSpPr/>
          <p:nvPr/>
        </p:nvSpPr>
        <p:spPr>
          <a:xfrm>
            <a:off x="4274210" y="4227576"/>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Rotterdam Limanı’nın taşımacılık bölgesi</a:t>
            </a:r>
          </a:p>
        </p:txBody>
      </p:sp>
      <p:sp>
        <p:nvSpPr>
          <p:cNvPr id="21" name="Oval 20"/>
          <p:cNvSpPr/>
          <p:nvPr/>
        </p:nvSpPr>
        <p:spPr>
          <a:xfrm>
            <a:off x="4329074" y="4282440"/>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8</a:t>
            </a:r>
          </a:p>
        </p:txBody>
      </p:sp>
      <p:sp>
        <p:nvSpPr>
          <p:cNvPr id="22" name="Rounded Rectangle 21"/>
          <p:cNvSpPr/>
          <p:nvPr/>
        </p:nvSpPr>
        <p:spPr>
          <a:xfrm>
            <a:off x="8045500" y="4227576"/>
            <a:ext cx="3643274" cy="13776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Türkiye’nin dağınık kırsal yerleşme bölgeleri</a:t>
            </a:r>
          </a:p>
        </p:txBody>
      </p:sp>
      <p:sp>
        <p:nvSpPr>
          <p:cNvPr id="23" name="Oval 22"/>
          <p:cNvSpPr/>
          <p:nvPr/>
        </p:nvSpPr>
        <p:spPr>
          <a:xfrm>
            <a:off x="8100364" y="4282440"/>
            <a:ext cx="329184" cy="329184"/>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9</a:t>
            </a:r>
          </a:p>
        </p:txBody>
      </p:sp>
      <p:sp>
        <p:nvSpPr>
          <p:cNvPr id="24" name="Rounded Rectangle 23"/>
          <p:cNvSpPr/>
          <p:nvPr/>
        </p:nvSpPr>
        <p:spPr>
          <a:xfrm>
            <a:off x="502920" y="5724144"/>
            <a:ext cx="2173630" cy="502920"/>
          </a:xfrm>
          <a:prstGeom prst="roundRect">
            <a:avLst>
              <a:gd name="adj" fmla="val 50000"/>
            </a:avLst>
          </a:prstGeom>
          <a:solidFill>
            <a:srgbClr val="3E7D3A"/>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DŞ = Doğal şekilsel</a:t>
            </a:r>
          </a:p>
        </p:txBody>
      </p:sp>
      <p:sp>
        <p:nvSpPr>
          <p:cNvPr id="25" name="Rounded Rectangle 24"/>
          <p:cNvSpPr/>
          <p:nvPr/>
        </p:nvSpPr>
        <p:spPr>
          <a:xfrm>
            <a:off x="2859430" y="5724144"/>
            <a:ext cx="2205086" cy="502920"/>
          </a:xfrm>
          <a:prstGeom prst="roundRect">
            <a:avLst>
              <a:gd name="adj" fmla="val 50000"/>
            </a:avLst>
          </a:prstGeom>
          <a:solidFill>
            <a:srgbClr val="B05A1E"/>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BŞ = Beşerî şekilsel</a:t>
            </a:r>
          </a:p>
        </p:txBody>
      </p:sp>
      <p:sp>
        <p:nvSpPr>
          <p:cNvPr id="26" name="Rounded Rectangle 25"/>
          <p:cNvSpPr/>
          <p:nvPr/>
        </p:nvSpPr>
        <p:spPr>
          <a:xfrm>
            <a:off x="5247396" y="5724144"/>
            <a:ext cx="1368253" cy="502920"/>
          </a:xfrm>
          <a:prstGeom prst="roundRect">
            <a:avLst>
              <a:gd name="adj" fmla="val 50000"/>
            </a:avLst>
          </a:prstGeom>
          <a:solidFill>
            <a:srgbClr val="1F6EA8"/>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İ = İşlevsel</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187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Eşleştirme oyunu: DŞ · BŞ · 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3643274" cy="1377696"/>
          </a:xfrm>
          <a:prstGeom prst="roundRect">
            <a:avLst>
              <a:gd name="adj" fmla="val 8000"/>
            </a:avLst>
          </a:prstGeom>
          <a:solidFill>
            <a:srgbClr val="FFFFFF"/>
          </a:solidFill>
          <a:ln w="38100">
            <a:solidFill>
              <a:srgbClr val="3E7D3A"/>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Orta Toroslar dağlık bölgesi</a:t>
            </a:r>
          </a:p>
          <a:p>
            <a:pPr algn="ctr">
              <a:spcBef>
                <a:spcPts val="0"/>
              </a:spcBef>
              <a:spcAft>
                <a:spcPts val="0"/>
              </a:spcAft>
            </a:pPr>
            <a:r>
              <a:rPr lang="tr-TR" sz="1700" b="1" i="0">
                <a:solidFill>
                  <a:srgbClr val="3E7D3A"/>
                </a:solidFill>
                <a:latin typeface="Calibri"/>
              </a:rPr>
              <a:t>Doğal şekilsel</a:t>
            </a:r>
          </a:p>
        </p:txBody>
      </p:sp>
      <p:sp>
        <p:nvSpPr>
          <p:cNvPr id="7" name="Rounded Rectangle 6"/>
          <p:cNvSpPr/>
          <p:nvPr/>
        </p:nvSpPr>
        <p:spPr>
          <a:xfrm>
            <a:off x="4274210" y="1216152"/>
            <a:ext cx="3643274" cy="1377696"/>
          </a:xfrm>
          <a:prstGeom prst="roundRect">
            <a:avLst>
              <a:gd name="adj" fmla="val 8000"/>
            </a:avLst>
          </a:prstGeom>
          <a:solidFill>
            <a:srgbClr val="FFFFFF"/>
          </a:solidFill>
          <a:ln w="38100">
            <a:solidFill>
              <a:srgbClr val="B05A1E"/>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Türk kültür bölgesi</a:t>
            </a:r>
          </a:p>
          <a:p>
            <a:pPr algn="ctr">
              <a:spcBef>
                <a:spcPts val="0"/>
              </a:spcBef>
              <a:spcAft>
                <a:spcPts val="0"/>
              </a:spcAft>
            </a:pPr>
            <a:r>
              <a:rPr lang="tr-TR" sz="1700" b="1" i="0">
                <a:solidFill>
                  <a:srgbClr val="B05A1E"/>
                </a:solidFill>
                <a:latin typeface="Calibri"/>
              </a:rPr>
              <a:t>Beşerî şekilsel</a:t>
            </a:r>
          </a:p>
        </p:txBody>
      </p:sp>
      <p:sp>
        <p:nvSpPr>
          <p:cNvPr id="8" name="Rounded Rectangle 7"/>
          <p:cNvSpPr/>
          <p:nvPr/>
        </p:nvSpPr>
        <p:spPr>
          <a:xfrm>
            <a:off x="8045500" y="1216152"/>
            <a:ext cx="3643274" cy="1377696"/>
          </a:xfrm>
          <a:prstGeom prst="roundRect">
            <a:avLst>
              <a:gd name="adj" fmla="val 8000"/>
            </a:avLst>
          </a:prstGeom>
          <a:solidFill>
            <a:srgbClr val="FFFFFF"/>
          </a:solidFill>
          <a:ln w="38100">
            <a:solidFill>
              <a:srgbClr val="1F6EA8"/>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Metropoliten alan</a:t>
            </a:r>
          </a:p>
          <a:p>
            <a:pPr algn="ctr">
              <a:spcBef>
                <a:spcPts val="0"/>
              </a:spcBef>
              <a:spcAft>
                <a:spcPts val="0"/>
              </a:spcAft>
            </a:pPr>
            <a:r>
              <a:rPr lang="tr-TR" sz="1700" b="1" i="0">
                <a:solidFill>
                  <a:srgbClr val="1F6EA8"/>
                </a:solidFill>
                <a:latin typeface="Calibri"/>
              </a:rPr>
              <a:t>İşlevsel</a:t>
            </a:r>
          </a:p>
        </p:txBody>
      </p:sp>
      <p:sp>
        <p:nvSpPr>
          <p:cNvPr id="9" name="Rounded Rectangle 8"/>
          <p:cNvSpPr/>
          <p:nvPr/>
        </p:nvSpPr>
        <p:spPr>
          <a:xfrm>
            <a:off x="502920" y="2721864"/>
            <a:ext cx="3643274" cy="1377696"/>
          </a:xfrm>
          <a:prstGeom prst="roundRect">
            <a:avLst>
              <a:gd name="adj" fmla="val 8000"/>
            </a:avLst>
          </a:prstGeom>
          <a:solidFill>
            <a:srgbClr val="FFFFFF"/>
          </a:solidFill>
          <a:ln w="38100">
            <a:solidFill>
              <a:srgbClr val="3E7D3A"/>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Kızılırmak Nehri Havzası</a:t>
            </a:r>
          </a:p>
          <a:p>
            <a:pPr algn="ctr">
              <a:spcBef>
                <a:spcPts val="0"/>
              </a:spcBef>
              <a:spcAft>
                <a:spcPts val="0"/>
              </a:spcAft>
            </a:pPr>
            <a:r>
              <a:rPr lang="tr-TR" sz="1700" b="1" i="0">
                <a:solidFill>
                  <a:srgbClr val="3E7D3A"/>
                </a:solidFill>
                <a:latin typeface="Calibri"/>
              </a:rPr>
              <a:t>Doğal şekilsel</a:t>
            </a:r>
          </a:p>
        </p:txBody>
      </p:sp>
      <p:sp>
        <p:nvSpPr>
          <p:cNvPr id="10" name="Rounded Rectangle 9"/>
          <p:cNvSpPr/>
          <p:nvPr/>
        </p:nvSpPr>
        <p:spPr>
          <a:xfrm>
            <a:off x="4274210" y="2721864"/>
            <a:ext cx="3643274" cy="1377696"/>
          </a:xfrm>
          <a:prstGeom prst="roundRect">
            <a:avLst>
              <a:gd name="adj" fmla="val 8000"/>
            </a:avLst>
          </a:prstGeom>
          <a:solidFill>
            <a:srgbClr val="FFFFFF"/>
          </a:solidFill>
          <a:ln w="38100">
            <a:solidFill>
              <a:srgbClr val="B05A1E"/>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Türkiye’nin pamuk üretim bölgeleri</a:t>
            </a:r>
          </a:p>
          <a:p>
            <a:pPr algn="ctr">
              <a:spcBef>
                <a:spcPts val="0"/>
              </a:spcBef>
              <a:spcAft>
                <a:spcPts val="0"/>
              </a:spcAft>
            </a:pPr>
            <a:r>
              <a:rPr lang="tr-TR" sz="1700" b="1" i="0">
                <a:solidFill>
                  <a:srgbClr val="B05A1E"/>
                </a:solidFill>
                <a:latin typeface="Calibri"/>
              </a:rPr>
              <a:t>Beşerî şekilsel</a:t>
            </a:r>
          </a:p>
        </p:txBody>
      </p:sp>
      <p:sp>
        <p:nvSpPr>
          <p:cNvPr id="11" name="Rounded Rectangle 10"/>
          <p:cNvSpPr/>
          <p:nvPr/>
        </p:nvSpPr>
        <p:spPr>
          <a:xfrm>
            <a:off x="8045500" y="2721864"/>
            <a:ext cx="3643274" cy="1377696"/>
          </a:xfrm>
          <a:prstGeom prst="roundRect">
            <a:avLst>
              <a:gd name="adj" fmla="val 8000"/>
            </a:avLst>
          </a:prstGeom>
          <a:solidFill>
            <a:srgbClr val="FFFFFF"/>
          </a:solidFill>
          <a:ln w="38100">
            <a:solidFill>
              <a:srgbClr val="1F6EA8"/>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Gazetenin tiraj alanı</a:t>
            </a:r>
          </a:p>
          <a:p>
            <a:pPr algn="ctr">
              <a:spcBef>
                <a:spcPts val="0"/>
              </a:spcBef>
              <a:spcAft>
                <a:spcPts val="0"/>
              </a:spcAft>
            </a:pPr>
            <a:r>
              <a:rPr lang="tr-TR" sz="1700" b="1" i="0">
                <a:solidFill>
                  <a:srgbClr val="1F6EA8"/>
                </a:solidFill>
                <a:latin typeface="Calibri"/>
              </a:rPr>
              <a:t>İşlevsel</a:t>
            </a:r>
          </a:p>
        </p:txBody>
      </p:sp>
      <p:sp>
        <p:nvSpPr>
          <p:cNvPr id="12" name="Rounded Rectangle 11"/>
          <p:cNvSpPr/>
          <p:nvPr/>
        </p:nvSpPr>
        <p:spPr>
          <a:xfrm>
            <a:off x="502920" y="4227576"/>
            <a:ext cx="3643274" cy="1377696"/>
          </a:xfrm>
          <a:prstGeom prst="roundRect">
            <a:avLst>
              <a:gd name="adj" fmla="val 8000"/>
            </a:avLst>
          </a:prstGeom>
          <a:solidFill>
            <a:srgbClr val="FFFFFF"/>
          </a:solidFill>
          <a:ln w="38100">
            <a:solidFill>
              <a:srgbClr val="3E7D3A"/>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Bozkır bitki örtüsü bölgesi</a:t>
            </a:r>
          </a:p>
          <a:p>
            <a:pPr algn="ctr">
              <a:spcBef>
                <a:spcPts val="0"/>
              </a:spcBef>
              <a:spcAft>
                <a:spcPts val="0"/>
              </a:spcAft>
            </a:pPr>
            <a:r>
              <a:rPr lang="tr-TR" sz="1700" b="1" i="0">
                <a:solidFill>
                  <a:srgbClr val="3E7D3A"/>
                </a:solidFill>
                <a:latin typeface="Calibri"/>
              </a:rPr>
              <a:t>Doğal şekilsel</a:t>
            </a:r>
          </a:p>
        </p:txBody>
      </p:sp>
      <p:sp>
        <p:nvSpPr>
          <p:cNvPr id="13" name="Rounded Rectangle 12"/>
          <p:cNvSpPr/>
          <p:nvPr/>
        </p:nvSpPr>
        <p:spPr>
          <a:xfrm>
            <a:off x="4274210" y="4227576"/>
            <a:ext cx="3643274" cy="1377696"/>
          </a:xfrm>
          <a:prstGeom prst="roundRect">
            <a:avLst>
              <a:gd name="adj" fmla="val 8000"/>
            </a:avLst>
          </a:prstGeom>
          <a:solidFill>
            <a:srgbClr val="FFFFFF"/>
          </a:solidFill>
          <a:ln w="38100">
            <a:solidFill>
              <a:srgbClr val="1F6EA8"/>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Rotterdam Limanı’nın taşımacılık bölgesi</a:t>
            </a:r>
          </a:p>
          <a:p>
            <a:pPr algn="ctr">
              <a:spcBef>
                <a:spcPts val="0"/>
              </a:spcBef>
              <a:spcAft>
                <a:spcPts val="0"/>
              </a:spcAft>
            </a:pPr>
            <a:r>
              <a:rPr lang="tr-TR" sz="1700" b="1" i="0">
                <a:solidFill>
                  <a:srgbClr val="1F6EA8"/>
                </a:solidFill>
                <a:latin typeface="Calibri"/>
              </a:rPr>
              <a:t>İşlevsel</a:t>
            </a:r>
          </a:p>
        </p:txBody>
      </p:sp>
      <p:sp>
        <p:nvSpPr>
          <p:cNvPr id="14" name="Rounded Rectangle 13"/>
          <p:cNvSpPr/>
          <p:nvPr/>
        </p:nvSpPr>
        <p:spPr>
          <a:xfrm>
            <a:off x="8045500" y="4227576"/>
            <a:ext cx="3643274" cy="1377696"/>
          </a:xfrm>
          <a:prstGeom prst="roundRect">
            <a:avLst>
              <a:gd name="adj" fmla="val 8000"/>
            </a:avLst>
          </a:prstGeom>
          <a:solidFill>
            <a:srgbClr val="FFFFFF"/>
          </a:solidFill>
          <a:ln w="38100">
            <a:solidFill>
              <a:srgbClr val="B05A1E"/>
            </a:solidFill>
          </a:ln>
          <a:effectLst/>
        </p:spPr>
        <p:txBody>
          <a:bodyPr rtlCol="0" anchor="ctr" wrap="square" lIns="128016" rIns="128016" tIns="73152" bIns="73152">
            <a:noAutofit/>
          </a:bodyPr>
          <a:lstStyle/>
          <a:p>
            <a:pPr algn="ctr">
              <a:spcBef>
                <a:spcPts val="0"/>
              </a:spcBef>
              <a:spcAft>
                <a:spcPts val="400"/>
              </a:spcAft>
            </a:pPr>
            <a:r>
              <a:rPr lang="tr-TR" sz="1900" b="1" i="0">
                <a:solidFill>
                  <a:srgbClr val="262626"/>
                </a:solidFill>
                <a:latin typeface="Calibri"/>
              </a:rPr>
              <a:t>Türkiye’nin dağınık kırsal yerleşme bölgeleri</a:t>
            </a:r>
          </a:p>
          <a:p>
            <a:pPr algn="ctr">
              <a:spcBef>
                <a:spcPts val="0"/>
              </a:spcBef>
              <a:spcAft>
                <a:spcPts val="0"/>
              </a:spcAft>
            </a:pPr>
            <a:r>
              <a:rPr lang="tr-TR" sz="1700" b="1" i="0">
                <a:solidFill>
                  <a:srgbClr val="B05A1E"/>
                </a:solidFill>
                <a:latin typeface="Calibri"/>
              </a:rPr>
              <a:t>Beşerî şekilsel</a:t>
            </a:r>
          </a:p>
        </p:txBody>
      </p:sp>
      <p:sp>
        <p:nvSpPr>
          <p:cNvPr id="15" name="Rounded Rectangle 14"/>
          <p:cNvSpPr/>
          <p:nvPr/>
        </p:nvSpPr>
        <p:spPr>
          <a:xfrm>
            <a:off x="502920" y="5724144"/>
            <a:ext cx="2173630" cy="502920"/>
          </a:xfrm>
          <a:prstGeom prst="roundRect">
            <a:avLst>
              <a:gd name="adj" fmla="val 50000"/>
            </a:avLst>
          </a:prstGeom>
          <a:solidFill>
            <a:srgbClr val="3E7D3A"/>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DŞ = Doğal şekilsel</a:t>
            </a:r>
          </a:p>
        </p:txBody>
      </p:sp>
      <p:sp>
        <p:nvSpPr>
          <p:cNvPr id="16" name="Rounded Rectangle 15"/>
          <p:cNvSpPr/>
          <p:nvPr/>
        </p:nvSpPr>
        <p:spPr>
          <a:xfrm>
            <a:off x="2859430" y="5724144"/>
            <a:ext cx="2205086" cy="502920"/>
          </a:xfrm>
          <a:prstGeom prst="roundRect">
            <a:avLst>
              <a:gd name="adj" fmla="val 50000"/>
            </a:avLst>
          </a:prstGeom>
          <a:solidFill>
            <a:srgbClr val="B05A1E"/>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BŞ = Beşerî şekilsel</a:t>
            </a:r>
          </a:p>
        </p:txBody>
      </p:sp>
      <p:sp>
        <p:nvSpPr>
          <p:cNvPr id="17" name="Rounded Rectangle 16"/>
          <p:cNvSpPr/>
          <p:nvPr/>
        </p:nvSpPr>
        <p:spPr>
          <a:xfrm>
            <a:off x="5247396" y="5724144"/>
            <a:ext cx="1368253" cy="502920"/>
          </a:xfrm>
          <a:prstGeom prst="roundRect">
            <a:avLst>
              <a:gd name="adj" fmla="val 50000"/>
            </a:avLst>
          </a:prstGeom>
          <a:solidFill>
            <a:srgbClr val="1F6EA8"/>
          </a:solidFill>
          <a:ln>
            <a:noFill/>
          </a:ln>
          <a:effectLst/>
        </p:spPr>
        <p:txBody>
          <a:bodyPr rtlCol="0" anchor="ctr" wrap="square" lIns="54864" rIns="54864" tIns="0" bIns="0">
            <a:noAutofit/>
          </a:bodyPr>
          <a:lstStyle/>
          <a:p>
            <a:pPr algn="ctr">
              <a:spcBef>
                <a:spcPts val="0"/>
              </a:spcBef>
              <a:spcAft>
                <a:spcPts val="0"/>
              </a:spcAft>
            </a:pPr>
            <a:r>
              <a:rPr lang="tr-TR" sz="1800" b="1" i="0">
                <a:solidFill>
                  <a:srgbClr val="FFFFFF"/>
                </a:solidFill>
                <a:latin typeface="Calibri"/>
              </a:rPr>
              <a:t>İ = İşlevsel</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187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hangisi işlevsel bölgeye örnektir?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Akdeniz iklim bölgesi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Çernezyom toprak tipi bölgesi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Rotterdam Limanı’nın taşımacılık bölgesi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Türkiye’nin seyrek nüfuslu bölgeleri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Bozkır bitki örtüsü bölgesi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187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hangisi işlevsel bölgeye örnektir?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Akdeniz iklim bölgesi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Çernezyom toprak tipi bölgesi</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Rotterdam Limanı’nın taşımacılık bölgesi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Türkiye’nin seyrek nüfuslu bölgeleri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Bozkır bitki örtüsü bölgesi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Rotterdam Limanı bir çekirdektir; uzaklaştıkça limanın etki alanı zayıflar (s. 219). Diğerleri şekilsel bölgedir: A, B, E doğal şekilsel; D beşerî şekilsel.</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187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Kriterlere göre bölge sınırları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7.1.2</a:t>
            </a:r>
          </a:p>
        </p:txBody>
      </p:sp>
      <p:sp>
        <p:nvSpPr>
          <p:cNvPr id="6" name="Rounded Rectangle 5"/>
          <p:cNvSpPr/>
          <p:nvPr/>
        </p:nvSpPr>
        <p:spPr>
          <a:xfrm>
            <a:off x="502920" y="1216152"/>
            <a:ext cx="11185855" cy="105156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051560"/>
          </a:xfrm>
          <a:prstGeom prst="rect">
            <a:avLst/>
          </a:prstGeom>
          <a:solidFill>
            <a:srgbClr val="2A5D8F"/>
          </a:solidFill>
          <a:ln>
            <a:noFill/>
          </a:ln>
          <a:effectLst/>
        </p:spPr>
        <p:txBody>
          <a:bodyPr rtlCol="0" anchor="ctr"/>
          <a:lstStyle/>
          <a:p/>
        </p:txBody>
      </p:sp>
      <p:sp>
        <p:nvSpPr>
          <p:cNvPr id="8" name="TextBox 7"/>
          <p:cNvSpPr txBox="1"/>
          <p:nvPr/>
        </p:nvSpPr>
        <p:spPr>
          <a:xfrm>
            <a:off x="777240" y="1216152"/>
            <a:ext cx="10774375" cy="105156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Bölge sınırı, bölge belirlemede esas alınan kriterlere göre belirlenir. Belirlenen kriterin özelliği, oluşturulmak istenen bölgenin yeryüzündeki dağılış alanını etkiler.</a:t>
            </a:r>
          </a:p>
        </p:txBody>
      </p:sp>
      <p:sp>
        <p:nvSpPr>
          <p:cNvPr id="9" name="Rounded Rectangle 8"/>
          <p:cNvSpPr/>
          <p:nvPr/>
        </p:nvSpPr>
        <p:spPr>
          <a:xfrm>
            <a:off x="502920" y="2377440"/>
            <a:ext cx="11185855" cy="100584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377440"/>
            <a:ext cx="118872" cy="1005840"/>
          </a:xfrm>
          <a:prstGeom prst="rect">
            <a:avLst/>
          </a:prstGeom>
          <a:solidFill>
            <a:srgbClr val="4F4F4F"/>
          </a:solidFill>
          <a:ln>
            <a:noFill/>
          </a:ln>
          <a:effectLst/>
        </p:spPr>
        <p:txBody>
          <a:bodyPr rtlCol="0" anchor="ctr"/>
          <a:lstStyle/>
          <a:p/>
        </p:txBody>
      </p:sp>
      <p:sp>
        <p:nvSpPr>
          <p:cNvPr id="11" name="TextBox 10"/>
          <p:cNvSpPr txBox="1"/>
          <p:nvPr/>
        </p:nvSpPr>
        <p:spPr>
          <a:xfrm>
            <a:off x="777240" y="2377440"/>
            <a:ext cx="10774375" cy="10058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Örneğin yeryüzünde muson ikliminin etkili olduğu alan, step ikliminin etkili olduğu alana göre daha azdır.</a:t>
            </a:r>
          </a:p>
        </p:txBody>
      </p:sp>
      <p:sp>
        <p:nvSpPr>
          <p:cNvPr id="12" name="Rounded Rectangle 11"/>
          <p:cNvSpPr/>
          <p:nvPr/>
        </p:nvSpPr>
        <p:spPr>
          <a:xfrm>
            <a:off x="502920" y="3566160"/>
            <a:ext cx="5478627" cy="2724912"/>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502920" y="3566160"/>
            <a:ext cx="5478627" cy="530352"/>
          </a:xfrm>
          <a:prstGeom prst="roundRect">
            <a:avLst>
              <a:gd name="adj" fmla="val 25000"/>
            </a:avLst>
          </a:prstGeom>
          <a:solidFill>
            <a:srgbClr val="B05A1E"/>
          </a:solidFill>
          <a:ln>
            <a:noFill/>
          </a:ln>
          <a:effectLst/>
        </p:spPr>
        <p:txBody>
          <a:bodyPr rtlCol="0" anchor="ctr"/>
          <a:lstStyle/>
          <a:p/>
        </p:txBody>
      </p:sp>
      <p:sp>
        <p:nvSpPr>
          <p:cNvPr id="14" name="Rectangle 13"/>
          <p:cNvSpPr/>
          <p:nvPr/>
        </p:nvSpPr>
        <p:spPr>
          <a:xfrm>
            <a:off x="502920" y="3831336"/>
            <a:ext cx="5478627" cy="265176"/>
          </a:xfrm>
          <a:prstGeom prst="rect">
            <a:avLst/>
          </a:prstGeom>
          <a:solidFill>
            <a:srgbClr val="B05A1E"/>
          </a:solidFill>
          <a:ln>
            <a:noFill/>
          </a:ln>
          <a:effectLst/>
        </p:spPr>
        <p:txBody>
          <a:bodyPr rtlCol="0" anchor="ctr"/>
          <a:lstStyle/>
          <a:p/>
        </p:txBody>
      </p:sp>
      <p:sp>
        <p:nvSpPr>
          <p:cNvPr id="15" name="TextBox 14"/>
          <p:cNvSpPr txBox="1"/>
          <p:nvPr/>
        </p:nvSpPr>
        <p:spPr>
          <a:xfrm>
            <a:off x="594360" y="3566160"/>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Sınır daha net</a:t>
            </a:r>
          </a:p>
        </p:txBody>
      </p:sp>
      <p:sp>
        <p:nvSpPr>
          <p:cNvPr id="16" name="TextBox 15"/>
          <p:cNvSpPr txBox="1"/>
          <p:nvPr/>
        </p:nvSpPr>
        <p:spPr>
          <a:xfrm>
            <a:off x="612648" y="4169664"/>
            <a:ext cx="5259171" cy="204825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beşerî kriterlerden olan deniz turizmi alanlarına göre oluşturulmak istenen bir bölgenin sınırının belirlenmesi daha kolay</a:t>
            </a:r>
          </a:p>
        </p:txBody>
      </p:sp>
      <p:sp>
        <p:nvSpPr>
          <p:cNvPr id="17" name="Rounded Rectangle 16"/>
          <p:cNvSpPr/>
          <p:nvPr/>
        </p:nvSpPr>
        <p:spPr>
          <a:xfrm>
            <a:off x="6210147" y="3566160"/>
            <a:ext cx="5478627" cy="2724912"/>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6210147" y="3566160"/>
            <a:ext cx="5478627" cy="530352"/>
          </a:xfrm>
          <a:prstGeom prst="roundRect">
            <a:avLst>
              <a:gd name="adj" fmla="val 25000"/>
            </a:avLst>
          </a:prstGeom>
          <a:solidFill>
            <a:srgbClr val="3E7D3A"/>
          </a:solidFill>
          <a:ln>
            <a:noFill/>
          </a:ln>
          <a:effectLst/>
        </p:spPr>
        <p:txBody>
          <a:bodyPr rtlCol="0" anchor="ctr"/>
          <a:lstStyle/>
          <a:p/>
        </p:txBody>
      </p:sp>
      <p:sp>
        <p:nvSpPr>
          <p:cNvPr id="19" name="Rectangle 18"/>
          <p:cNvSpPr/>
          <p:nvPr/>
        </p:nvSpPr>
        <p:spPr>
          <a:xfrm>
            <a:off x="6210147" y="3831336"/>
            <a:ext cx="5478627" cy="265176"/>
          </a:xfrm>
          <a:prstGeom prst="rect">
            <a:avLst/>
          </a:prstGeom>
          <a:solidFill>
            <a:srgbClr val="3E7D3A"/>
          </a:solidFill>
          <a:ln>
            <a:noFill/>
          </a:ln>
          <a:effectLst/>
        </p:spPr>
        <p:txBody>
          <a:bodyPr rtlCol="0" anchor="ctr"/>
          <a:lstStyle/>
          <a:p/>
        </p:txBody>
      </p:sp>
      <p:sp>
        <p:nvSpPr>
          <p:cNvPr id="20" name="TextBox 19"/>
          <p:cNvSpPr txBox="1"/>
          <p:nvPr/>
        </p:nvSpPr>
        <p:spPr>
          <a:xfrm>
            <a:off x="6301587" y="3566160"/>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Geçiş alanı var</a:t>
            </a:r>
          </a:p>
        </p:txBody>
      </p:sp>
      <p:sp>
        <p:nvSpPr>
          <p:cNvPr id="21" name="TextBox 20"/>
          <p:cNvSpPr txBox="1"/>
          <p:nvPr/>
        </p:nvSpPr>
        <p:spPr>
          <a:xfrm>
            <a:off x="6319875" y="4169664"/>
            <a:ext cx="5259171" cy="204825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doğal kriterlerden olan doğal bitki örtüsüne göre oluşturulmak istenen bir bölgenin sınırının belirlenmesi daha zor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44 / 187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Kritere Göre Bölgeler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12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Kriterlere göre bölge sınırlarının değişebilirliği hakkında çıkarım yapabilme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Çıkarım Yapma, İletişim, Mekânsal Düşünme, Harita</a:t>
            </a:r>
          </a:p>
        </p:txBody>
      </p:sp>
      <p:sp>
        <p:nvSpPr>
          <p:cNvPr id="11" name="Rounded Rectangle 10"/>
          <p:cNvSpPr/>
          <p:nvPr/>
        </p:nvSpPr>
        <p:spPr>
          <a:xfrm>
            <a:off x="502920" y="2286000"/>
            <a:ext cx="11185855" cy="56692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262626"/>
                </a:solidFill>
                <a:latin typeface="Calibri"/>
              </a:rPr>
              <a:t>Aşağıda verilen haritaları inceleyiniz.</a:t>
            </a:r>
          </a:p>
        </p:txBody>
      </p:sp>
      <p:sp>
        <p:nvSpPr>
          <p:cNvPr id="12" name="Rounded Rectangle 11"/>
          <p:cNvSpPr/>
          <p:nvPr/>
        </p:nvSpPr>
        <p:spPr>
          <a:xfrm>
            <a:off x="502920" y="2999232"/>
            <a:ext cx="11185855" cy="72694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2999232"/>
            <a:ext cx="1600200" cy="72694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KRİTER</a:t>
            </a:r>
          </a:p>
        </p:txBody>
      </p:sp>
      <p:sp>
        <p:nvSpPr>
          <p:cNvPr id="14" name="TextBox 13"/>
          <p:cNvSpPr txBox="1"/>
          <p:nvPr/>
        </p:nvSpPr>
        <p:spPr>
          <a:xfrm>
            <a:off x="2240280" y="2999232"/>
            <a:ext cx="8122615" cy="72694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Her haritanın kriteri ve bölge türü ne?</a:t>
            </a:r>
          </a:p>
        </p:txBody>
      </p:sp>
      <p:sp>
        <p:nvSpPr>
          <p:cNvPr id="15" name="Rounded Rectangle 14"/>
          <p:cNvSpPr/>
          <p:nvPr/>
        </p:nvSpPr>
        <p:spPr>
          <a:xfrm>
            <a:off x="10545775" y="3088386"/>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16" name="Rounded Rectangle 15"/>
          <p:cNvSpPr/>
          <p:nvPr/>
        </p:nvSpPr>
        <p:spPr>
          <a:xfrm>
            <a:off x="502920" y="3854196"/>
            <a:ext cx="11185855" cy="726948"/>
          </a:xfrm>
          <a:prstGeom prst="roundRect">
            <a:avLst>
              <a:gd name="adj" fmla="val 8000"/>
            </a:avLst>
          </a:prstGeom>
          <a:solidFill>
            <a:srgbClr val="F0F0F0"/>
          </a:solidFill>
          <a:ln>
            <a:noFill/>
          </a:ln>
          <a:effectLst/>
        </p:spPr>
        <p:txBody>
          <a:bodyPr rtlCol="0" anchor="ctr"/>
          <a:lstStyle/>
          <a:p/>
        </p:txBody>
      </p:sp>
      <p:sp>
        <p:nvSpPr>
          <p:cNvPr id="17" name="Rounded Rectangle 16"/>
          <p:cNvSpPr/>
          <p:nvPr/>
        </p:nvSpPr>
        <p:spPr>
          <a:xfrm>
            <a:off x="502920" y="3854196"/>
            <a:ext cx="1600200" cy="72694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AYNI İL</a:t>
            </a:r>
          </a:p>
        </p:txBody>
      </p:sp>
      <p:sp>
        <p:nvSpPr>
          <p:cNvPr id="18" name="TextBox 17"/>
          <p:cNvSpPr txBox="1"/>
          <p:nvPr/>
        </p:nvSpPr>
        <p:spPr>
          <a:xfrm>
            <a:off x="2240280" y="3854196"/>
            <a:ext cx="8122615" cy="72694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İstanbul her haritada hangi bölgede?</a:t>
            </a:r>
          </a:p>
        </p:txBody>
      </p:sp>
      <p:sp>
        <p:nvSpPr>
          <p:cNvPr id="19" name="Rounded Rectangle 18"/>
          <p:cNvSpPr/>
          <p:nvPr/>
        </p:nvSpPr>
        <p:spPr>
          <a:xfrm>
            <a:off x="10545775" y="394335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4 dk</a:t>
            </a:r>
          </a:p>
        </p:txBody>
      </p:sp>
      <p:sp>
        <p:nvSpPr>
          <p:cNvPr id="20" name="Rounded Rectangle 19"/>
          <p:cNvSpPr/>
          <p:nvPr/>
        </p:nvSpPr>
        <p:spPr>
          <a:xfrm>
            <a:off x="502920" y="4709160"/>
            <a:ext cx="11185855" cy="726948"/>
          </a:xfrm>
          <a:prstGeom prst="roundRect">
            <a:avLst>
              <a:gd name="adj" fmla="val 8000"/>
            </a:avLst>
          </a:prstGeom>
          <a:solidFill>
            <a:srgbClr val="F0F0F0"/>
          </a:solidFill>
          <a:ln>
            <a:noFill/>
          </a:ln>
          <a:effectLst/>
        </p:spPr>
        <p:txBody>
          <a:bodyPr rtlCol="0" anchor="ctr"/>
          <a:lstStyle/>
          <a:p/>
        </p:txBody>
      </p:sp>
      <p:sp>
        <p:nvSpPr>
          <p:cNvPr id="21" name="Rounded Rectangle 20"/>
          <p:cNvSpPr/>
          <p:nvPr/>
        </p:nvSpPr>
        <p:spPr>
          <a:xfrm>
            <a:off x="502920" y="4709160"/>
            <a:ext cx="1600200" cy="72694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KARŞILAŞTIR</a:t>
            </a:r>
          </a:p>
        </p:txBody>
      </p:sp>
      <p:sp>
        <p:nvSpPr>
          <p:cNvPr id="22" name="TextBox 21"/>
          <p:cNvSpPr txBox="1"/>
          <p:nvPr/>
        </p:nvSpPr>
        <p:spPr>
          <a:xfrm>
            <a:off x="2240280" y="4709160"/>
            <a:ext cx="8122615" cy="72694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Sınırlar çakışıyor mu? Hangisi il sınırını izliyor, hangisi geçişli?</a:t>
            </a:r>
          </a:p>
        </p:txBody>
      </p:sp>
      <p:sp>
        <p:nvSpPr>
          <p:cNvPr id="23" name="Rounded Rectangle 22"/>
          <p:cNvSpPr/>
          <p:nvPr/>
        </p:nvSpPr>
        <p:spPr>
          <a:xfrm>
            <a:off x="10545775" y="479831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24" name="Rounded Rectangle 23"/>
          <p:cNvSpPr/>
          <p:nvPr/>
        </p:nvSpPr>
        <p:spPr>
          <a:xfrm>
            <a:off x="502920" y="5564124"/>
            <a:ext cx="11185855" cy="726948"/>
          </a:xfrm>
          <a:prstGeom prst="roundRect">
            <a:avLst>
              <a:gd name="adj" fmla="val 8000"/>
            </a:avLst>
          </a:prstGeom>
          <a:solidFill>
            <a:srgbClr val="F0F0F0"/>
          </a:solidFill>
          <a:ln>
            <a:noFill/>
          </a:ln>
          <a:effectLst/>
        </p:spPr>
        <p:txBody>
          <a:bodyPr rtlCol="0" anchor="ctr"/>
          <a:lstStyle/>
          <a:p/>
        </p:txBody>
      </p:sp>
      <p:sp>
        <p:nvSpPr>
          <p:cNvPr id="25" name="Rounded Rectangle 24"/>
          <p:cNvSpPr/>
          <p:nvPr/>
        </p:nvSpPr>
        <p:spPr>
          <a:xfrm>
            <a:off x="502920" y="5564124"/>
            <a:ext cx="1600200" cy="72694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1550" b="1" i="0">
                <a:solidFill>
                  <a:srgbClr val="FFFFFF"/>
                </a:solidFill>
                <a:latin typeface="Calibri"/>
              </a:rPr>
              <a:t>DEĞERLENDİRME</a:t>
            </a:r>
          </a:p>
        </p:txBody>
      </p:sp>
      <p:sp>
        <p:nvSpPr>
          <p:cNvPr id="26" name="TextBox 25"/>
          <p:cNvSpPr txBox="1"/>
          <p:nvPr/>
        </p:nvSpPr>
        <p:spPr>
          <a:xfrm>
            <a:off x="2240280" y="5564124"/>
            <a:ext cx="8122615" cy="72694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Kitabın iki sorusu.</a:t>
            </a:r>
          </a:p>
        </p:txBody>
      </p:sp>
      <p:sp>
        <p:nvSpPr>
          <p:cNvPr id="27" name="Rounded Rectangle 26"/>
          <p:cNvSpPr/>
          <p:nvPr/>
        </p:nvSpPr>
        <p:spPr>
          <a:xfrm>
            <a:off x="10545775" y="5653278"/>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45 / 187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Türkiye’de Bitki Topluluklarının Dağılışı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a:t>
            </a:r>
          </a:p>
        </p:txBody>
      </p:sp>
      <p:pic>
        <p:nvPicPr>
          <p:cNvPr id="6" name="Picture 5" descr="h34_s220_bitki.jpg"/>
          <p:cNvPicPr>
            <a:picLocks noChangeAspect="1"/>
          </p:cNvPicPr>
          <p:nvPr/>
        </p:nvPicPr>
        <p:blipFill>
          <a:blip r:embed="rId3"/>
          <a:stretch>
            <a:fillRect/>
          </a:stretch>
        </p:blipFill>
        <p:spPr>
          <a:xfrm>
            <a:off x="502920" y="1333302"/>
            <a:ext cx="8579815" cy="4804043"/>
          </a:xfrm>
          <a:prstGeom prst="rect">
            <a:avLst/>
          </a:prstGeom>
          <a:ln w="9525">
            <a:solidFill>
              <a:srgbClr val="D9D9D9"/>
            </a:solidFill>
          </a:ln>
        </p:spPr>
      </p:pic>
      <p:sp>
        <p:nvSpPr>
          <p:cNvPr id="7" name="Rounded Rectangle 6"/>
          <p:cNvSpPr/>
          <p:nvPr/>
        </p:nvSpPr>
        <p:spPr>
          <a:xfrm>
            <a:off x="9311335" y="1216152"/>
            <a:ext cx="2377440" cy="507492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9311335" y="1216152"/>
            <a:ext cx="2377440" cy="530352"/>
          </a:xfrm>
          <a:prstGeom prst="roundRect">
            <a:avLst>
              <a:gd name="adj" fmla="val 25000"/>
            </a:avLst>
          </a:prstGeom>
          <a:solidFill>
            <a:srgbClr val="2A5D8F"/>
          </a:solidFill>
          <a:ln>
            <a:noFill/>
          </a:ln>
          <a:effectLst/>
        </p:spPr>
        <p:txBody>
          <a:bodyPr rtlCol="0" anchor="ctr"/>
          <a:lstStyle/>
          <a:p/>
        </p:txBody>
      </p:sp>
      <p:sp>
        <p:nvSpPr>
          <p:cNvPr id="9" name="Rectangle 8"/>
          <p:cNvSpPr/>
          <p:nvPr/>
        </p:nvSpPr>
        <p:spPr>
          <a:xfrm>
            <a:off x="9311335" y="1481328"/>
            <a:ext cx="2377440" cy="265176"/>
          </a:xfrm>
          <a:prstGeom prst="rect">
            <a:avLst/>
          </a:prstGeom>
          <a:solidFill>
            <a:srgbClr val="2A5D8F"/>
          </a:solidFill>
          <a:ln>
            <a:noFill/>
          </a:ln>
          <a:effectLst/>
        </p:spPr>
        <p:txBody>
          <a:bodyPr rtlCol="0" anchor="ctr"/>
          <a:lstStyle/>
          <a:p/>
        </p:txBody>
      </p:sp>
      <p:sp>
        <p:nvSpPr>
          <p:cNvPr id="10" name="TextBox 9"/>
          <p:cNvSpPr txBox="1"/>
          <p:nvPr/>
        </p:nvSpPr>
        <p:spPr>
          <a:xfrm>
            <a:off x="9402775" y="1216152"/>
            <a:ext cx="2194560"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Haritayı oku</a:t>
            </a:r>
          </a:p>
        </p:txBody>
      </p:sp>
      <p:sp>
        <p:nvSpPr>
          <p:cNvPr id="11" name="TextBox 10"/>
          <p:cNvSpPr txBox="1"/>
          <p:nvPr/>
        </p:nvSpPr>
        <p:spPr>
          <a:xfrm>
            <a:off x="9421063" y="1819656"/>
            <a:ext cx="2157984" cy="439826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Kriter ne?</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Kaç topluluk var?</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Sınırlar il sınırını izliyor mu?</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İstanbul (Boğaz) hangi renkte?</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46 / 187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Bitki toplulukları: lejant ve İstanbul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LEJANT</a:t>
            </a:r>
          </a:p>
        </p:txBody>
      </p:sp>
      <p:pic>
        <p:nvPicPr>
          <p:cNvPr id="6" name="Picture 5" descr="h34_s220_lejant_1.jpg"/>
          <p:cNvPicPr>
            <a:picLocks noChangeAspect="1"/>
          </p:cNvPicPr>
          <p:nvPr/>
        </p:nvPicPr>
        <p:blipFill>
          <a:blip r:embed="rId3"/>
          <a:stretch>
            <a:fillRect/>
          </a:stretch>
        </p:blipFill>
        <p:spPr>
          <a:xfrm>
            <a:off x="502920" y="1358295"/>
            <a:ext cx="6858000" cy="2093152"/>
          </a:xfrm>
          <a:prstGeom prst="rect">
            <a:avLst/>
          </a:prstGeom>
          <a:ln w="9525">
            <a:solidFill>
              <a:srgbClr val="D9D9D9"/>
            </a:solidFill>
          </a:ln>
        </p:spPr>
      </p:pic>
      <p:pic>
        <p:nvPicPr>
          <p:cNvPr id="7" name="Picture 6" descr="h34_s220_lejant_2.jpg"/>
          <p:cNvPicPr>
            <a:picLocks noChangeAspect="1"/>
          </p:cNvPicPr>
          <p:nvPr/>
        </p:nvPicPr>
        <p:blipFill>
          <a:blip r:embed="rId4"/>
          <a:stretch>
            <a:fillRect/>
          </a:stretch>
        </p:blipFill>
        <p:spPr>
          <a:xfrm>
            <a:off x="502920" y="3698014"/>
            <a:ext cx="6858000" cy="2158627"/>
          </a:xfrm>
          <a:prstGeom prst="rect">
            <a:avLst/>
          </a:prstGeom>
          <a:ln w="9525">
            <a:solidFill>
              <a:srgbClr val="D9D9D9"/>
            </a:solidFill>
          </a:ln>
        </p:spPr>
      </p:pic>
      <p:pic>
        <p:nvPicPr>
          <p:cNvPr id="8" name="Picture 7" descr="h34_s220_bitki_ist.jpg"/>
          <p:cNvPicPr>
            <a:picLocks noChangeAspect="1"/>
          </p:cNvPicPr>
          <p:nvPr/>
        </p:nvPicPr>
        <p:blipFill>
          <a:blip r:embed="rId5"/>
          <a:stretch>
            <a:fillRect/>
          </a:stretch>
        </p:blipFill>
        <p:spPr>
          <a:xfrm>
            <a:off x="7589520" y="1335866"/>
            <a:ext cx="4099255" cy="2595211"/>
          </a:xfrm>
          <a:prstGeom prst="rect">
            <a:avLst/>
          </a:prstGeom>
          <a:ln w="9525">
            <a:solidFill>
              <a:srgbClr val="D9D9D9"/>
            </a:solidFill>
          </a:ln>
        </p:spPr>
      </p:pic>
      <p:sp>
        <p:nvSpPr>
          <p:cNvPr id="9" name="Oval 8"/>
          <p:cNvSpPr/>
          <p:nvPr/>
        </p:nvSpPr>
        <p:spPr>
          <a:xfrm>
            <a:off x="9559700" y="2085971"/>
            <a:ext cx="585216" cy="548640"/>
          </a:xfrm>
          <a:prstGeom prst="ellipse">
            <a:avLst/>
          </a:prstGeom>
          <a:noFill/>
          <a:ln w="69850">
            <a:solidFill>
              <a:srgbClr val="FFFFFF"/>
            </a:solidFill>
          </a:ln>
          <a:effectLst/>
        </p:spPr>
        <p:txBody>
          <a:bodyPr rtlCol="0" anchor="ctr"/>
          <a:lstStyle/>
          <a:p/>
        </p:txBody>
      </p:sp>
      <p:sp>
        <p:nvSpPr>
          <p:cNvPr id="10" name="Oval 9"/>
          <p:cNvSpPr/>
          <p:nvPr/>
        </p:nvSpPr>
        <p:spPr>
          <a:xfrm>
            <a:off x="9559700" y="2085971"/>
            <a:ext cx="585216" cy="548640"/>
          </a:xfrm>
          <a:prstGeom prst="ellipse">
            <a:avLst/>
          </a:prstGeom>
          <a:noFill/>
          <a:ln w="31750">
            <a:solidFill>
              <a:srgbClr val="D3373A"/>
            </a:solidFill>
          </a:ln>
          <a:effectLst/>
        </p:spPr>
        <p:txBody>
          <a:bodyPr rtlCol="0" anchor="ctr"/>
          <a:lstStyle/>
          <a:p/>
        </p:txBody>
      </p:sp>
      <p:sp>
        <p:nvSpPr>
          <p:cNvPr id="11" name="TextBox 10"/>
          <p:cNvSpPr txBox="1"/>
          <p:nvPr/>
        </p:nvSpPr>
        <p:spPr>
          <a:xfrm>
            <a:off x="7589520" y="3958509"/>
            <a:ext cx="4099255" cy="310896"/>
          </a:xfrm>
          <a:prstGeom prst="rect">
            <a:avLst/>
          </a:prstGeom>
          <a:noFill/>
        </p:spPr>
        <p:txBody>
          <a:bodyPr wrap="square" anchor="t" lIns="73152" rIns="73152" tIns="36576" bIns="36576">
            <a:noAutofit/>
          </a:bodyPr>
          <a:lstStyle/>
          <a:p>
            <a:pPr algn="ctr">
              <a:spcBef>
                <a:spcPts val="0"/>
              </a:spcBef>
              <a:spcAft>
                <a:spcPts val="0"/>
              </a:spcAft>
            </a:pPr>
            <a:r>
              <a:rPr lang="tr-TR" sz="1250" b="0" i="1">
                <a:solidFill>
                  <a:srgbClr val="767676"/>
                </a:solidFill>
                <a:latin typeface="Calibri"/>
              </a:rPr>
              <a:t>s. 220 haritasının Marmara bölümü · halka: İstanbul Boğazı</a:t>
            </a:r>
          </a:p>
        </p:txBody>
      </p:sp>
      <p:sp>
        <p:nvSpPr>
          <p:cNvPr id="12" name="Rounded Rectangle 11"/>
          <p:cNvSpPr/>
          <p:nvPr/>
        </p:nvSpPr>
        <p:spPr>
          <a:xfrm>
            <a:off x="7589520" y="4342557"/>
            <a:ext cx="4099255" cy="1948514"/>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İstanbul'da (Boğaz çevresi) hangi bitki toplulukları var?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47 / 187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Türkiye Nüfus Yoğunluğu Haritası (2024)</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a:t>
            </a:r>
          </a:p>
        </p:txBody>
      </p:sp>
      <p:pic>
        <p:nvPicPr>
          <p:cNvPr id="6" name="Picture 5" descr="h34_s221_nufus.jpg"/>
          <p:cNvPicPr>
            <a:picLocks noChangeAspect="1"/>
          </p:cNvPicPr>
          <p:nvPr/>
        </p:nvPicPr>
        <p:blipFill>
          <a:blip r:embed="rId3"/>
          <a:stretch>
            <a:fillRect/>
          </a:stretch>
        </p:blipFill>
        <p:spPr>
          <a:xfrm>
            <a:off x="502920" y="1197864"/>
            <a:ext cx="8444837" cy="4754880"/>
          </a:xfrm>
          <a:prstGeom prst="rect">
            <a:avLst/>
          </a:prstGeom>
          <a:ln w="9525">
            <a:solidFill>
              <a:srgbClr val="D9D9D9"/>
            </a:solidFill>
          </a:ln>
        </p:spPr>
      </p:pic>
      <p:sp>
        <p:nvSpPr>
          <p:cNvPr id="7" name="TextBox 6"/>
          <p:cNvSpPr txBox="1"/>
          <p:nvPr/>
        </p:nvSpPr>
        <p:spPr>
          <a:xfrm>
            <a:off x="502920" y="5980176"/>
            <a:ext cx="8444837" cy="310896"/>
          </a:xfrm>
          <a:prstGeom prst="rect">
            <a:avLst/>
          </a:prstGeom>
          <a:noFill/>
        </p:spPr>
        <p:txBody>
          <a:bodyPr wrap="square" anchor="t" lIns="73152" rIns="73152" tIns="36576" bIns="36576">
            <a:noAutofit/>
          </a:bodyPr>
          <a:lstStyle/>
          <a:p>
            <a:pPr algn="ctr">
              <a:spcBef>
                <a:spcPts val="0"/>
              </a:spcBef>
              <a:spcAft>
                <a:spcPts val="0"/>
              </a:spcAft>
            </a:pPr>
            <a:r>
              <a:rPr lang="tr-TR" sz="1300" b="0" i="1">
                <a:solidFill>
                  <a:srgbClr val="767676"/>
                </a:solidFill>
                <a:latin typeface="Calibri"/>
              </a:rPr>
              <a:t>Birim: kişi/km² (lejantta “km²/kişi” yazılmış)</a:t>
            </a:r>
          </a:p>
        </p:txBody>
      </p:sp>
      <p:pic>
        <p:nvPicPr>
          <p:cNvPr id="8" name="Picture 7" descr="h34_s221_nufus_lejant.jpg"/>
          <p:cNvPicPr>
            <a:picLocks noChangeAspect="1"/>
          </p:cNvPicPr>
          <p:nvPr/>
        </p:nvPicPr>
        <p:blipFill>
          <a:blip r:embed="rId4"/>
          <a:stretch>
            <a:fillRect/>
          </a:stretch>
        </p:blipFill>
        <p:spPr>
          <a:xfrm>
            <a:off x="9176357" y="1483077"/>
            <a:ext cx="2512417" cy="929188"/>
          </a:xfrm>
          <a:prstGeom prst="rect">
            <a:avLst/>
          </a:prstGeom>
          <a:ln w="9525">
            <a:solidFill>
              <a:srgbClr val="D9D9D9"/>
            </a:solidFill>
          </a:ln>
        </p:spPr>
      </p:pic>
      <p:sp>
        <p:nvSpPr>
          <p:cNvPr id="9" name="Rounded Rectangle 8"/>
          <p:cNvSpPr/>
          <p:nvPr/>
        </p:nvSpPr>
        <p:spPr>
          <a:xfrm>
            <a:off x="9176357" y="2549426"/>
            <a:ext cx="2512417" cy="3741645"/>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9176357" y="2549426"/>
            <a:ext cx="2512417" cy="530352"/>
          </a:xfrm>
          <a:prstGeom prst="roundRect">
            <a:avLst>
              <a:gd name="adj" fmla="val 25000"/>
            </a:avLst>
          </a:prstGeom>
          <a:solidFill>
            <a:srgbClr val="2A5D8F"/>
          </a:solidFill>
          <a:ln>
            <a:noFill/>
          </a:ln>
          <a:effectLst/>
        </p:spPr>
        <p:txBody>
          <a:bodyPr rtlCol="0" anchor="ctr"/>
          <a:lstStyle/>
          <a:p/>
        </p:txBody>
      </p:sp>
      <p:sp>
        <p:nvSpPr>
          <p:cNvPr id="11" name="Rectangle 10"/>
          <p:cNvSpPr/>
          <p:nvPr/>
        </p:nvSpPr>
        <p:spPr>
          <a:xfrm>
            <a:off x="9176357" y="2814602"/>
            <a:ext cx="2512417" cy="265176"/>
          </a:xfrm>
          <a:prstGeom prst="rect">
            <a:avLst/>
          </a:prstGeom>
          <a:solidFill>
            <a:srgbClr val="2A5D8F"/>
          </a:solidFill>
          <a:ln>
            <a:noFill/>
          </a:ln>
          <a:effectLst/>
        </p:spPr>
        <p:txBody>
          <a:bodyPr rtlCol="0" anchor="ctr"/>
          <a:lstStyle/>
          <a:p/>
        </p:txBody>
      </p:sp>
      <p:sp>
        <p:nvSpPr>
          <p:cNvPr id="12" name="TextBox 11"/>
          <p:cNvSpPr txBox="1"/>
          <p:nvPr/>
        </p:nvSpPr>
        <p:spPr>
          <a:xfrm>
            <a:off x="9267797" y="2549426"/>
            <a:ext cx="232953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Haritayı oku</a:t>
            </a:r>
          </a:p>
        </p:txBody>
      </p:sp>
      <p:sp>
        <p:nvSpPr>
          <p:cNvPr id="13" name="TextBox 12"/>
          <p:cNvSpPr txBox="1"/>
          <p:nvPr/>
        </p:nvSpPr>
        <p:spPr>
          <a:xfrm>
            <a:off x="9286085" y="3152930"/>
            <a:ext cx="2292961" cy="3064989"/>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Kriter ne?</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Kaç sınıf var?</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Sınırlar il sınırını izliyor mu?</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İstanbul hangi sınıfta?</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221</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48 / 187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Türkiye Karayolları Genel Müdürlüğü Hizmet Bölgeleri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a:t>
            </a:r>
          </a:p>
        </p:txBody>
      </p:sp>
      <p:pic>
        <p:nvPicPr>
          <p:cNvPr id="6" name="Picture 5" descr="h34_s221_kgm.jpg"/>
          <p:cNvPicPr>
            <a:picLocks noChangeAspect="1"/>
          </p:cNvPicPr>
          <p:nvPr/>
        </p:nvPicPr>
        <p:blipFill>
          <a:blip r:embed="rId3"/>
          <a:stretch>
            <a:fillRect/>
          </a:stretch>
        </p:blipFill>
        <p:spPr>
          <a:xfrm>
            <a:off x="502920" y="1268398"/>
            <a:ext cx="8762695" cy="4933850"/>
          </a:xfrm>
          <a:prstGeom prst="rect">
            <a:avLst/>
          </a:prstGeom>
          <a:ln w="9525">
            <a:solidFill>
              <a:srgbClr val="D9D9D9"/>
            </a:solidFill>
          </a:ln>
        </p:spPr>
      </p:pic>
      <p:sp>
        <p:nvSpPr>
          <p:cNvPr id="7" name="Rounded Rectangle 6"/>
          <p:cNvSpPr/>
          <p:nvPr/>
        </p:nvSpPr>
        <p:spPr>
          <a:xfrm>
            <a:off x="9494215" y="1216152"/>
            <a:ext cx="2194560" cy="507492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9494215" y="1216152"/>
            <a:ext cx="2194560" cy="530352"/>
          </a:xfrm>
          <a:prstGeom prst="roundRect">
            <a:avLst>
              <a:gd name="adj" fmla="val 25000"/>
            </a:avLst>
          </a:prstGeom>
          <a:solidFill>
            <a:srgbClr val="2A5D8F"/>
          </a:solidFill>
          <a:ln>
            <a:noFill/>
          </a:ln>
          <a:effectLst/>
        </p:spPr>
        <p:txBody>
          <a:bodyPr rtlCol="0" anchor="ctr"/>
          <a:lstStyle/>
          <a:p/>
        </p:txBody>
      </p:sp>
      <p:sp>
        <p:nvSpPr>
          <p:cNvPr id="9" name="Rectangle 8"/>
          <p:cNvSpPr/>
          <p:nvPr/>
        </p:nvSpPr>
        <p:spPr>
          <a:xfrm>
            <a:off x="9494215" y="1481328"/>
            <a:ext cx="2194560" cy="265176"/>
          </a:xfrm>
          <a:prstGeom prst="rect">
            <a:avLst/>
          </a:prstGeom>
          <a:solidFill>
            <a:srgbClr val="2A5D8F"/>
          </a:solidFill>
          <a:ln>
            <a:noFill/>
          </a:ln>
          <a:effectLst/>
        </p:spPr>
        <p:txBody>
          <a:bodyPr rtlCol="0" anchor="ctr"/>
          <a:lstStyle/>
          <a:p/>
        </p:txBody>
      </p:sp>
      <p:sp>
        <p:nvSpPr>
          <p:cNvPr id="10" name="TextBox 9"/>
          <p:cNvSpPr txBox="1"/>
          <p:nvPr/>
        </p:nvSpPr>
        <p:spPr>
          <a:xfrm>
            <a:off x="9585655" y="1216152"/>
            <a:ext cx="2011680"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Haritayı oku</a:t>
            </a:r>
          </a:p>
        </p:txBody>
      </p:sp>
      <p:sp>
        <p:nvSpPr>
          <p:cNvPr id="11" name="TextBox 10"/>
          <p:cNvSpPr txBox="1"/>
          <p:nvPr/>
        </p:nvSpPr>
        <p:spPr>
          <a:xfrm>
            <a:off x="9603943" y="1819656"/>
            <a:ext cx="1975104" cy="439826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Kriter ne?</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Her bölgenin bir merkezi var mı?</a:t>
            </a:r>
          </a:p>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Sınırlar il sınırını izliyor mu?</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İstanbul hangi bölgede?</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221</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49 / 187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Aynı il, üç harita: İstanbul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KART</a:t>
            </a:r>
          </a:p>
        </p:txBody>
      </p:sp>
      <p:sp>
        <p:nvSpPr>
          <p:cNvPr id="6" name="Rounded Rectangle 5"/>
          <p:cNvSpPr/>
          <p:nvPr/>
        </p:nvSpPr>
        <p:spPr>
          <a:xfrm>
            <a:off x="2816352" y="1216152"/>
            <a:ext cx="2136535"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Kriter</a:t>
            </a:r>
          </a:p>
        </p:txBody>
      </p:sp>
      <p:sp>
        <p:nvSpPr>
          <p:cNvPr id="7" name="Rounded Rectangle 6"/>
          <p:cNvSpPr/>
          <p:nvPr/>
        </p:nvSpPr>
        <p:spPr>
          <a:xfrm>
            <a:off x="5026039" y="1216152"/>
            <a:ext cx="1709228"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Bölge türü</a:t>
            </a:r>
          </a:p>
        </p:txBody>
      </p:sp>
      <p:sp>
        <p:nvSpPr>
          <p:cNvPr id="8" name="Rounded Rectangle 7"/>
          <p:cNvSpPr/>
          <p:nvPr/>
        </p:nvSpPr>
        <p:spPr>
          <a:xfrm>
            <a:off x="6808419" y="1216152"/>
            <a:ext cx="2884322"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İstanbul hangi bölgede?</a:t>
            </a:r>
          </a:p>
        </p:txBody>
      </p:sp>
      <p:sp>
        <p:nvSpPr>
          <p:cNvPr id="9" name="Rounded Rectangle 8"/>
          <p:cNvSpPr/>
          <p:nvPr/>
        </p:nvSpPr>
        <p:spPr>
          <a:xfrm>
            <a:off x="9765893" y="1216152"/>
            <a:ext cx="1922881"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Sınır</a:t>
            </a:r>
          </a:p>
        </p:txBody>
      </p:sp>
      <p:pic>
        <p:nvPicPr>
          <p:cNvPr id="10" name="Picture 9" descr="h34_s220_bitki_ist.jpg"/>
          <p:cNvPicPr>
            <a:picLocks noChangeAspect="1"/>
          </p:cNvPicPr>
          <p:nvPr/>
        </p:nvPicPr>
        <p:blipFill>
          <a:blip r:embed="rId3"/>
          <a:srcRect t="12392" b="12392"/>
          <a:stretch>
            <a:fillRect/>
          </a:stretch>
        </p:blipFill>
        <p:spPr>
          <a:xfrm>
            <a:off x="502920" y="1792224"/>
            <a:ext cx="2240280" cy="1066800"/>
          </a:xfrm>
          <a:prstGeom prst="rect">
            <a:avLst/>
          </a:prstGeom>
          <a:ln w="9525">
            <a:solidFill>
              <a:srgbClr val="D9D9D9"/>
            </a:solidFill>
          </a:ln>
        </p:spPr>
      </p:pic>
      <p:sp>
        <p:nvSpPr>
          <p:cNvPr id="11" name="Rounded Rectangle 10"/>
          <p:cNvSpPr/>
          <p:nvPr/>
        </p:nvSpPr>
        <p:spPr>
          <a:xfrm>
            <a:off x="502920" y="2877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Bitki toplulukları</a:t>
            </a:r>
          </a:p>
        </p:txBody>
      </p:sp>
      <p:sp>
        <p:nvSpPr>
          <p:cNvPr id="12" name="Rounded Rectangle 11"/>
          <p:cNvSpPr/>
          <p:nvPr/>
        </p:nvSpPr>
        <p:spPr>
          <a:xfrm>
            <a:off x="2816352" y="1792224"/>
            <a:ext cx="2136535"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3" name="Connector 12"/>
          <p:cNvCxnSpPr/>
          <p:nvPr/>
        </p:nvCxnSpPr>
        <p:spPr>
          <a:xfrm>
            <a:off x="2999232" y="2154936"/>
            <a:ext cx="1770775" cy="0"/>
          </a:xfrm>
          <a:prstGeom prst="line">
            <a:avLst/>
          </a:prstGeom>
          <a:ln w="12700">
            <a:solidFill>
              <a:srgbClr val="D9D9D9"/>
            </a:solidFill>
            <a:prstDash val="dash"/>
          </a:ln>
        </p:spPr>
      </p:cxnSp>
      <p:cxnSp>
        <p:nvCxnSpPr>
          <p:cNvPr id="14" name="Connector 13"/>
          <p:cNvCxnSpPr/>
          <p:nvPr/>
        </p:nvCxnSpPr>
        <p:spPr>
          <a:xfrm>
            <a:off x="2999232" y="2517648"/>
            <a:ext cx="1770775" cy="0"/>
          </a:xfrm>
          <a:prstGeom prst="line">
            <a:avLst/>
          </a:prstGeom>
          <a:ln w="12700">
            <a:solidFill>
              <a:srgbClr val="D9D9D9"/>
            </a:solidFill>
            <a:prstDash val="dash"/>
          </a:ln>
        </p:spPr>
      </p:cxnSp>
      <p:cxnSp>
        <p:nvCxnSpPr>
          <p:cNvPr id="15" name="Connector 14"/>
          <p:cNvCxnSpPr/>
          <p:nvPr/>
        </p:nvCxnSpPr>
        <p:spPr>
          <a:xfrm>
            <a:off x="2999232" y="2880360"/>
            <a:ext cx="1770775" cy="0"/>
          </a:xfrm>
          <a:prstGeom prst="line">
            <a:avLst/>
          </a:prstGeom>
          <a:ln w="12700">
            <a:solidFill>
              <a:srgbClr val="D9D9D9"/>
            </a:solidFill>
            <a:prstDash val="dash"/>
          </a:ln>
        </p:spPr>
      </p:cxnSp>
      <p:sp>
        <p:nvSpPr>
          <p:cNvPr id="16" name="Rounded Rectangle 15"/>
          <p:cNvSpPr/>
          <p:nvPr/>
        </p:nvSpPr>
        <p:spPr>
          <a:xfrm>
            <a:off x="5026039" y="1792224"/>
            <a:ext cx="1709228"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7" name="Connector 16"/>
          <p:cNvCxnSpPr/>
          <p:nvPr/>
        </p:nvCxnSpPr>
        <p:spPr>
          <a:xfrm>
            <a:off x="5208919" y="2154936"/>
            <a:ext cx="1343468" cy="0"/>
          </a:xfrm>
          <a:prstGeom prst="line">
            <a:avLst/>
          </a:prstGeom>
          <a:ln w="12700">
            <a:solidFill>
              <a:srgbClr val="D9D9D9"/>
            </a:solidFill>
            <a:prstDash val="dash"/>
          </a:ln>
        </p:spPr>
      </p:cxnSp>
      <p:cxnSp>
        <p:nvCxnSpPr>
          <p:cNvPr id="18" name="Connector 17"/>
          <p:cNvCxnSpPr/>
          <p:nvPr/>
        </p:nvCxnSpPr>
        <p:spPr>
          <a:xfrm>
            <a:off x="5208919" y="2517648"/>
            <a:ext cx="1343468" cy="0"/>
          </a:xfrm>
          <a:prstGeom prst="line">
            <a:avLst/>
          </a:prstGeom>
          <a:ln w="12700">
            <a:solidFill>
              <a:srgbClr val="D9D9D9"/>
            </a:solidFill>
            <a:prstDash val="dash"/>
          </a:ln>
        </p:spPr>
      </p:cxnSp>
      <p:cxnSp>
        <p:nvCxnSpPr>
          <p:cNvPr id="19" name="Connector 18"/>
          <p:cNvCxnSpPr/>
          <p:nvPr/>
        </p:nvCxnSpPr>
        <p:spPr>
          <a:xfrm>
            <a:off x="5208919" y="2880360"/>
            <a:ext cx="1343468" cy="0"/>
          </a:xfrm>
          <a:prstGeom prst="line">
            <a:avLst/>
          </a:prstGeom>
          <a:ln w="12700">
            <a:solidFill>
              <a:srgbClr val="D9D9D9"/>
            </a:solidFill>
            <a:prstDash val="dash"/>
          </a:ln>
        </p:spPr>
      </p:cxnSp>
      <p:sp>
        <p:nvSpPr>
          <p:cNvPr id="20" name="Rounded Rectangle 19"/>
          <p:cNvSpPr/>
          <p:nvPr/>
        </p:nvSpPr>
        <p:spPr>
          <a:xfrm>
            <a:off x="6808419" y="1792224"/>
            <a:ext cx="2884322"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1" name="Connector 20"/>
          <p:cNvCxnSpPr/>
          <p:nvPr/>
        </p:nvCxnSpPr>
        <p:spPr>
          <a:xfrm>
            <a:off x="6991299" y="2154936"/>
            <a:ext cx="2518562" cy="0"/>
          </a:xfrm>
          <a:prstGeom prst="line">
            <a:avLst/>
          </a:prstGeom>
          <a:ln w="12700">
            <a:solidFill>
              <a:srgbClr val="D9D9D9"/>
            </a:solidFill>
            <a:prstDash val="dash"/>
          </a:ln>
        </p:spPr>
      </p:cxnSp>
      <p:cxnSp>
        <p:nvCxnSpPr>
          <p:cNvPr id="22" name="Connector 21"/>
          <p:cNvCxnSpPr/>
          <p:nvPr/>
        </p:nvCxnSpPr>
        <p:spPr>
          <a:xfrm>
            <a:off x="6991299" y="2517648"/>
            <a:ext cx="2518562" cy="0"/>
          </a:xfrm>
          <a:prstGeom prst="line">
            <a:avLst/>
          </a:prstGeom>
          <a:ln w="12700">
            <a:solidFill>
              <a:srgbClr val="D9D9D9"/>
            </a:solidFill>
            <a:prstDash val="dash"/>
          </a:ln>
        </p:spPr>
      </p:cxnSp>
      <p:cxnSp>
        <p:nvCxnSpPr>
          <p:cNvPr id="23" name="Connector 22"/>
          <p:cNvCxnSpPr/>
          <p:nvPr/>
        </p:nvCxnSpPr>
        <p:spPr>
          <a:xfrm>
            <a:off x="6991299" y="2880360"/>
            <a:ext cx="2518562" cy="0"/>
          </a:xfrm>
          <a:prstGeom prst="line">
            <a:avLst/>
          </a:prstGeom>
          <a:ln w="12700">
            <a:solidFill>
              <a:srgbClr val="D9D9D9"/>
            </a:solidFill>
            <a:prstDash val="dash"/>
          </a:ln>
        </p:spPr>
      </p:cxnSp>
      <p:sp>
        <p:nvSpPr>
          <p:cNvPr id="24" name="Rounded Rectangle 23"/>
          <p:cNvSpPr/>
          <p:nvPr/>
        </p:nvSpPr>
        <p:spPr>
          <a:xfrm>
            <a:off x="9765893" y="1792224"/>
            <a:ext cx="1922881"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5" name="Connector 24"/>
          <p:cNvCxnSpPr/>
          <p:nvPr/>
        </p:nvCxnSpPr>
        <p:spPr>
          <a:xfrm>
            <a:off x="9948773" y="2154936"/>
            <a:ext cx="1557121" cy="0"/>
          </a:xfrm>
          <a:prstGeom prst="line">
            <a:avLst/>
          </a:prstGeom>
          <a:ln w="12700">
            <a:solidFill>
              <a:srgbClr val="D9D9D9"/>
            </a:solidFill>
            <a:prstDash val="dash"/>
          </a:ln>
        </p:spPr>
      </p:cxnSp>
      <p:cxnSp>
        <p:nvCxnSpPr>
          <p:cNvPr id="26" name="Connector 25"/>
          <p:cNvCxnSpPr/>
          <p:nvPr/>
        </p:nvCxnSpPr>
        <p:spPr>
          <a:xfrm>
            <a:off x="9948773" y="2517648"/>
            <a:ext cx="1557121" cy="0"/>
          </a:xfrm>
          <a:prstGeom prst="line">
            <a:avLst/>
          </a:prstGeom>
          <a:ln w="12700">
            <a:solidFill>
              <a:srgbClr val="D9D9D9"/>
            </a:solidFill>
            <a:prstDash val="dash"/>
          </a:ln>
        </p:spPr>
      </p:cxnSp>
      <p:cxnSp>
        <p:nvCxnSpPr>
          <p:cNvPr id="27" name="Connector 26"/>
          <p:cNvCxnSpPr/>
          <p:nvPr/>
        </p:nvCxnSpPr>
        <p:spPr>
          <a:xfrm>
            <a:off x="9948773" y="2880360"/>
            <a:ext cx="1557121" cy="0"/>
          </a:xfrm>
          <a:prstGeom prst="line">
            <a:avLst/>
          </a:prstGeom>
          <a:ln w="12700">
            <a:solidFill>
              <a:srgbClr val="D9D9D9"/>
            </a:solidFill>
            <a:prstDash val="dash"/>
          </a:ln>
        </p:spPr>
      </p:cxnSp>
      <p:pic>
        <p:nvPicPr>
          <p:cNvPr id="28" name="Picture 27" descr="h34_s221_nufus_ist.jpg"/>
          <p:cNvPicPr>
            <a:picLocks noChangeAspect="1"/>
          </p:cNvPicPr>
          <p:nvPr/>
        </p:nvPicPr>
        <p:blipFill>
          <a:blip r:embed="rId4"/>
          <a:srcRect t="1811" b="1811"/>
          <a:stretch>
            <a:fillRect/>
          </a:stretch>
        </p:blipFill>
        <p:spPr>
          <a:xfrm>
            <a:off x="502920" y="3316224"/>
            <a:ext cx="2240280" cy="1066800"/>
          </a:xfrm>
          <a:prstGeom prst="rect">
            <a:avLst/>
          </a:prstGeom>
          <a:ln w="9525">
            <a:solidFill>
              <a:srgbClr val="D9D9D9"/>
            </a:solidFill>
          </a:ln>
        </p:spPr>
      </p:pic>
      <p:sp>
        <p:nvSpPr>
          <p:cNvPr id="29" name="Rounded Rectangle 28"/>
          <p:cNvSpPr/>
          <p:nvPr/>
        </p:nvSpPr>
        <p:spPr>
          <a:xfrm>
            <a:off x="502920" y="4401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Nüfus yoğunluğu (2024)</a:t>
            </a:r>
          </a:p>
        </p:txBody>
      </p:sp>
      <p:sp>
        <p:nvSpPr>
          <p:cNvPr id="30" name="Rounded Rectangle 29"/>
          <p:cNvSpPr/>
          <p:nvPr/>
        </p:nvSpPr>
        <p:spPr>
          <a:xfrm>
            <a:off x="2816352" y="3316224"/>
            <a:ext cx="2136535"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1" name="Connector 30"/>
          <p:cNvCxnSpPr/>
          <p:nvPr/>
        </p:nvCxnSpPr>
        <p:spPr>
          <a:xfrm>
            <a:off x="2999232" y="3678936"/>
            <a:ext cx="1770775" cy="0"/>
          </a:xfrm>
          <a:prstGeom prst="line">
            <a:avLst/>
          </a:prstGeom>
          <a:ln w="12700">
            <a:solidFill>
              <a:srgbClr val="D9D9D9"/>
            </a:solidFill>
            <a:prstDash val="dash"/>
          </a:ln>
        </p:spPr>
      </p:cxnSp>
      <p:cxnSp>
        <p:nvCxnSpPr>
          <p:cNvPr id="32" name="Connector 31"/>
          <p:cNvCxnSpPr/>
          <p:nvPr/>
        </p:nvCxnSpPr>
        <p:spPr>
          <a:xfrm>
            <a:off x="2999232" y="4041648"/>
            <a:ext cx="1770775" cy="0"/>
          </a:xfrm>
          <a:prstGeom prst="line">
            <a:avLst/>
          </a:prstGeom>
          <a:ln w="12700">
            <a:solidFill>
              <a:srgbClr val="D9D9D9"/>
            </a:solidFill>
            <a:prstDash val="dash"/>
          </a:ln>
        </p:spPr>
      </p:cxnSp>
      <p:cxnSp>
        <p:nvCxnSpPr>
          <p:cNvPr id="33" name="Connector 32"/>
          <p:cNvCxnSpPr/>
          <p:nvPr/>
        </p:nvCxnSpPr>
        <p:spPr>
          <a:xfrm>
            <a:off x="2999232" y="4404360"/>
            <a:ext cx="1770775" cy="0"/>
          </a:xfrm>
          <a:prstGeom prst="line">
            <a:avLst/>
          </a:prstGeom>
          <a:ln w="12700">
            <a:solidFill>
              <a:srgbClr val="D9D9D9"/>
            </a:solidFill>
            <a:prstDash val="dash"/>
          </a:ln>
        </p:spPr>
      </p:cxnSp>
      <p:sp>
        <p:nvSpPr>
          <p:cNvPr id="34" name="Rounded Rectangle 33"/>
          <p:cNvSpPr/>
          <p:nvPr/>
        </p:nvSpPr>
        <p:spPr>
          <a:xfrm>
            <a:off x="5026039" y="3316224"/>
            <a:ext cx="1709228"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5" name="Connector 34"/>
          <p:cNvCxnSpPr/>
          <p:nvPr/>
        </p:nvCxnSpPr>
        <p:spPr>
          <a:xfrm>
            <a:off x="5208919" y="3678936"/>
            <a:ext cx="1343468" cy="0"/>
          </a:xfrm>
          <a:prstGeom prst="line">
            <a:avLst/>
          </a:prstGeom>
          <a:ln w="12700">
            <a:solidFill>
              <a:srgbClr val="D9D9D9"/>
            </a:solidFill>
            <a:prstDash val="dash"/>
          </a:ln>
        </p:spPr>
      </p:cxnSp>
      <p:cxnSp>
        <p:nvCxnSpPr>
          <p:cNvPr id="36" name="Connector 35"/>
          <p:cNvCxnSpPr/>
          <p:nvPr/>
        </p:nvCxnSpPr>
        <p:spPr>
          <a:xfrm>
            <a:off x="5208919" y="4041648"/>
            <a:ext cx="1343468" cy="0"/>
          </a:xfrm>
          <a:prstGeom prst="line">
            <a:avLst/>
          </a:prstGeom>
          <a:ln w="12700">
            <a:solidFill>
              <a:srgbClr val="D9D9D9"/>
            </a:solidFill>
            <a:prstDash val="dash"/>
          </a:ln>
        </p:spPr>
      </p:cxnSp>
      <p:cxnSp>
        <p:nvCxnSpPr>
          <p:cNvPr id="37" name="Connector 36"/>
          <p:cNvCxnSpPr/>
          <p:nvPr/>
        </p:nvCxnSpPr>
        <p:spPr>
          <a:xfrm>
            <a:off x="5208919" y="4404360"/>
            <a:ext cx="1343468" cy="0"/>
          </a:xfrm>
          <a:prstGeom prst="line">
            <a:avLst/>
          </a:prstGeom>
          <a:ln w="12700">
            <a:solidFill>
              <a:srgbClr val="D9D9D9"/>
            </a:solidFill>
            <a:prstDash val="dash"/>
          </a:ln>
        </p:spPr>
      </p:cxnSp>
      <p:sp>
        <p:nvSpPr>
          <p:cNvPr id="38" name="Rounded Rectangle 37"/>
          <p:cNvSpPr/>
          <p:nvPr/>
        </p:nvSpPr>
        <p:spPr>
          <a:xfrm>
            <a:off x="6808419" y="3316224"/>
            <a:ext cx="2884322"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9" name="Connector 38"/>
          <p:cNvCxnSpPr/>
          <p:nvPr/>
        </p:nvCxnSpPr>
        <p:spPr>
          <a:xfrm>
            <a:off x="6991299" y="3678936"/>
            <a:ext cx="2518562" cy="0"/>
          </a:xfrm>
          <a:prstGeom prst="line">
            <a:avLst/>
          </a:prstGeom>
          <a:ln w="12700">
            <a:solidFill>
              <a:srgbClr val="D9D9D9"/>
            </a:solidFill>
            <a:prstDash val="dash"/>
          </a:ln>
        </p:spPr>
      </p:cxnSp>
      <p:cxnSp>
        <p:nvCxnSpPr>
          <p:cNvPr id="40" name="Connector 39"/>
          <p:cNvCxnSpPr/>
          <p:nvPr/>
        </p:nvCxnSpPr>
        <p:spPr>
          <a:xfrm>
            <a:off x="6991299" y="4041648"/>
            <a:ext cx="2518562" cy="0"/>
          </a:xfrm>
          <a:prstGeom prst="line">
            <a:avLst/>
          </a:prstGeom>
          <a:ln w="12700">
            <a:solidFill>
              <a:srgbClr val="D9D9D9"/>
            </a:solidFill>
            <a:prstDash val="dash"/>
          </a:ln>
        </p:spPr>
      </p:cxnSp>
      <p:cxnSp>
        <p:nvCxnSpPr>
          <p:cNvPr id="41" name="Connector 40"/>
          <p:cNvCxnSpPr/>
          <p:nvPr/>
        </p:nvCxnSpPr>
        <p:spPr>
          <a:xfrm>
            <a:off x="6991299" y="4404360"/>
            <a:ext cx="2518562" cy="0"/>
          </a:xfrm>
          <a:prstGeom prst="line">
            <a:avLst/>
          </a:prstGeom>
          <a:ln w="12700">
            <a:solidFill>
              <a:srgbClr val="D9D9D9"/>
            </a:solidFill>
            <a:prstDash val="dash"/>
          </a:ln>
        </p:spPr>
      </p:cxnSp>
      <p:sp>
        <p:nvSpPr>
          <p:cNvPr id="42" name="Rounded Rectangle 41"/>
          <p:cNvSpPr/>
          <p:nvPr/>
        </p:nvSpPr>
        <p:spPr>
          <a:xfrm>
            <a:off x="9765893" y="3316224"/>
            <a:ext cx="1922881"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43" name="Connector 42"/>
          <p:cNvCxnSpPr/>
          <p:nvPr/>
        </p:nvCxnSpPr>
        <p:spPr>
          <a:xfrm>
            <a:off x="9948773" y="3678936"/>
            <a:ext cx="1557121" cy="0"/>
          </a:xfrm>
          <a:prstGeom prst="line">
            <a:avLst/>
          </a:prstGeom>
          <a:ln w="12700">
            <a:solidFill>
              <a:srgbClr val="D9D9D9"/>
            </a:solidFill>
            <a:prstDash val="dash"/>
          </a:ln>
        </p:spPr>
      </p:cxnSp>
      <p:cxnSp>
        <p:nvCxnSpPr>
          <p:cNvPr id="44" name="Connector 43"/>
          <p:cNvCxnSpPr/>
          <p:nvPr/>
        </p:nvCxnSpPr>
        <p:spPr>
          <a:xfrm>
            <a:off x="9948773" y="4041648"/>
            <a:ext cx="1557121" cy="0"/>
          </a:xfrm>
          <a:prstGeom prst="line">
            <a:avLst/>
          </a:prstGeom>
          <a:ln w="12700">
            <a:solidFill>
              <a:srgbClr val="D9D9D9"/>
            </a:solidFill>
            <a:prstDash val="dash"/>
          </a:ln>
        </p:spPr>
      </p:cxnSp>
      <p:cxnSp>
        <p:nvCxnSpPr>
          <p:cNvPr id="45" name="Connector 44"/>
          <p:cNvCxnSpPr/>
          <p:nvPr/>
        </p:nvCxnSpPr>
        <p:spPr>
          <a:xfrm>
            <a:off x="9948773" y="4404360"/>
            <a:ext cx="1557121" cy="0"/>
          </a:xfrm>
          <a:prstGeom prst="line">
            <a:avLst/>
          </a:prstGeom>
          <a:ln w="12700">
            <a:solidFill>
              <a:srgbClr val="D9D9D9"/>
            </a:solidFill>
            <a:prstDash val="dash"/>
          </a:ln>
        </p:spPr>
      </p:cxnSp>
      <p:pic>
        <p:nvPicPr>
          <p:cNvPr id="46" name="Picture 45" descr="h34_s221_kgm_ist.jpg"/>
          <p:cNvPicPr>
            <a:picLocks noChangeAspect="1"/>
          </p:cNvPicPr>
          <p:nvPr/>
        </p:nvPicPr>
        <p:blipFill>
          <a:blip r:embed="rId5"/>
          <a:srcRect t="1356" b="1356"/>
          <a:stretch>
            <a:fillRect/>
          </a:stretch>
        </p:blipFill>
        <p:spPr>
          <a:xfrm>
            <a:off x="502920" y="4840224"/>
            <a:ext cx="2240280" cy="1066800"/>
          </a:xfrm>
          <a:prstGeom prst="rect">
            <a:avLst/>
          </a:prstGeom>
          <a:ln w="9525">
            <a:solidFill>
              <a:srgbClr val="D9D9D9"/>
            </a:solidFill>
          </a:ln>
        </p:spPr>
      </p:pic>
      <p:sp>
        <p:nvSpPr>
          <p:cNvPr id="47" name="Rounded Rectangle 46"/>
          <p:cNvSpPr/>
          <p:nvPr/>
        </p:nvSpPr>
        <p:spPr>
          <a:xfrm>
            <a:off x="502920" y="5925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Karayolları hizmet bölgeleri</a:t>
            </a:r>
          </a:p>
        </p:txBody>
      </p:sp>
      <p:sp>
        <p:nvSpPr>
          <p:cNvPr id="48" name="Rounded Rectangle 47"/>
          <p:cNvSpPr/>
          <p:nvPr/>
        </p:nvSpPr>
        <p:spPr>
          <a:xfrm>
            <a:off x="2816352" y="4840224"/>
            <a:ext cx="2136535"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49" name="Connector 48"/>
          <p:cNvCxnSpPr/>
          <p:nvPr/>
        </p:nvCxnSpPr>
        <p:spPr>
          <a:xfrm>
            <a:off x="2999232" y="5202936"/>
            <a:ext cx="1770775" cy="0"/>
          </a:xfrm>
          <a:prstGeom prst="line">
            <a:avLst/>
          </a:prstGeom>
          <a:ln w="12700">
            <a:solidFill>
              <a:srgbClr val="D9D9D9"/>
            </a:solidFill>
            <a:prstDash val="dash"/>
          </a:ln>
        </p:spPr>
      </p:cxnSp>
      <p:cxnSp>
        <p:nvCxnSpPr>
          <p:cNvPr id="50" name="Connector 49"/>
          <p:cNvCxnSpPr/>
          <p:nvPr/>
        </p:nvCxnSpPr>
        <p:spPr>
          <a:xfrm>
            <a:off x="2999232" y="5565648"/>
            <a:ext cx="1770775" cy="0"/>
          </a:xfrm>
          <a:prstGeom prst="line">
            <a:avLst/>
          </a:prstGeom>
          <a:ln w="12700">
            <a:solidFill>
              <a:srgbClr val="D9D9D9"/>
            </a:solidFill>
            <a:prstDash val="dash"/>
          </a:ln>
        </p:spPr>
      </p:cxnSp>
      <p:cxnSp>
        <p:nvCxnSpPr>
          <p:cNvPr id="51" name="Connector 50"/>
          <p:cNvCxnSpPr/>
          <p:nvPr/>
        </p:nvCxnSpPr>
        <p:spPr>
          <a:xfrm>
            <a:off x="2999232" y="5928360"/>
            <a:ext cx="1770775" cy="0"/>
          </a:xfrm>
          <a:prstGeom prst="line">
            <a:avLst/>
          </a:prstGeom>
          <a:ln w="12700">
            <a:solidFill>
              <a:srgbClr val="D9D9D9"/>
            </a:solidFill>
            <a:prstDash val="dash"/>
          </a:ln>
        </p:spPr>
      </p:cxnSp>
      <p:sp>
        <p:nvSpPr>
          <p:cNvPr id="52" name="Rounded Rectangle 51"/>
          <p:cNvSpPr/>
          <p:nvPr/>
        </p:nvSpPr>
        <p:spPr>
          <a:xfrm>
            <a:off x="5026039" y="4840224"/>
            <a:ext cx="1709228"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53" name="Connector 52"/>
          <p:cNvCxnSpPr/>
          <p:nvPr/>
        </p:nvCxnSpPr>
        <p:spPr>
          <a:xfrm>
            <a:off x="5208919" y="5202936"/>
            <a:ext cx="1343468" cy="0"/>
          </a:xfrm>
          <a:prstGeom prst="line">
            <a:avLst/>
          </a:prstGeom>
          <a:ln w="12700">
            <a:solidFill>
              <a:srgbClr val="D9D9D9"/>
            </a:solidFill>
            <a:prstDash val="dash"/>
          </a:ln>
        </p:spPr>
      </p:cxnSp>
      <p:cxnSp>
        <p:nvCxnSpPr>
          <p:cNvPr id="54" name="Connector 53"/>
          <p:cNvCxnSpPr/>
          <p:nvPr/>
        </p:nvCxnSpPr>
        <p:spPr>
          <a:xfrm>
            <a:off x="5208919" y="5565648"/>
            <a:ext cx="1343468" cy="0"/>
          </a:xfrm>
          <a:prstGeom prst="line">
            <a:avLst/>
          </a:prstGeom>
          <a:ln w="12700">
            <a:solidFill>
              <a:srgbClr val="D9D9D9"/>
            </a:solidFill>
            <a:prstDash val="dash"/>
          </a:ln>
        </p:spPr>
      </p:cxnSp>
      <p:cxnSp>
        <p:nvCxnSpPr>
          <p:cNvPr id="55" name="Connector 54"/>
          <p:cNvCxnSpPr/>
          <p:nvPr/>
        </p:nvCxnSpPr>
        <p:spPr>
          <a:xfrm>
            <a:off x="5208919" y="5928360"/>
            <a:ext cx="1343468" cy="0"/>
          </a:xfrm>
          <a:prstGeom prst="line">
            <a:avLst/>
          </a:prstGeom>
          <a:ln w="12700">
            <a:solidFill>
              <a:srgbClr val="D9D9D9"/>
            </a:solidFill>
            <a:prstDash val="dash"/>
          </a:ln>
        </p:spPr>
      </p:cxnSp>
      <p:sp>
        <p:nvSpPr>
          <p:cNvPr id="56" name="Rounded Rectangle 55"/>
          <p:cNvSpPr/>
          <p:nvPr/>
        </p:nvSpPr>
        <p:spPr>
          <a:xfrm>
            <a:off x="6808419" y="4840224"/>
            <a:ext cx="2884322"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57" name="Connector 56"/>
          <p:cNvCxnSpPr/>
          <p:nvPr/>
        </p:nvCxnSpPr>
        <p:spPr>
          <a:xfrm>
            <a:off x="6991299" y="5202936"/>
            <a:ext cx="2518562" cy="0"/>
          </a:xfrm>
          <a:prstGeom prst="line">
            <a:avLst/>
          </a:prstGeom>
          <a:ln w="12700">
            <a:solidFill>
              <a:srgbClr val="D9D9D9"/>
            </a:solidFill>
            <a:prstDash val="dash"/>
          </a:ln>
        </p:spPr>
      </p:cxnSp>
      <p:cxnSp>
        <p:nvCxnSpPr>
          <p:cNvPr id="58" name="Connector 57"/>
          <p:cNvCxnSpPr/>
          <p:nvPr/>
        </p:nvCxnSpPr>
        <p:spPr>
          <a:xfrm>
            <a:off x="6991299" y="5565648"/>
            <a:ext cx="2518562" cy="0"/>
          </a:xfrm>
          <a:prstGeom prst="line">
            <a:avLst/>
          </a:prstGeom>
          <a:ln w="12700">
            <a:solidFill>
              <a:srgbClr val="D9D9D9"/>
            </a:solidFill>
            <a:prstDash val="dash"/>
          </a:ln>
        </p:spPr>
      </p:cxnSp>
      <p:cxnSp>
        <p:nvCxnSpPr>
          <p:cNvPr id="59" name="Connector 58"/>
          <p:cNvCxnSpPr/>
          <p:nvPr/>
        </p:nvCxnSpPr>
        <p:spPr>
          <a:xfrm>
            <a:off x="6991299" y="5928360"/>
            <a:ext cx="2518562" cy="0"/>
          </a:xfrm>
          <a:prstGeom prst="line">
            <a:avLst/>
          </a:prstGeom>
          <a:ln w="12700">
            <a:solidFill>
              <a:srgbClr val="D9D9D9"/>
            </a:solidFill>
            <a:prstDash val="dash"/>
          </a:ln>
        </p:spPr>
      </p:cxnSp>
      <p:sp>
        <p:nvSpPr>
          <p:cNvPr id="60" name="Rounded Rectangle 59"/>
          <p:cNvSpPr/>
          <p:nvPr/>
        </p:nvSpPr>
        <p:spPr>
          <a:xfrm>
            <a:off x="9765893" y="4840224"/>
            <a:ext cx="1922881" cy="1450848"/>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61" name="Connector 60"/>
          <p:cNvCxnSpPr/>
          <p:nvPr/>
        </p:nvCxnSpPr>
        <p:spPr>
          <a:xfrm>
            <a:off x="9948773" y="5202936"/>
            <a:ext cx="1557121" cy="0"/>
          </a:xfrm>
          <a:prstGeom prst="line">
            <a:avLst/>
          </a:prstGeom>
          <a:ln w="12700">
            <a:solidFill>
              <a:srgbClr val="D9D9D9"/>
            </a:solidFill>
            <a:prstDash val="dash"/>
          </a:ln>
        </p:spPr>
      </p:cxnSp>
      <p:cxnSp>
        <p:nvCxnSpPr>
          <p:cNvPr id="62" name="Connector 61"/>
          <p:cNvCxnSpPr/>
          <p:nvPr/>
        </p:nvCxnSpPr>
        <p:spPr>
          <a:xfrm>
            <a:off x="9948773" y="5565648"/>
            <a:ext cx="1557121" cy="0"/>
          </a:xfrm>
          <a:prstGeom prst="line">
            <a:avLst/>
          </a:prstGeom>
          <a:ln w="12700">
            <a:solidFill>
              <a:srgbClr val="D9D9D9"/>
            </a:solidFill>
            <a:prstDash val="dash"/>
          </a:ln>
        </p:spPr>
      </p:cxnSp>
      <p:cxnSp>
        <p:nvCxnSpPr>
          <p:cNvPr id="63" name="Connector 62"/>
          <p:cNvCxnSpPr/>
          <p:nvPr/>
        </p:nvCxnSpPr>
        <p:spPr>
          <a:xfrm>
            <a:off x="9948773" y="5928360"/>
            <a:ext cx="1557121" cy="0"/>
          </a:xfrm>
          <a:prstGeom prst="line">
            <a:avLst/>
          </a:prstGeom>
          <a:ln w="12700">
            <a:solidFill>
              <a:srgbClr val="D9D9D9"/>
            </a:solidFill>
            <a:prstDash val="dash"/>
          </a:ln>
        </p:spPr>
      </p:cxnSp>
      <p:sp>
        <p:nvSpPr>
          <p:cNvPr id="64" name="TextBox 6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65" name="Rounded Rectangle 6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66" name="TextBox 6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50 / 187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Aynı il, üç harita: İstanbul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2816352" y="1216152"/>
            <a:ext cx="2136535"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Kriter</a:t>
            </a:r>
          </a:p>
        </p:txBody>
      </p:sp>
      <p:sp>
        <p:nvSpPr>
          <p:cNvPr id="7" name="Rounded Rectangle 6"/>
          <p:cNvSpPr/>
          <p:nvPr/>
        </p:nvSpPr>
        <p:spPr>
          <a:xfrm>
            <a:off x="5026039" y="1216152"/>
            <a:ext cx="1709228"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Bölge türü</a:t>
            </a:r>
          </a:p>
        </p:txBody>
      </p:sp>
      <p:sp>
        <p:nvSpPr>
          <p:cNvPr id="8" name="Rounded Rectangle 7"/>
          <p:cNvSpPr/>
          <p:nvPr/>
        </p:nvSpPr>
        <p:spPr>
          <a:xfrm>
            <a:off x="6808419" y="1216152"/>
            <a:ext cx="2884322"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İstanbul hangi bölgede?</a:t>
            </a:r>
          </a:p>
        </p:txBody>
      </p:sp>
      <p:sp>
        <p:nvSpPr>
          <p:cNvPr id="9" name="Rounded Rectangle 8"/>
          <p:cNvSpPr/>
          <p:nvPr/>
        </p:nvSpPr>
        <p:spPr>
          <a:xfrm>
            <a:off x="9765893" y="1216152"/>
            <a:ext cx="1922881" cy="502920"/>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Sınır</a:t>
            </a:r>
          </a:p>
        </p:txBody>
      </p:sp>
      <p:pic>
        <p:nvPicPr>
          <p:cNvPr id="10" name="Picture 9" descr="h34_s220_bitki_ist.jpg"/>
          <p:cNvPicPr>
            <a:picLocks noChangeAspect="1"/>
          </p:cNvPicPr>
          <p:nvPr/>
        </p:nvPicPr>
        <p:blipFill>
          <a:blip r:embed="rId3"/>
          <a:srcRect t="12392" b="12392"/>
          <a:stretch>
            <a:fillRect/>
          </a:stretch>
        </p:blipFill>
        <p:spPr>
          <a:xfrm>
            <a:off x="502920" y="1792224"/>
            <a:ext cx="2240280" cy="1066800"/>
          </a:xfrm>
          <a:prstGeom prst="rect">
            <a:avLst/>
          </a:prstGeom>
          <a:ln w="9525">
            <a:solidFill>
              <a:srgbClr val="D9D9D9"/>
            </a:solidFill>
          </a:ln>
        </p:spPr>
      </p:pic>
      <p:sp>
        <p:nvSpPr>
          <p:cNvPr id="11" name="Rounded Rectangle 10"/>
          <p:cNvSpPr/>
          <p:nvPr/>
        </p:nvSpPr>
        <p:spPr>
          <a:xfrm>
            <a:off x="502920" y="2877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Bitki toplulukları</a:t>
            </a:r>
          </a:p>
        </p:txBody>
      </p:sp>
      <p:sp>
        <p:nvSpPr>
          <p:cNvPr id="12" name="Rounded Rectangle 11"/>
          <p:cNvSpPr/>
          <p:nvPr/>
        </p:nvSpPr>
        <p:spPr>
          <a:xfrm>
            <a:off x="2816352" y="1792224"/>
            <a:ext cx="2136535"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doğal bitki örtüsü (fiziki)</a:t>
            </a:r>
          </a:p>
        </p:txBody>
      </p:sp>
      <p:sp>
        <p:nvSpPr>
          <p:cNvPr id="13" name="Rounded Rectangle 12"/>
          <p:cNvSpPr/>
          <p:nvPr/>
        </p:nvSpPr>
        <p:spPr>
          <a:xfrm>
            <a:off x="5026039" y="1792224"/>
            <a:ext cx="1709228" cy="1450848"/>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Doğal şekilsel</a:t>
            </a:r>
          </a:p>
        </p:txBody>
      </p:sp>
      <p:sp>
        <p:nvSpPr>
          <p:cNvPr id="14" name="Rounded Rectangle 13"/>
          <p:cNvSpPr/>
          <p:nvPr/>
        </p:nvSpPr>
        <p:spPr>
          <a:xfrm>
            <a:off x="6808419" y="1792224"/>
            <a:ext cx="2884322"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Kuzeyde kayın, gürgen, kestane, meşe ormanları; Marmara kıyısında kızılçam ve maki</a:t>
            </a:r>
          </a:p>
        </p:txBody>
      </p:sp>
      <p:sp>
        <p:nvSpPr>
          <p:cNvPr id="15" name="Rounded Rectangle 14"/>
          <p:cNvSpPr/>
          <p:nvPr/>
        </p:nvSpPr>
        <p:spPr>
          <a:xfrm>
            <a:off x="9765893" y="1792224"/>
            <a:ext cx="1922881"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İl sınırını izlemez, geçişli</a:t>
            </a:r>
          </a:p>
        </p:txBody>
      </p:sp>
      <p:pic>
        <p:nvPicPr>
          <p:cNvPr id="16" name="Picture 15" descr="h34_s221_nufus_ist.jpg"/>
          <p:cNvPicPr>
            <a:picLocks noChangeAspect="1"/>
          </p:cNvPicPr>
          <p:nvPr/>
        </p:nvPicPr>
        <p:blipFill>
          <a:blip r:embed="rId4"/>
          <a:srcRect t="1811" b="1811"/>
          <a:stretch>
            <a:fillRect/>
          </a:stretch>
        </p:blipFill>
        <p:spPr>
          <a:xfrm>
            <a:off x="502920" y="3316224"/>
            <a:ext cx="2240280" cy="1066800"/>
          </a:xfrm>
          <a:prstGeom prst="rect">
            <a:avLst/>
          </a:prstGeom>
          <a:ln w="9525">
            <a:solidFill>
              <a:srgbClr val="D9D9D9"/>
            </a:solidFill>
          </a:ln>
        </p:spPr>
      </p:pic>
      <p:sp>
        <p:nvSpPr>
          <p:cNvPr id="17" name="Rounded Rectangle 16"/>
          <p:cNvSpPr/>
          <p:nvPr/>
        </p:nvSpPr>
        <p:spPr>
          <a:xfrm>
            <a:off x="502920" y="4401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Nüfus yoğunluğu (2024)</a:t>
            </a:r>
          </a:p>
        </p:txBody>
      </p:sp>
      <p:sp>
        <p:nvSpPr>
          <p:cNvPr id="18" name="Rounded Rectangle 17"/>
          <p:cNvSpPr/>
          <p:nvPr/>
        </p:nvSpPr>
        <p:spPr>
          <a:xfrm>
            <a:off x="2816352" y="3316224"/>
            <a:ext cx="2136535"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nüfus yoğunluğu (beşerî)</a:t>
            </a:r>
          </a:p>
        </p:txBody>
      </p:sp>
      <p:sp>
        <p:nvSpPr>
          <p:cNvPr id="19" name="Rounded Rectangle 18"/>
          <p:cNvSpPr/>
          <p:nvPr/>
        </p:nvSpPr>
        <p:spPr>
          <a:xfrm>
            <a:off x="5026039" y="3316224"/>
            <a:ext cx="1709228" cy="1450848"/>
          </a:xfrm>
          <a:prstGeom prst="roundRect">
            <a:avLst>
              <a:gd name="adj" fmla="val 8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Beşerî şekilsel</a:t>
            </a:r>
          </a:p>
        </p:txBody>
      </p:sp>
      <p:sp>
        <p:nvSpPr>
          <p:cNvPr id="20" name="Rounded Rectangle 19"/>
          <p:cNvSpPr/>
          <p:nvPr/>
        </p:nvSpPr>
        <p:spPr>
          <a:xfrm>
            <a:off x="6808419" y="3316224"/>
            <a:ext cx="2884322"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553+ (en yoğun sınıf)</a:t>
            </a:r>
          </a:p>
        </p:txBody>
      </p:sp>
      <p:sp>
        <p:nvSpPr>
          <p:cNvPr id="21" name="Rounded Rectangle 20"/>
          <p:cNvSpPr/>
          <p:nvPr/>
        </p:nvSpPr>
        <p:spPr>
          <a:xfrm>
            <a:off x="9765893" y="3316224"/>
            <a:ext cx="1922881"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İl sınırlarını izler</a:t>
            </a:r>
          </a:p>
        </p:txBody>
      </p:sp>
      <p:pic>
        <p:nvPicPr>
          <p:cNvPr id="22" name="Picture 21" descr="h34_s221_kgm_ist.jpg"/>
          <p:cNvPicPr>
            <a:picLocks noChangeAspect="1"/>
          </p:cNvPicPr>
          <p:nvPr/>
        </p:nvPicPr>
        <p:blipFill>
          <a:blip r:embed="rId5"/>
          <a:srcRect t="1356" b="1356"/>
          <a:stretch>
            <a:fillRect/>
          </a:stretch>
        </p:blipFill>
        <p:spPr>
          <a:xfrm>
            <a:off x="502920" y="4840224"/>
            <a:ext cx="2240280" cy="1066800"/>
          </a:xfrm>
          <a:prstGeom prst="rect">
            <a:avLst/>
          </a:prstGeom>
          <a:ln w="9525">
            <a:solidFill>
              <a:srgbClr val="D9D9D9"/>
            </a:solidFill>
          </a:ln>
        </p:spPr>
      </p:pic>
      <p:sp>
        <p:nvSpPr>
          <p:cNvPr id="23" name="Rounded Rectangle 22"/>
          <p:cNvSpPr/>
          <p:nvPr/>
        </p:nvSpPr>
        <p:spPr>
          <a:xfrm>
            <a:off x="502920" y="5925312"/>
            <a:ext cx="2240280" cy="365760"/>
          </a:xfrm>
          <a:prstGeom prst="roundRect">
            <a:avLst>
              <a:gd name="adj" fmla="val 10000"/>
            </a:avLst>
          </a:prstGeom>
          <a:solidFill>
            <a:srgbClr val="4F4F4F"/>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Karayolları hizmet bölgeleri</a:t>
            </a:r>
          </a:p>
        </p:txBody>
      </p:sp>
      <p:sp>
        <p:nvSpPr>
          <p:cNvPr id="24" name="Rounded Rectangle 23"/>
          <p:cNvSpPr/>
          <p:nvPr/>
        </p:nvSpPr>
        <p:spPr>
          <a:xfrm>
            <a:off x="2816352" y="4840224"/>
            <a:ext cx="2136535"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karayolu hizmeti: merkez ve bağlı iller</a:t>
            </a:r>
          </a:p>
        </p:txBody>
      </p:sp>
      <p:sp>
        <p:nvSpPr>
          <p:cNvPr id="25" name="Rounded Rectangle 24"/>
          <p:cNvSpPr/>
          <p:nvPr/>
        </p:nvSpPr>
        <p:spPr>
          <a:xfrm>
            <a:off x="5026039" y="4840224"/>
            <a:ext cx="1709228" cy="1450848"/>
          </a:xfrm>
          <a:prstGeom prst="roundRect">
            <a:avLst>
              <a:gd name="adj" fmla="val 8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İşlevsel</a:t>
            </a:r>
          </a:p>
        </p:txBody>
      </p:sp>
      <p:sp>
        <p:nvSpPr>
          <p:cNvPr id="26" name="Rounded Rectangle 25"/>
          <p:cNvSpPr/>
          <p:nvPr/>
        </p:nvSpPr>
        <p:spPr>
          <a:xfrm>
            <a:off x="6808419" y="4840224"/>
            <a:ext cx="2884322"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1. Bölge İSTANBUL (merkez)</a:t>
            </a:r>
          </a:p>
        </p:txBody>
      </p:sp>
      <p:sp>
        <p:nvSpPr>
          <p:cNvPr id="27" name="Rounded Rectangle 26"/>
          <p:cNvSpPr/>
          <p:nvPr/>
        </p:nvSpPr>
        <p:spPr>
          <a:xfrm>
            <a:off x="9765893" y="4840224"/>
            <a:ext cx="1922881" cy="1450848"/>
          </a:xfrm>
          <a:prstGeom prst="roundRect">
            <a:avLst>
              <a:gd name="adj" fmla="val 8000"/>
            </a:avLst>
          </a:prstGeom>
          <a:solidFill>
            <a:srgbClr val="E3F1E4"/>
          </a:solidFill>
          <a:ln w="9525">
            <a:solidFill>
              <a:srgbClr val="2E7D32"/>
            </a:solidFill>
          </a:ln>
          <a:effectLst/>
        </p:spPr>
        <p:txBody>
          <a:bodyPr rtlCol="0" anchor="ctr" wrap="square" tIns="73152" bIns="73152">
            <a:noAutofit/>
          </a:bodyPr>
          <a:lstStyle/>
          <a:p>
            <a:pPr algn="l">
              <a:spcBef>
                <a:spcPts val="0"/>
              </a:spcBef>
              <a:spcAft>
                <a:spcPts val="0"/>
              </a:spcAft>
            </a:pPr>
            <a:r>
              <a:rPr lang="tr-TR" sz="1700" b="0" i="0">
                <a:solidFill>
                  <a:srgbClr val="262626"/>
                </a:solidFill>
                <a:latin typeface="Calibri"/>
              </a:rPr>
              <a:t>İl sınırlarını izler, net</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51 / 187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kriterler ve farklı bölge sınırları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 · 3 dk</a:t>
            </a:r>
          </a:p>
        </p:txBody>
      </p:sp>
      <p:sp>
        <p:nvSpPr>
          <p:cNvPr id="6" name="Rounded Rectangle 5"/>
          <p:cNvSpPr/>
          <p:nvPr/>
        </p:nvSpPr>
        <p:spPr>
          <a:xfrm>
            <a:off x="502920" y="1216152"/>
            <a:ext cx="11185855" cy="24825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400" b="1" i="0">
                <a:solidFill>
                  <a:srgbClr val="262626"/>
                </a:solidFill>
                <a:latin typeface="Calibri"/>
              </a:rPr>
              <a:t>1. Türkiye haritalarında gösterilen bölgelerin oluşturulmasında kullanılan kriterler nelerdir?</a:t>
            </a:r>
          </a:p>
        </p:txBody>
      </p:sp>
      <p:sp>
        <p:nvSpPr>
          <p:cNvPr id="7" name="Rounded Rectangle 6"/>
          <p:cNvSpPr/>
          <p:nvPr/>
        </p:nvSpPr>
        <p:spPr>
          <a:xfrm>
            <a:off x="502920" y="3808476"/>
            <a:ext cx="11185855" cy="248259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400" b="1" i="0">
                <a:solidFill>
                  <a:srgbClr val="262626"/>
                </a:solidFill>
                <a:latin typeface="Calibri"/>
              </a:rPr>
              <a:t>2. Türkiye’deki bir alanın farklı bölge sınırları içinde yer almasının gerekçeleri neler olabilir?</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52 / 187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550" b="1" i="0">
                <a:solidFill>
                  <a:srgbClr val="FFFFFF"/>
                </a:solidFill>
                <a:latin typeface="Calibri"/>
              </a:rPr>
              <a:t>Değerlendirme: kriterler ve farklı bölge sınırları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507492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7492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496519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1. Kullanılan kriterler</a:t>
            </a:r>
          </a:p>
          <a:p>
            <a:pPr algn="l" marL="248620" indent="-248620">
              <a:spcBef>
                <a:spcPts val="0"/>
              </a:spcBef>
              <a:spcAft>
                <a:spcPts val="500"/>
              </a:spcAft>
            </a:pPr>
            <a:r>
              <a:rPr lang="tr-TR" sz="2000" b="1" i="0">
                <a:solidFill>
                  <a:srgbClr val="3E7D3A"/>
                </a:solidFill>
                <a:latin typeface="Calibri"/>
              </a:rPr>
              <a:t>•  </a:t>
            </a:r>
            <a:r>
              <a:rPr lang="tr-TR" sz="2000" b="1" i="0">
                <a:solidFill>
                  <a:srgbClr val="262626"/>
                </a:solidFill>
                <a:latin typeface="Calibri"/>
              </a:rPr>
              <a:t>Bitki toplulukları:</a:t>
            </a:r>
            <a:r>
              <a:rPr lang="tr-TR" sz="2000" b="0" i="0">
                <a:solidFill>
                  <a:srgbClr val="262626"/>
                </a:solidFill>
                <a:latin typeface="Calibri"/>
              </a:rPr>
              <a:t> doğal bitki örtüsü (fiziki)</a:t>
            </a:r>
          </a:p>
          <a:p>
            <a:pPr algn="l" marL="248620" indent="-248620">
              <a:spcBef>
                <a:spcPts val="0"/>
              </a:spcBef>
              <a:spcAft>
                <a:spcPts val="500"/>
              </a:spcAft>
            </a:pPr>
            <a:r>
              <a:rPr lang="tr-TR" sz="2000" b="1" i="0">
                <a:solidFill>
                  <a:srgbClr val="B05A1E"/>
                </a:solidFill>
                <a:latin typeface="Calibri"/>
              </a:rPr>
              <a:t>•  </a:t>
            </a:r>
            <a:r>
              <a:rPr lang="tr-TR" sz="2000" b="1" i="0">
                <a:solidFill>
                  <a:srgbClr val="262626"/>
                </a:solidFill>
                <a:latin typeface="Calibri"/>
              </a:rPr>
              <a:t>Nüfus yoğunluğu:</a:t>
            </a:r>
            <a:r>
              <a:rPr lang="tr-TR" sz="2000" b="0" i="0">
                <a:solidFill>
                  <a:srgbClr val="262626"/>
                </a:solidFill>
                <a:latin typeface="Calibri"/>
              </a:rPr>
              <a:t> nüfus (beşerî)</a:t>
            </a:r>
          </a:p>
          <a:p>
            <a:pPr algn="l" marL="248620" indent="-248620">
              <a:spcBef>
                <a:spcPts val="0"/>
              </a:spcBef>
              <a:spcAft>
                <a:spcPts val="0"/>
              </a:spcAft>
            </a:pPr>
            <a:r>
              <a:rPr lang="tr-TR" sz="2000" b="1" i="0">
                <a:solidFill>
                  <a:srgbClr val="1F6EA8"/>
                </a:solidFill>
                <a:latin typeface="Calibri"/>
              </a:rPr>
              <a:t>•  </a:t>
            </a:r>
            <a:r>
              <a:rPr lang="tr-TR" sz="2000" b="1" i="0">
                <a:solidFill>
                  <a:srgbClr val="262626"/>
                </a:solidFill>
                <a:latin typeface="Calibri"/>
              </a:rPr>
              <a:t>Hizmet bölgeleri:</a:t>
            </a:r>
            <a:r>
              <a:rPr lang="tr-TR" sz="2000" b="0" i="0">
                <a:solidFill>
                  <a:srgbClr val="262626"/>
                </a:solidFill>
                <a:latin typeface="Calibri"/>
              </a:rPr>
              <a:t> karayolu hizmeti; merkez ve bağlı iller</a:t>
            </a:r>
          </a:p>
        </p:txBody>
      </p:sp>
      <p:sp>
        <p:nvSpPr>
          <p:cNvPr id="9" name="Rounded Rectangle 8"/>
          <p:cNvSpPr/>
          <p:nvPr/>
        </p:nvSpPr>
        <p:spPr>
          <a:xfrm>
            <a:off x="6210147" y="1216152"/>
            <a:ext cx="5478627" cy="27432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274320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26334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2. Gerekçeler</a:t>
            </a:r>
          </a:p>
          <a:p>
            <a:pPr algn="l" marL="248620" indent="-248620">
              <a:spcBef>
                <a:spcPts val="0"/>
              </a:spcBef>
              <a:spcAft>
                <a:spcPts val="500"/>
              </a:spcAft>
            </a:pPr>
            <a:r>
              <a:rPr lang="tr-TR" sz="2000" b="1" i="0">
                <a:solidFill>
                  <a:srgbClr val="2E7D32"/>
                </a:solidFill>
                <a:latin typeface="Calibri"/>
              </a:rPr>
              <a:t>•  </a:t>
            </a:r>
            <a:r>
              <a:rPr lang="tr-TR" sz="2000" b="0" i="0">
                <a:solidFill>
                  <a:srgbClr val="262626"/>
                </a:solidFill>
                <a:latin typeface="Calibri"/>
              </a:rPr>
              <a:t>Her harita farklı bir kriterle, farklı bir amaçla hazırlanır.</a:t>
            </a:r>
          </a:p>
          <a:p>
            <a:pPr algn="l" marL="248620" indent="-248620">
              <a:spcBef>
                <a:spcPts val="0"/>
              </a:spcBef>
              <a:spcAft>
                <a:spcPts val="0"/>
              </a:spcAft>
            </a:pPr>
            <a:r>
              <a:rPr lang="tr-TR" sz="2000" b="1" i="0">
                <a:solidFill>
                  <a:srgbClr val="2E7D32"/>
                </a:solidFill>
                <a:latin typeface="Calibri"/>
              </a:rPr>
              <a:t>•  </a:t>
            </a:r>
            <a:r>
              <a:rPr lang="tr-TR" sz="2000" b="0" i="0">
                <a:solidFill>
                  <a:srgbClr val="262626"/>
                </a:solidFill>
                <a:latin typeface="Calibri"/>
              </a:rPr>
              <a:t>Bu yüzden İstanbul her haritada başka bir bölgede.</a:t>
            </a:r>
          </a:p>
        </p:txBody>
      </p:sp>
      <p:sp>
        <p:nvSpPr>
          <p:cNvPr id="12" name="Rounded Rectangle 11"/>
          <p:cNvSpPr/>
          <p:nvPr/>
        </p:nvSpPr>
        <p:spPr>
          <a:xfrm>
            <a:off x="6210147" y="4096512"/>
            <a:ext cx="5478627" cy="219456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6210147" y="4096512"/>
            <a:ext cx="118872" cy="2194560"/>
          </a:xfrm>
          <a:prstGeom prst="rect">
            <a:avLst/>
          </a:prstGeom>
          <a:solidFill>
            <a:srgbClr val="2E7D32"/>
          </a:solidFill>
          <a:ln>
            <a:noFill/>
          </a:ln>
          <a:effectLst/>
        </p:spPr>
        <p:txBody>
          <a:bodyPr rtlCol="0" anchor="ctr"/>
          <a:lstStyle/>
          <a:p/>
        </p:txBody>
      </p:sp>
      <p:sp>
        <p:nvSpPr>
          <p:cNvPr id="14" name="TextBox 13"/>
          <p:cNvSpPr txBox="1"/>
          <p:nvPr/>
        </p:nvSpPr>
        <p:spPr>
          <a:xfrm>
            <a:off x="6484467" y="4096512"/>
            <a:ext cx="5067147" cy="219456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Bölge sınırı, bölge belirlemede esas alınan kriterlere göre belirlenir.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53 / 187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Tahtada: kriter → bölge türü → sınırın niteliği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SÖZCÜ</a:t>
            </a:r>
          </a:p>
        </p:txBody>
      </p:sp>
      <p:sp>
        <p:nvSpPr>
          <p:cNvPr id="6" name="Rounded Rectangle 5"/>
          <p:cNvSpPr/>
          <p:nvPr/>
        </p:nvSpPr>
        <p:spPr>
          <a:xfrm>
            <a:off x="502920" y="1261872"/>
            <a:ext cx="3606698" cy="5029200"/>
          </a:xfrm>
          <a:prstGeom prst="roundRect">
            <a:avLst>
              <a:gd name="adj" fmla="val 5000"/>
            </a:avLst>
          </a:prstGeom>
          <a:solidFill>
            <a:srgbClr val="FFFFFF"/>
          </a:solidFill>
          <a:ln>
            <a:noFill/>
          </a:ln>
          <a:effectLst/>
        </p:spPr>
        <p:txBody>
          <a:bodyPr rtlCol="0" anchor="ctr"/>
          <a:lstStyle/>
          <a:p/>
        </p:txBody>
      </p:sp>
      <p:sp>
        <p:nvSpPr>
          <p:cNvPr id="7" name="Rounded Rectangle 6"/>
          <p:cNvSpPr/>
          <p:nvPr/>
        </p:nvSpPr>
        <p:spPr>
          <a:xfrm>
            <a:off x="502920" y="1261872"/>
            <a:ext cx="3606698" cy="685800"/>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604772"/>
            <a:ext cx="3606698" cy="342900"/>
          </a:xfrm>
          <a:prstGeom prst="rect">
            <a:avLst/>
          </a:prstGeom>
          <a:solidFill>
            <a:srgbClr val="2A5D8F"/>
          </a:solidFill>
          <a:ln>
            <a:noFill/>
          </a:ln>
          <a:effectLst/>
        </p:spPr>
        <p:txBody>
          <a:bodyPr rtlCol="0" anchor="ctr"/>
          <a:lstStyle/>
          <a:p/>
        </p:txBody>
      </p:sp>
      <p:sp>
        <p:nvSpPr>
          <p:cNvPr id="9" name="TextBox 8"/>
          <p:cNvSpPr txBox="1"/>
          <p:nvPr/>
        </p:nvSpPr>
        <p:spPr>
          <a:xfrm>
            <a:off x="594360" y="126187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Kriter</a:t>
            </a:r>
          </a:p>
        </p:txBody>
      </p:sp>
      <p:sp>
        <p:nvSpPr>
          <p:cNvPr id="10" name="Rounded Rectangle 9"/>
          <p:cNvSpPr/>
          <p:nvPr/>
        </p:nvSpPr>
        <p:spPr>
          <a:xfrm>
            <a:off x="502920" y="1261872"/>
            <a:ext cx="3606698" cy="5029200"/>
          </a:xfrm>
          <a:prstGeom prst="roundRect">
            <a:avLst>
              <a:gd name="adj" fmla="val 5000"/>
            </a:avLst>
          </a:prstGeom>
          <a:noFill/>
          <a:ln w="12700">
            <a:solidFill>
              <a:srgbClr val="D9D9D9"/>
            </a:solidFill>
          </a:ln>
          <a:effectLst/>
        </p:spPr>
        <p:txBody>
          <a:bodyPr rtlCol="0" anchor="ctr"/>
          <a:lstStyle/>
          <a:p/>
        </p:txBody>
      </p:sp>
      <p:cxnSp>
        <p:nvCxnSpPr>
          <p:cNvPr id="11" name="Connector 10"/>
          <p:cNvCxnSpPr/>
          <p:nvPr/>
        </p:nvCxnSpPr>
        <p:spPr>
          <a:xfrm>
            <a:off x="685800" y="2816352"/>
            <a:ext cx="3240938" cy="0"/>
          </a:xfrm>
          <a:prstGeom prst="line">
            <a:avLst/>
          </a:prstGeom>
          <a:ln w="12700">
            <a:solidFill>
              <a:srgbClr val="D9D9D9"/>
            </a:solidFill>
            <a:prstDash val="dash"/>
          </a:ln>
        </p:spPr>
      </p:cxnSp>
      <p:cxnSp>
        <p:nvCxnSpPr>
          <p:cNvPr id="12" name="Connector 11"/>
          <p:cNvCxnSpPr/>
          <p:nvPr/>
        </p:nvCxnSpPr>
        <p:spPr>
          <a:xfrm>
            <a:off x="685800" y="3685032"/>
            <a:ext cx="3240938" cy="0"/>
          </a:xfrm>
          <a:prstGeom prst="line">
            <a:avLst/>
          </a:prstGeom>
          <a:ln w="12700">
            <a:solidFill>
              <a:srgbClr val="D9D9D9"/>
            </a:solidFill>
            <a:prstDash val="dash"/>
          </a:ln>
        </p:spPr>
      </p:cxnSp>
      <p:cxnSp>
        <p:nvCxnSpPr>
          <p:cNvPr id="13" name="Connector 12"/>
          <p:cNvCxnSpPr/>
          <p:nvPr/>
        </p:nvCxnSpPr>
        <p:spPr>
          <a:xfrm>
            <a:off x="685800" y="4553712"/>
            <a:ext cx="3240938" cy="0"/>
          </a:xfrm>
          <a:prstGeom prst="line">
            <a:avLst/>
          </a:prstGeom>
          <a:ln w="12700">
            <a:solidFill>
              <a:srgbClr val="D9D9D9"/>
            </a:solidFill>
            <a:prstDash val="dash"/>
          </a:ln>
        </p:spPr>
      </p:cxnSp>
      <p:cxnSp>
        <p:nvCxnSpPr>
          <p:cNvPr id="14" name="Connector 13"/>
          <p:cNvCxnSpPr/>
          <p:nvPr/>
        </p:nvCxnSpPr>
        <p:spPr>
          <a:xfrm>
            <a:off x="685800" y="5422392"/>
            <a:ext cx="3240938" cy="0"/>
          </a:xfrm>
          <a:prstGeom prst="line">
            <a:avLst/>
          </a:prstGeom>
          <a:ln w="12700">
            <a:solidFill>
              <a:srgbClr val="D9D9D9"/>
            </a:solidFill>
            <a:prstDash val="dash"/>
          </a:ln>
        </p:spPr>
      </p:cxnSp>
      <p:sp>
        <p:nvSpPr>
          <p:cNvPr id="15" name="Rounded Rectangle 14"/>
          <p:cNvSpPr/>
          <p:nvPr/>
        </p:nvSpPr>
        <p:spPr>
          <a:xfrm>
            <a:off x="4292498" y="1261872"/>
            <a:ext cx="3606698" cy="502920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4292498" y="1261872"/>
            <a:ext cx="3606698" cy="685800"/>
          </a:xfrm>
          <a:prstGeom prst="roundRect">
            <a:avLst>
              <a:gd name="adj" fmla="val 25000"/>
            </a:avLst>
          </a:prstGeom>
          <a:solidFill>
            <a:srgbClr val="4F4F4F"/>
          </a:solidFill>
          <a:ln>
            <a:noFill/>
          </a:ln>
          <a:effectLst/>
        </p:spPr>
        <p:txBody>
          <a:bodyPr rtlCol="0" anchor="ctr"/>
          <a:lstStyle/>
          <a:p/>
        </p:txBody>
      </p:sp>
      <p:sp>
        <p:nvSpPr>
          <p:cNvPr id="17" name="Rectangle 16"/>
          <p:cNvSpPr/>
          <p:nvPr/>
        </p:nvSpPr>
        <p:spPr>
          <a:xfrm>
            <a:off x="4292498" y="1604772"/>
            <a:ext cx="3606698" cy="342900"/>
          </a:xfrm>
          <a:prstGeom prst="rect">
            <a:avLst/>
          </a:prstGeom>
          <a:solidFill>
            <a:srgbClr val="4F4F4F"/>
          </a:solidFill>
          <a:ln>
            <a:noFill/>
          </a:ln>
          <a:effectLst/>
        </p:spPr>
        <p:txBody>
          <a:bodyPr rtlCol="0" anchor="ctr"/>
          <a:lstStyle/>
          <a:p/>
        </p:txBody>
      </p:sp>
      <p:sp>
        <p:nvSpPr>
          <p:cNvPr id="18" name="TextBox 17"/>
          <p:cNvSpPr txBox="1"/>
          <p:nvPr/>
        </p:nvSpPr>
        <p:spPr>
          <a:xfrm>
            <a:off x="4383938" y="126187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Bölge türü</a:t>
            </a:r>
          </a:p>
        </p:txBody>
      </p:sp>
      <p:sp>
        <p:nvSpPr>
          <p:cNvPr id="19" name="Rounded Rectangle 18"/>
          <p:cNvSpPr/>
          <p:nvPr/>
        </p:nvSpPr>
        <p:spPr>
          <a:xfrm>
            <a:off x="4292498" y="1261872"/>
            <a:ext cx="3606698" cy="502920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4475378" y="2816352"/>
            <a:ext cx="3240938" cy="0"/>
          </a:xfrm>
          <a:prstGeom prst="line">
            <a:avLst/>
          </a:prstGeom>
          <a:ln w="12700">
            <a:solidFill>
              <a:srgbClr val="D9D9D9"/>
            </a:solidFill>
            <a:prstDash val="dash"/>
          </a:ln>
        </p:spPr>
      </p:cxnSp>
      <p:cxnSp>
        <p:nvCxnSpPr>
          <p:cNvPr id="21" name="Connector 20"/>
          <p:cNvCxnSpPr/>
          <p:nvPr/>
        </p:nvCxnSpPr>
        <p:spPr>
          <a:xfrm>
            <a:off x="4475378" y="3685032"/>
            <a:ext cx="3240938" cy="0"/>
          </a:xfrm>
          <a:prstGeom prst="line">
            <a:avLst/>
          </a:prstGeom>
          <a:ln w="12700">
            <a:solidFill>
              <a:srgbClr val="D9D9D9"/>
            </a:solidFill>
            <a:prstDash val="dash"/>
          </a:ln>
        </p:spPr>
      </p:cxnSp>
      <p:cxnSp>
        <p:nvCxnSpPr>
          <p:cNvPr id="22" name="Connector 21"/>
          <p:cNvCxnSpPr/>
          <p:nvPr/>
        </p:nvCxnSpPr>
        <p:spPr>
          <a:xfrm>
            <a:off x="4475378" y="4553712"/>
            <a:ext cx="3240938" cy="0"/>
          </a:xfrm>
          <a:prstGeom prst="line">
            <a:avLst/>
          </a:prstGeom>
          <a:ln w="12700">
            <a:solidFill>
              <a:srgbClr val="D9D9D9"/>
            </a:solidFill>
            <a:prstDash val="dash"/>
          </a:ln>
        </p:spPr>
      </p:cxnSp>
      <p:cxnSp>
        <p:nvCxnSpPr>
          <p:cNvPr id="23" name="Connector 22"/>
          <p:cNvCxnSpPr/>
          <p:nvPr/>
        </p:nvCxnSpPr>
        <p:spPr>
          <a:xfrm>
            <a:off x="4475378" y="5422392"/>
            <a:ext cx="3240938" cy="0"/>
          </a:xfrm>
          <a:prstGeom prst="line">
            <a:avLst/>
          </a:prstGeom>
          <a:ln w="12700">
            <a:solidFill>
              <a:srgbClr val="D9D9D9"/>
            </a:solidFill>
            <a:prstDash val="dash"/>
          </a:ln>
        </p:spPr>
      </p:cxnSp>
      <p:sp>
        <p:nvSpPr>
          <p:cNvPr id="24" name="Rounded Rectangle 23"/>
          <p:cNvSpPr/>
          <p:nvPr/>
        </p:nvSpPr>
        <p:spPr>
          <a:xfrm>
            <a:off x="8082076" y="1261872"/>
            <a:ext cx="3606698" cy="5029200"/>
          </a:xfrm>
          <a:prstGeom prst="roundRect">
            <a:avLst>
              <a:gd name="adj" fmla="val 5000"/>
            </a:avLst>
          </a:prstGeom>
          <a:solidFill>
            <a:srgbClr val="FFFFFF"/>
          </a:solidFill>
          <a:ln>
            <a:noFill/>
          </a:ln>
          <a:effectLst/>
        </p:spPr>
        <p:txBody>
          <a:bodyPr rtlCol="0" anchor="ctr"/>
          <a:lstStyle/>
          <a:p/>
        </p:txBody>
      </p:sp>
      <p:sp>
        <p:nvSpPr>
          <p:cNvPr id="25" name="Rounded Rectangle 24"/>
          <p:cNvSpPr/>
          <p:nvPr/>
        </p:nvSpPr>
        <p:spPr>
          <a:xfrm>
            <a:off x="8082076" y="1261872"/>
            <a:ext cx="3606698" cy="685800"/>
          </a:xfrm>
          <a:prstGeom prst="roundRect">
            <a:avLst>
              <a:gd name="adj" fmla="val 25000"/>
            </a:avLst>
          </a:prstGeom>
          <a:solidFill>
            <a:srgbClr val="2A5D8F"/>
          </a:solidFill>
          <a:ln>
            <a:noFill/>
          </a:ln>
          <a:effectLst/>
        </p:spPr>
        <p:txBody>
          <a:bodyPr rtlCol="0" anchor="ctr"/>
          <a:lstStyle/>
          <a:p/>
        </p:txBody>
      </p:sp>
      <p:sp>
        <p:nvSpPr>
          <p:cNvPr id="26" name="Rectangle 25"/>
          <p:cNvSpPr/>
          <p:nvPr/>
        </p:nvSpPr>
        <p:spPr>
          <a:xfrm>
            <a:off x="8082076" y="1604772"/>
            <a:ext cx="3606698" cy="342900"/>
          </a:xfrm>
          <a:prstGeom prst="rect">
            <a:avLst/>
          </a:prstGeom>
          <a:solidFill>
            <a:srgbClr val="2A5D8F"/>
          </a:solidFill>
          <a:ln>
            <a:noFill/>
          </a:ln>
          <a:effectLst/>
        </p:spPr>
        <p:txBody>
          <a:bodyPr rtlCol="0" anchor="ctr"/>
          <a:lstStyle/>
          <a:p/>
        </p:txBody>
      </p:sp>
      <p:sp>
        <p:nvSpPr>
          <p:cNvPr id="27" name="TextBox 26"/>
          <p:cNvSpPr txBox="1"/>
          <p:nvPr/>
        </p:nvSpPr>
        <p:spPr>
          <a:xfrm>
            <a:off x="8173516" y="126187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Sınırın niteliği</a:t>
            </a:r>
          </a:p>
        </p:txBody>
      </p:sp>
      <p:sp>
        <p:nvSpPr>
          <p:cNvPr id="28" name="Rounded Rectangle 27"/>
          <p:cNvSpPr/>
          <p:nvPr/>
        </p:nvSpPr>
        <p:spPr>
          <a:xfrm>
            <a:off x="8082076" y="1261872"/>
            <a:ext cx="3606698" cy="5029200"/>
          </a:xfrm>
          <a:prstGeom prst="roundRect">
            <a:avLst>
              <a:gd name="adj" fmla="val 5000"/>
            </a:avLst>
          </a:prstGeom>
          <a:noFill/>
          <a:ln w="12700">
            <a:solidFill>
              <a:srgbClr val="D9D9D9"/>
            </a:solidFill>
          </a:ln>
          <a:effectLst/>
        </p:spPr>
        <p:txBody>
          <a:bodyPr rtlCol="0" anchor="ctr"/>
          <a:lstStyle/>
          <a:p/>
        </p:txBody>
      </p:sp>
      <p:cxnSp>
        <p:nvCxnSpPr>
          <p:cNvPr id="29" name="Connector 28"/>
          <p:cNvCxnSpPr/>
          <p:nvPr/>
        </p:nvCxnSpPr>
        <p:spPr>
          <a:xfrm>
            <a:off x="8264956" y="2816352"/>
            <a:ext cx="3240938" cy="0"/>
          </a:xfrm>
          <a:prstGeom prst="line">
            <a:avLst/>
          </a:prstGeom>
          <a:ln w="12700">
            <a:solidFill>
              <a:srgbClr val="D9D9D9"/>
            </a:solidFill>
            <a:prstDash val="dash"/>
          </a:ln>
        </p:spPr>
      </p:cxnSp>
      <p:cxnSp>
        <p:nvCxnSpPr>
          <p:cNvPr id="30" name="Connector 29"/>
          <p:cNvCxnSpPr/>
          <p:nvPr/>
        </p:nvCxnSpPr>
        <p:spPr>
          <a:xfrm>
            <a:off x="8264956" y="3685032"/>
            <a:ext cx="3240938" cy="0"/>
          </a:xfrm>
          <a:prstGeom prst="line">
            <a:avLst/>
          </a:prstGeom>
          <a:ln w="12700">
            <a:solidFill>
              <a:srgbClr val="D9D9D9"/>
            </a:solidFill>
            <a:prstDash val="dash"/>
          </a:ln>
        </p:spPr>
      </p:cxnSp>
      <p:cxnSp>
        <p:nvCxnSpPr>
          <p:cNvPr id="31" name="Connector 30"/>
          <p:cNvCxnSpPr/>
          <p:nvPr/>
        </p:nvCxnSpPr>
        <p:spPr>
          <a:xfrm>
            <a:off x="8264956" y="4553712"/>
            <a:ext cx="3240938" cy="0"/>
          </a:xfrm>
          <a:prstGeom prst="line">
            <a:avLst/>
          </a:prstGeom>
          <a:ln w="12700">
            <a:solidFill>
              <a:srgbClr val="D9D9D9"/>
            </a:solidFill>
            <a:prstDash val="dash"/>
          </a:ln>
        </p:spPr>
      </p:cxnSp>
      <p:cxnSp>
        <p:nvCxnSpPr>
          <p:cNvPr id="32" name="Connector 31"/>
          <p:cNvCxnSpPr/>
          <p:nvPr/>
        </p:nvCxnSpPr>
        <p:spPr>
          <a:xfrm>
            <a:off x="8264956" y="5422392"/>
            <a:ext cx="3240938" cy="0"/>
          </a:xfrm>
          <a:prstGeom prst="line">
            <a:avLst/>
          </a:prstGeom>
          <a:ln w="12700">
            <a:solidFill>
              <a:srgbClr val="D9D9D9"/>
            </a:solidFill>
            <a:prstDash val="dash"/>
          </a:ln>
        </p:spPr>
      </p:cxn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218-221</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54 / 187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50" b="1" i="0">
                <a:solidFill>
                  <a:srgbClr val="FFFFFF"/>
                </a:solidFill>
                <a:latin typeface="Calibri"/>
              </a:rPr>
              <a:t>Tahtada: kriter → bölge türü → sınırın niteliği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3931920" cy="566928"/>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Kriter</a:t>
            </a:r>
          </a:p>
        </p:txBody>
      </p:sp>
      <p:sp>
        <p:nvSpPr>
          <p:cNvPr id="7" name="Rounded Rectangle 6"/>
          <p:cNvSpPr/>
          <p:nvPr/>
        </p:nvSpPr>
        <p:spPr>
          <a:xfrm>
            <a:off x="4507992" y="1216152"/>
            <a:ext cx="2926080" cy="566928"/>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Bölge türü</a:t>
            </a:r>
          </a:p>
        </p:txBody>
      </p:sp>
      <p:sp>
        <p:nvSpPr>
          <p:cNvPr id="8" name="Rounded Rectangle 7"/>
          <p:cNvSpPr/>
          <p:nvPr/>
        </p:nvSpPr>
        <p:spPr>
          <a:xfrm>
            <a:off x="7507224" y="1216152"/>
            <a:ext cx="4181551" cy="566928"/>
          </a:xfrm>
          <a:prstGeom prst="roundRect">
            <a:avLst>
              <a:gd name="adj" fmla="val 15000"/>
            </a:avLst>
          </a:prstGeom>
          <a:solidFill>
            <a:srgbClr val="2A5D8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Sınırın niteliği</a:t>
            </a:r>
          </a:p>
        </p:txBody>
      </p:sp>
      <p:sp>
        <p:nvSpPr>
          <p:cNvPr id="9" name="Rounded Rectangle 8"/>
          <p:cNvSpPr/>
          <p:nvPr/>
        </p:nvSpPr>
        <p:spPr>
          <a:xfrm>
            <a:off x="502920" y="1856232"/>
            <a:ext cx="3931920"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İklim (s. 218)</a:t>
            </a:r>
          </a:p>
        </p:txBody>
      </p:sp>
      <p:sp>
        <p:nvSpPr>
          <p:cNvPr id="10" name="Rounded Rectangle 9"/>
          <p:cNvSpPr/>
          <p:nvPr/>
        </p:nvSpPr>
        <p:spPr>
          <a:xfrm>
            <a:off x="4507992" y="1856232"/>
            <a:ext cx="2926080" cy="1053846"/>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Doğal şekilsel</a:t>
            </a:r>
          </a:p>
        </p:txBody>
      </p:sp>
      <p:sp>
        <p:nvSpPr>
          <p:cNvPr id="11" name="Rounded Rectangle 10"/>
          <p:cNvSpPr/>
          <p:nvPr/>
        </p:nvSpPr>
        <p:spPr>
          <a:xfrm>
            <a:off x="7507224" y="1856232"/>
            <a:ext cx="4181551"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0" i="0">
                <a:solidFill>
                  <a:srgbClr val="262626"/>
                </a:solidFill>
                <a:latin typeface="Calibri"/>
              </a:rPr>
              <a:t>Geçişli</a:t>
            </a:r>
          </a:p>
        </p:txBody>
      </p:sp>
      <p:sp>
        <p:nvSpPr>
          <p:cNvPr id="12" name="Rounded Rectangle 11"/>
          <p:cNvSpPr/>
          <p:nvPr/>
        </p:nvSpPr>
        <p:spPr>
          <a:xfrm>
            <a:off x="502920" y="2983230"/>
            <a:ext cx="3931920"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Doğal bitki örtüsü (s. 220)</a:t>
            </a:r>
          </a:p>
        </p:txBody>
      </p:sp>
      <p:sp>
        <p:nvSpPr>
          <p:cNvPr id="13" name="Rounded Rectangle 12"/>
          <p:cNvSpPr/>
          <p:nvPr/>
        </p:nvSpPr>
        <p:spPr>
          <a:xfrm>
            <a:off x="4507992" y="2983230"/>
            <a:ext cx="2926080" cy="1053846"/>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Doğal şekilsel</a:t>
            </a:r>
          </a:p>
        </p:txBody>
      </p:sp>
      <p:sp>
        <p:nvSpPr>
          <p:cNvPr id="14" name="Rounded Rectangle 13"/>
          <p:cNvSpPr/>
          <p:nvPr/>
        </p:nvSpPr>
        <p:spPr>
          <a:xfrm>
            <a:off x="7507224" y="2983230"/>
            <a:ext cx="4181551"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0" i="0">
                <a:solidFill>
                  <a:srgbClr val="262626"/>
                </a:solidFill>
                <a:latin typeface="Calibri"/>
              </a:rPr>
              <a:t>Geçişli; il sınırını izlemez</a:t>
            </a:r>
          </a:p>
        </p:txBody>
      </p:sp>
      <p:sp>
        <p:nvSpPr>
          <p:cNvPr id="15" name="Rounded Rectangle 14"/>
          <p:cNvSpPr/>
          <p:nvPr/>
        </p:nvSpPr>
        <p:spPr>
          <a:xfrm>
            <a:off x="502920" y="4110228"/>
            <a:ext cx="3931920"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Nüfus yoğunluğu (s. 221)</a:t>
            </a:r>
          </a:p>
        </p:txBody>
      </p:sp>
      <p:sp>
        <p:nvSpPr>
          <p:cNvPr id="16" name="Rounded Rectangle 15"/>
          <p:cNvSpPr/>
          <p:nvPr/>
        </p:nvSpPr>
        <p:spPr>
          <a:xfrm>
            <a:off x="4507992" y="4110228"/>
            <a:ext cx="2926080" cy="1053846"/>
          </a:xfrm>
          <a:prstGeom prst="roundRect">
            <a:avLst>
              <a:gd name="adj" fmla="val 8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Beşerî şekilsel</a:t>
            </a:r>
          </a:p>
        </p:txBody>
      </p:sp>
      <p:sp>
        <p:nvSpPr>
          <p:cNvPr id="17" name="Rounded Rectangle 16"/>
          <p:cNvSpPr/>
          <p:nvPr/>
        </p:nvSpPr>
        <p:spPr>
          <a:xfrm>
            <a:off x="7507224" y="4110228"/>
            <a:ext cx="4181551"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0" i="0">
                <a:solidFill>
                  <a:srgbClr val="262626"/>
                </a:solidFill>
                <a:latin typeface="Calibri"/>
              </a:rPr>
              <a:t>İl sınırlarını izler</a:t>
            </a:r>
          </a:p>
        </p:txBody>
      </p:sp>
      <p:sp>
        <p:nvSpPr>
          <p:cNvPr id="18" name="Rounded Rectangle 17"/>
          <p:cNvSpPr/>
          <p:nvPr/>
        </p:nvSpPr>
        <p:spPr>
          <a:xfrm>
            <a:off x="502920" y="5237226"/>
            <a:ext cx="3931920"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Karayolu hizmeti (s. 221)</a:t>
            </a:r>
          </a:p>
        </p:txBody>
      </p:sp>
      <p:sp>
        <p:nvSpPr>
          <p:cNvPr id="19" name="Rounded Rectangle 18"/>
          <p:cNvSpPr/>
          <p:nvPr/>
        </p:nvSpPr>
        <p:spPr>
          <a:xfrm>
            <a:off x="4507992" y="5237226"/>
            <a:ext cx="2926080" cy="1053846"/>
          </a:xfrm>
          <a:prstGeom prst="roundRect">
            <a:avLst>
              <a:gd name="adj" fmla="val 8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İşlevsel</a:t>
            </a:r>
          </a:p>
        </p:txBody>
      </p:sp>
      <p:sp>
        <p:nvSpPr>
          <p:cNvPr id="20" name="Rounded Rectangle 19"/>
          <p:cNvSpPr/>
          <p:nvPr/>
        </p:nvSpPr>
        <p:spPr>
          <a:xfrm>
            <a:off x="7507224" y="5237226"/>
            <a:ext cx="4181551" cy="1053846"/>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100" b="0" i="0">
                <a:solidFill>
                  <a:srgbClr val="262626"/>
                </a:solidFill>
                <a:latin typeface="Calibri"/>
              </a:rPr>
              <a:t>Net; il sınırlarını izler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218-221</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55 / 187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Ölçek değişince ne değişir?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ETKİLEŞİMLİ TAHTA</a:t>
            </a:r>
          </a:p>
        </p:txBody>
      </p:sp>
      <p:pic>
        <p:nvPicPr>
          <p:cNvPr id="6" name="Picture 5" descr="h34_s218_dunya_iklim.jpg"/>
          <p:cNvPicPr>
            <a:picLocks noChangeAspect="1"/>
          </p:cNvPicPr>
          <p:nvPr/>
        </p:nvPicPr>
        <p:blipFill>
          <a:blip r:embed="rId3"/>
          <a:stretch>
            <a:fillRect/>
          </a:stretch>
        </p:blipFill>
        <p:spPr>
          <a:xfrm>
            <a:off x="502920" y="1422128"/>
            <a:ext cx="5120640" cy="2605566"/>
          </a:xfrm>
          <a:prstGeom prst="rect">
            <a:avLst/>
          </a:prstGeom>
          <a:ln w="9525">
            <a:solidFill>
              <a:srgbClr val="D9D9D9"/>
            </a:solidFill>
          </a:ln>
        </p:spPr>
      </p:pic>
      <p:sp>
        <p:nvSpPr>
          <p:cNvPr id="7" name="TextBox 6"/>
          <p:cNvSpPr txBox="1"/>
          <p:nvPr/>
        </p:nvSpPr>
        <p:spPr>
          <a:xfrm>
            <a:off x="502920" y="4055127"/>
            <a:ext cx="512064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Dünya ölçeği (s. 218)</a:t>
            </a:r>
          </a:p>
        </p:txBody>
      </p:sp>
      <p:pic>
        <p:nvPicPr>
          <p:cNvPr id="8" name="Picture 7" descr="h34_s218_dunya_turkiye.jpg"/>
          <p:cNvPicPr>
            <a:picLocks noChangeAspect="1"/>
          </p:cNvPicPr>
          <p:nvPr/>
        </p:nvPicPr>
        <p:blipFill>
          <a:blip r:embed="rId4"/>
          <a:stretch>
            <a:fillRect/>
          </a:stretch>
        </p:blipFill>
        <p:spPr>
          <a:xfrm>
            <a:off x="6446520" y="1216152"/>
            <a:ext cx="4831976" cy="3017520"/>
          </a:xfrm>
          <a:prstGeom prst="rect">
            <a:avLst/>
          </a:prstGeom>
          <a:ln w="9525">
            <a:solidFill>
              <a:srgbClr val="D9D9D9"/>
            </a:solidFill>
          </a:ln>
        </p:spPr>
      </p:pic>
      <p:sp>
        <p:nvSpPr>
          <p:cNvPr id="9" name="Freeform 8"/>
          <p:cNvSpPr/>
          <p:nvPr/>
        </p:nvSpPr>
        <p:spPr>
          <a:xfrm>
            <a:off x="7121966" y="2212657"/>
            <a:ext cx="3456522" cy="1403566"/>
          </a:xfrm>
          <a:custGeom>
            <a:avLst/>
            <a:gdLst/>
            <a:ahLst/>
            <a:cxnLst/>
            <a:rect l="l" t="t" r="r" b="b"/>
            <a:pathLst>
              <a:path w="3456522" h="1403566">
                <a:moveTo>
                  <a:pt x="3004077" y="163009"/>
                </a:moveTo>
                <a:lnTo>
                  <a:pt x="2982741" y="161095"/>
                </a:lnTo>
                <a:lnTo>
                  <a:pt x="2967863" y="158499"/>
                </a:lnTo>
                <a:lnTo>
                  <a:pt x="2954298" y="136733"/>
                </a:lnTo>
                <a:lnTo>
                  <a:pt x="2939793" y="129365"/>
                </a:lnTo>
                <a:lnTo>
                  <a:pt x="2927291" y="122118"/>
                </a:lnTo>
                <a:lnTo>
                  <a:pt x="2919584" y="120052"/>
                </a:lnTo>
                <a:lnTo>
                  <a:pt x="2913501" y="114239"/>
                </a:lnTo>
                <a:lnTo>
                  <a:pt x="2906335" y="106241"/>
                </a:lnTo>
                <a:lnTo>
                  <a:pt x="2889215" y="100392"/>
                </a:lnTo>
                <a:lnTo>
                  <a:pt x="2886078" y="96094"/>
                </a:lnTo>
                <a:lnTo>
                  <a:pt x="2880405" y="86618"/>
                </a:lnTo>
                <a:lnTo>
                  <a:pt x="2855650" y="84119"/>
                </a:lnTo>
                <a:lnTo>
                  <a:pt x="2848009" y="85146"/>
                </a:lnTo>
                <a:lnTo>
                  <a:pt x="2841194" y="87588"/>
                </a:lnTo>
                <a:lnTo>
                  <a:pt x="2837406" y="100089"/>
                </a:lnTo>
                <a:lnTo>
                  <a:pt x="2833651" y="104488"/>
                </a:lnTo>
                <a:lnTo>
                  <a:pt x="2830156" y="108751"/>
                </a:lnTo>
                <a:lnTo>
                  <a:pt x="2825263" y="114259"/>
                </a:lnTo>
                <a:lnTo>
                  <a:pt x="2817212" y="115096"/>
                </a:lnTo>
                <a:lnTo>
                  <a:pt x="2808064" y="112641"/>
                </a:lnTo>
                <a:lnTo>
                  <a:pt x="2801147" y="109030"/>
                </a:lnTo>
                <a:lnTo>
                  <a:pt x="2793926" y="107856"/>
                </a:lnTo>
                <a:lnTo>
                  <a:pt x="2784822" y="106501"/>
                </a:lnTo>
                <a:lnTo>
                  <a:pt x="2774194" y="108129"/>
                </a:lnTo>
                <a:lnTo>
                  <a:pt x="2764586" y="108211"/>
                </a:lnTo>
                <a:lnTo>
                  <a:pt x="2756343" y="108537"/>
                </a:lnTo>
                <a:lnTo>
                  <a:pt x="2740543" y="107603"/>
                </a:lnTo>
                <a:lnTo>
                  <a:pt x="2733571" y="110925"/>
                </a:lnTo>
                <a:lnTo>
                  <a:pt x="2724349" y="117626"/>
                </a:lnTo>
                <a:lnTo>
                  <a:pt x="2702007" y="117103"/>
                </a:lnTo>
                <a:lnTo>
                  <a:pt x="2695319" y="112566"/>
                </a:lnTo>
                <a:lnTo>
                  <a:pt x="2688826" y="110856"/>
                </a:lnTo>
                <a:lnTo>
                  <a:pt x="2677268" y="111993"/>
                </a:lnTo>
                <a:lnTo>
                  <a:pt x="2671469" y="110073"/>
                </a:lnTo>
                <a:lnTo>
                  <a:pt x="2666369" y="106336"/>
                </a:lnTo>
                <a:lnTo>
                  <a:pt x="2661063" y="111098"/>
                </a:lnTo>
                <a:lnTo>
                  <a:pt x="2653912" y="119059"/>
                </a:lnTo>
                <a:lnTo>
                  <a:pt x="2648956" y="125317"/>
                </a:lnTo>
                <a:lnTo>
                  <a:pt x="2647544" y="127554"/>
                </a:lnTo>
                <a:lnTo>
                  <a:pt x="2645501" y="132210"/>
                </a:lnTo>
                <a:lnTo>
                  <a:pt x="2642370" y="136830"/>
                </a:lnTo>
                <a:lnTo>
                  <a:pt x="2639666" y="140614"/>
                </a:lnTo>
                <a:lnTo>
                  <a:pt x="2634439" y="142813"/>
                </a:lnTo>
                <a:lnTo>
                  <a:pt x="2630945" y="144482"/>
                </a:lnTo>
                <a:lnTo>
                  <a:pt x="2625868" y="149748"/>
                </a:lnTo>
                <a:lnTo>
                  <a:pt x="2624339" y="153545"/>
                </a:lnTo>
                <a:lnTo>
                  <a:pt x="2623416" y="154861"/>
                </a:lnTo>
                <a:lnTo>
                  <a:pt x="2619430" y="156840"/>
                </a:lnTo>
                <a:lnTo>
                  <a:pt x="2617852" y="158226"/>
                </a:lnTo>
                <a:lnTo>
                  <a:pt x="2615935" y="160099"/>
                </a:lnTo>
                <a:lnTo>
                  <a:pt x="2613544" y="162130"/>
                </a:lnTo>
                <a:lnTo>
                  <a:pt x="2608666" y="163996"/>
                </a:lnTo>
                <a:lnTo>
                  <a:pt x="2604137" y="166500"/>
                </a:lnTo>
                <a:lnTo>
                  <a:pt x="2601918" y="170440"/>
                </a:lnTo>
                <a:lnTo>
                  <a:pt x="2601457" y="174183"/>
                </a:lnTo>
                <a:lnTo>
                  <a:pt x="2599918" y="178033"/>
                </a:lnTo>
                <a:lnTo>
                  <a:pt x="2590518" y="181112"/>
                </a:lnTo>
                <a:lnTo>
                  <a:pt x="2585991" y="183024"/>
                </a:lnTo>
                <a:lnTo>
                  <a:pt x="2581123" y="186181"/>
                </a:lnTo>
                <a:lnTo>
                  <a:pt x="2567637" y="186946"/>
                </a:lnTo>
                <a:lnTo>
                  <a:pt x="2560594" y="187543"/>
                </a:lnTo>
                <a:lnTo>
                  <a:pt x="2555138" y="191091"/>
                </a:lnTo>
                <a:lnTo>
                  <a:pt x="2547686" y="198841"/>
                </a:lnTo>
                <a:lnTo>
                  <a:pt x="2544334" y="206023"/>
                </a:lnTo>
                <a:lnTo>
                  <a:pt x="2543980" y="207476"/>
                </a:lnTo>
                <a:lnTo>
                  <a:pt x="2539493" y="210625"/>
                </a:lnTo>
                <a:lnTo>
                  <a:pt x="2532205" y="213896"/>
                </a:lnTo>
                <a:lnTo>
                  <a:pt x="2526858" y="216175"/>
                </a:lnTo>
                <a:lnTo>
                  <a:pt x="2517556" y="220339"/>
                </a:lnTo>
                <a:lnTo>
                  <a:pt x="2513436" y="223124"/>
                </a:lnTo>
                <a:lnTo>
                  <a:pt x="2508146" y="224298"/>
                </a:lnTo>
                <a:lnTo>
                  <a:pt x="2498213" y="224734"/>
                </a:lnTo>
                <a:lnTo>
                  <a:pt x="2488755" y="229854"/>
                </a:lnTo>
                <a:lnTo>
                  <a:pt x="2485290" y="237432"/>
                </a:lnTo>
                <a:lnTo>
                  <a:pt x="2484317" y="238580"/>
                </a:lnTo>
                <a:lnTo>
                  <a:pt x="2482132" y="238229"/>
                </a:lnTo>
                <a:lnTo>
                  <a:pt x="2479169" y="240854"/>
                </a:lnTo>
                <a:lnTo>
                  <a:pt x="2476512" y="242558"/>
                </a:lnTo>
                <a:lnTo>
                  <a:pt x="2471445" y="244482"/>
                </a:lnTo>
                <a:lnTo>
                  <a:pt x="2463900" y="246013"/>
                </a:lnTo>
                <a:lnTo>
                  <a:pt x="2460823" y="246790"/>
                </a:lnTo>
                <a:lnTo>
                  <a:pt x="2457449" y="248211"/>
                </a:lnTo>
                <a:lnTo>
                  <a:pt x="2455311" y="249852"/>
                </a:lnTo>
                <a:lnTo>
                  <a:pt x="2451821" y="251660"/>
                </a:lnTo>
                <a:lnTo>
                  <a:pt x="2448034" y="252889"/>
                </a:lnTo>
                <a:lnTo>
                  <a:pt x="2443168" y="251907"/>
                </a:lnTo>
                <a:lnTo>
                  <a:pt x="2432446" y="246366"/>
                </a:lnTo>
                <a:lnTo>
                  <a:pt x="2428117" y="244058"/>
                </a:lnTo>
                <a:lnTo>
                  <a:pt x="2422935" y="243779"/>
                </a:lnTo>
                <a:lnTo>
                  <a:pt x="2407301" y="243435"/>
                </a:lnTo>
                <a:lnTo>
                  <a:pt x="2396040" y="242771"/>
                </a:lnTo>
                <a:lnTo>
                  <a:pt x="2388136" y="240882"/>
                </a:lnTo>
                <a:lnTo>
                  <a:pt x="2383233" y="237751"/>
                </a:lnTo>
                <a:lnTo>
                  <a:pt x="2379214" y="236216"/>
                </a:lnTo>
                <a:lnTo>
                  <a:pt x="2371424" y="237421"/>
                </a:lnTo>
                <a:lnTo>
                  <a:pt x="2363249" y="238049"/>
                </a:lnTo>
                <a:lnTo>
                  <a:pt x="2350427" y="237238"/>
                </a:lnTo>
                <a:lnTo>
                  <a:pt x="2345323" y="235061"/>
                </a:lnTo>
                <a:lnTo>
                  <a:pt x="2342518" y="232586"/>
                </a:lnTo>
                <a:lnTo>
                  <a:pt x="2340602" y="230390"/>
                </a:lnTo>
                <a:lnTo>
                  <a:pt x="2337841" y="226850"/>
                </a:lnTo>
                <a:lnTo>
                  <a:pt x="2335885" y="224812"/>
                </a:lnTo>
                <a:lnTo>
                  <a:pt x="2332843" y="222022"/>
                </a:lnTo>
                <a:lnTo>
                  <a:pt x="2328960" y="219454"/>
                </a:lnTo>
                <a:lnTo>
                  <a:pt x="2324779" y="218057"/>
                </a:lnTo>
                <a:lnTo>
                  <a:pt x="2321480" y="217146"/>
                </a:lnTo>
                <a:lnTo>
                  <a:pt x="2315722" y="217279"/>
                </a:lnTo>
                <a:lnTo>
                  <a:pt x="2310844" y="217327"/>
                </a:lnTo>
                <a:lnTo>
                  <a:pt x="2308338" y="218051"/>
                </a:lnTo>
                <a:lnTo>
                  <a:pt x="2306030" y="221113"/>
                </a:lnTo>
                <a:lnTo>
                  <a:pt x="2301956" y="225215"/>
                </a:lnTo>
                <a:lnTo>
                  <a:pt x="2298492" y="228010"/>
                </a:lnTo>
                <a:lnTo>
                  <a:pt x="2296414" y="229237"/>
                </a:lnTo>
                <a:lnTo>
                  <a:pt x="2291520" y="229770"/>
                </a:lnTo>
                <a:lnTo>
                  <a:pt x="2286636" y="229914"/>
                </a:lnTo>
                <a:lnTo>
                  <a:pt x="2281447" y="229942"/>
                </a:lnTo>
                <a:lnTo>
                  <a:pt x="2276529" y="228272"/>
                </a:lnTo>
                <a:lnTo>
                  <a:pt x="2270208" y="227372"/>
                </a:lnTo>
                <a:lnTo>
                  <a:pt x="2264193" y="228995"/>
                </a:lnTo>
                <a:lnTo>
                  <a:pt x="2255078" y="233280"/>
                </a:lnTo>
                <a:lnTo>
                  <a:pt x="2247527" y="235732"/>
                </a:lnTo>
                <a:lnTo>
                  <a:pt x="2243629" y="235361"/>
                </a:lnTo>
                <a:lnTo>
                  <a:pt x="2238197" y="234389"/>
                </a:lnTo>
                <a:lnTo>
                  <a:pt x="2232643" y="236259"/>
                </a:lnTo>
                <a:lnTo>
                  <a:pt x="2226934" y="238022"/>
                </a:lnTo>
                <a:lnTo>
                  <a:pt x="2223846" y="239575"/>
                </a:lnTo>
                <a:lnTo>
                  <a:pt x="2219276" y="242269"/>
                </a:lnTo>
                <a:lnTo>
                  <a:pt x="2211813" y="242194"/>
                </a:lnTo>
                <a:lnTo>
                  <a:pt x="2209195" y="243458"/>
                </a:lnTo>
                <a:lnTo>
                  <a:pt x="2207758" y="246806"/>
                </a:lnTo>
                <a:lnTo>
                  <a:pt x="2202408" y="253876"/>
                </a:lnTo>
                <a:lnTo>
                  <a:pt x="2196537" y="256517"/>
                </a:lnTo>
                <a:lnTo>
                  <a:pt x="2194350" y="254548"/>
                </a:lnTo>
                <a:lnTo>
                  <a:pt x="2188866" y="252518"/>
                </a:lnTo>
                <a:lnTo>
                  <a:pt x="2184778" y="253018"/>
                </a:lnTo>
                <a:lnTo>
                  <a:pt x="2178284" y="257541"/>
                </a:lnTo>
                <a:lnTo>
                  <a:pt x="2173718" y="260614"/>
                </a:lnTo>
                <a:lnTo>
                  <a:pt x="2168982" y="263622"/>
                </a:lnTo>
                <a:lnTo>
                  <a:pt x="2164175" y="265527"/>
                </a:lnTo>
                <a:lnTo>
                  <a:pt x="2160370" y="264280"/>
                </a:lnTo>
                <a:lnTo>
                  <a:pt x="2155545" y="262759"/>
                </a:lnTo>
                <a:lnTo>
                  <a:pt x="2153336" y="264125"/>
                </a:lnTo>
                <a:lnTo>
                  <a:pt x="2148934" y="265043"/>
                </a:lnTo>
                <a:lnTo>
                  <a:pt x="2145288" y="265193"/>
                </a:lnTo>
                <a:lnTo>
                  <a:pt x="2141212" y="264448"/>
                </a:lnTo>
                <a:lnTo>
                  <a:pt x="2134816" y="262335"/>
                </a:lnTo>
                <a:lnTo>
                  <a:pt x="2131903" y="260429"/>
                </a:lnTo>
                <a:lnTo>
                  <a:pt x="2128580" y="259313"/>
                </a:lnTo>
                <a:lnTo>
                  <a:pt x="2124150" y="258481"/>
                </a:lnTo>
                <a:lnTo>
                  <a:pt x="2118016" y="256710"/>
                </a:lnTo>
                <a:lnTo>
                  <a:pt x="2112820" y="255389"/>
                </a:lnTo>
                <a:lnTo>
                  <a:pt x="2108725" y="255941"/>
                </a:lnTo>
                <a:lnTo>
                  <a:pt x="2104960" y="257848"/>
                </a:lnTo>
                <a:lnTo>
                  <a:pt x="2103365" y="256723"/>
                </a:lnTo>
                <a:lnTo>
                  <a:pt x="2098101" y="255769"/>
                </a:lnTo>
                <a:lnTo>
                  <a:pt x="2092704" y="255110"/>
                </a:lnTo>
                <a:lnTo>
                  <a:pt x="2089733" y="255281"/>
                </a:lnTo>
                <a:lnTo>
                  <a:pt x="2083953" y="254288"/>
                </a:lnTo>
                <a:lnTo>
                  <a:pt x="2080595" y="253236"/>
                </a:lnTo>
                <a:lnTo>
                  <a:pt x="2071578" y="251367"/>
                </a:lnTo>
                <a:lnTo>
                  <a:pt x="2063677" y="249797"/>
                </a:lnTo>
                <a:lnTo>
                  <a:pt x="2056968" y="247962"/>
                </a:lnTo>
                <a:lnTo>
                  <a:pt x="2050837" y="244764"/>
                </a:lnTo>
                <a:lnTo>
                  <a:pt x="2046710" y="242196"/>
                </a:lnTo>
                <a:lnTo>
                  <a:pt x="2043774" y="240604"/>
                </a:lnTo>
                <a:lnTo>
                  <a:pt x="2037894" y="237400"/>
                </a:lnTo>
                <a:lnTo>
                  <a:pt x="2035869" y="233501"/>
                </a:lnTo>
                <a:lnTo>
                  <a:pt x="2035073" y="229496"/>
                </a:lnTo>
                <a:lnTo>
                  <a:pt x="2033039" y="223246"/>
                </a:lnTo>
                <a:lnTo>
                  <a:pt x="2030760" y="220865"/>
                </a:lnTo>
                <a:lnTo>
                  <a:pt x="2026924" y="219333"/>
                </a:lnTo>
                <a:lnTo>
                  <a:pt x="2023661" y="219409"/>
                </a:lnTo>
                <a:lnTo>
                  <a:pt x="2019861" y="219177"/>
                </a:lnTo>
                <a:lnTo>
                  <a:pt x="2013522" y="217610"/>
                </a:lnTo>
                <a:lnTo>
                  <a:pt x="2009162" y="218624"/>
                </a:lnTo>
                <a:lnTo>
                  <a:pt x="2006645" y="222519"/>
                </a:lnTo>
                <a:lnTo>
                  <a:pt x="2004909" y="227820"/>
                </a:lnTo>
                <a:lnTo>
                  <a:pt x="2003454" y="232909"/>
                </a:lnTo>
                <a:lnTo>
                  <a:pt x="2000151" y="235892"/>
                </a:lnTo>
                <a:lnTo>
                  <a:pt x="1993401" y="237428"/>
                </a:lnTo>
                <a:lnTo>
                  <a:pt x="1986707" y="235479"/>
                </a:lnTo>
                <a:lnTo>
                  <a:pt x="1984892" y="233657"/>
                </a:lnTo>
                <a:lnTo>
                  <a:pt x="1983481" y="233078"/>
                </a:lnTo>
                <a:lnTo>
                  <a:pt x="1978519" y="231576"/>
                </a:lnTo>
                <a:lnTo>
                  <a:pt x="1975715" y="231387"/>
                </a:lnTo>
                <a:lnTo>
                  <a:pt x="1970262" y="231031"/>
                </a:lnTo>
                <a:lnTo>
                  <a:pt x="1967660" y="229136"/>
                </a:lnTo>
                <a:lnTo>
                  <a:pt x="1965121" y="227315"/>
                </a:lnTo>
                <a:lnTo>
                  <a:pt x="1962762" y="224788"/>
                </a:lnTo>
                <a:lnTo>
                  <a:pt x="1962224" y="224349"/>
                </a:lnTo>
                <a:lnTo>
                  <a:pt x="1960856" y="223305"/>
                </a:lnTo>
                <a:lnTo>
                  <a:pt x="1958281" y="222055"/>
                </a:lnTo>
                <a:lnTo>
                  <a:pt x="1955130" y="221113"/>
                </a:lnTo>
                <a:lnTo>
                  <a:pt x="1952372" y="220082"/>
                </a:lnTo>
                <a:lnTo>
                  <a:pt x="1950373" y="219428"/>
                </a:lnTo>
                <a:lnTo>
                  <a:pt x="1948496" y="217843"/>
                </a:lnTo>
                <a:lnTo>
                  <a:pt x="1946731" y="216201"/>
                </a:lnTo>
                <a:lnTo>
                  <a:pt x="1944753" y="214242"/>
                </a:lnTo>
                <a:lnTo>
                  <a:pt x="1942517" y="213514"/>
                </a:lnTo>
                <a:lnTo>
                  <a:pt x="1940489" y="213700"/>
                </a:lnTo>
                <a:lnTo>
                  <a:pt x="1937684" y="214136"/>
                </a:lnTo>
                <a:lnTo>
                  <a:pt x="1932018" y="213996"/>
                </a:lnTo>
                <a:lnTo>
                  <a:pt x="1928985" y="214529"/>
                </a:lnTo>
                <a:lnTo>
                  <a:pt x="1926273" y="215336"/>
                </a:lnTo>
                <a:lnTo>
                  <a:pt x="1922044" y="215216"/>
                </a:lnTo>
                <a:lnTo>
                  <a:pt x="1916701" y="211874"/>
                </a:lnTo>
                <a:lnTo>
                  <a:pt x="1907954" y="208747"/>
                </a:lnTo>
                <a:lnTo>
                  <a:pt x="1900122" y="203206"/>
                </a:lnTo>
                <a:lnTo>
                  <a:pt x="1895752" y="198619"/>
                </a:lnTo>
                <a:lnTo>
                  <a:pt x="1895809" y="194393"/>
                </a:lnTo>
                <a:lnTo>
                  <a:pt x="1890376" y="189008"/>
                </a:lnTo>
                <a:lnTo>
                  <a:pt x="1884349" y="185863"/>
                </a:lnTo>
                <a:lnTo>
                  <a:pt x="1881578" y="182502"/>
                </a:lnTo>
                <a:lnTo>
                  <a:pt x="1876893" y="180136"/>
                </a:lnTo>
                <a:lnTo>
                  <a:pt x="1872508" y="178858"/>
                </a:lnTo>
                <a:lnTo>
                  <a:pt x="1868187" y="176885"/>
                </a:lnTo>
                <a:lnTo>
                  <a:pt x="1861298" y="171647"/>
                </a:lnTo>
                <a:lnTo>
                  <a:pt x="1855742" y="171117"/>
                </a:lnTo>
                <a:lnTo>
                  <a:pt x="1840744" y="167453"/>
                </a:lnTo>
                <a:lnTo>
                  <a:pt x="1835742" y="165620"/>
                </a:lnTo>
                <a:lnTo>
                  <a:pt x="1830841" y="165712"/>
                </a:lnTo>
                <a:lnTo>
                  <a:pt x="1824771" y="166133"/>
                </a:lnTo>
                <a:lnTo>
                  <a:pt x="1822351" y="168074"/>
                </a:lnTo>
                <a:lnTo>
                  <a:pt x="1820161" y="171228"/>
                </a:lnTo>
                <a:lnTo>
                  <a:pt x="1816717" y="176682"/>
                </a:lnTo>
                <a:lnTo>
                  <a:pt x="1809767" y="184998"/>
                </a:lnTo>
                <a:lnTo>
                  <a:pt x="1802565" y="190192"/>
                </a:lnTo>
                <a:lnTo>
                  <a:pt x="1795177" y="191796"/>
                </a:lnTo>
                <a:lnTo>
                  <a:pt x="1786746" y="188079"/>
                </a:lnTo>
                <a:lnTo>
                  <a:pt x="1782764" y="185664"/>
                </a:lnTo>
                <a:lnTo>
                  <a:pt x="1777880" y="183010"/>
                </a:lnTo>
                <a:lnTo>
                  <a:pt x="1773333" y="178328"/>
                </a:lnTo>
                <a:lnTo>
                  <a:pt x="1766723" y="171455"/>
                </a:lnTo>
                <a:lnTo>
                  <a:pt x="1761295" y="166652"/>
                </a:lnTo>
                <a:lnTo>
                  <a:pt x="1754008" y="161289"/>
                </a:lnTo>
                <a:lnTo>
                  <a:pt x="1747435" y="153764"/>
                </a:lnTo>
                <a:lnTo>
                  <a:pt x="1742244" y="146598"/>
                </a:lnTo>
                <a:lnTo>
                  <a:pt x="1734598" y="136752"/>
                </a:lnTo>
                <a:lnTo>
                  <a:pt x="1732911" y="130783"/>
                </a:lnTo>
                <a:lnTo>
                  <a:pt x="1733391" y="124601"/>
                </a:lnTo>
                <a:lnTo>
                  <a:pt x="1733433" y="114555"/>
                </a:lnTo>
                <a:lnTo>
                  <a:pt x="1731867" y="109788"/>
                </a:lnTo>
                <a:lnTo>
                  <a:pt x="1727423" y="105627"/>
                </a:lnTo>
                <a:lnTo>
                  <a:pt x="1720743" y="98845"/>
                </a:lnTo>
                <a:lnTo>
                  <a:pt x="1718612" y="95580"/>
                </a:lnTo>
                <a:lnTo>
                  <a:pt x="1716101" y="92433"/>
                </a:lnTo>
                <a:lnTo>
                  <a:pt x="1713974" y="90685"/>
                </a:lnTo>
                <a:lnTo>
                  <a:pt x="1710810" y="89347"/>
                </a:lnTo>
                <a:lnTo>
                  <a:pt x="1706114" y="87948"/>
                </a:lnTo>
                <a:lnTo>
                  <a:pt x="1700608" y="86398"/>
                </a:lnTo>
                <a:lnTo>
                  <a:pt x="1698113" y="86928"/>
                </a:lnTo>
                <a:lnTo>
                  <a:pt x="1693889" y="88679"/>
                </a:lnTo>
                <a:lnTo>
                  <a:pt x="1689023" y="92096"/>
                </a:lnTo>
                <a:lnTo>
                  <a:pt x="1685454" y="93259"/>
                </a:lnTo>
                <a:lnTo>
                  <a:pt x="1680198" y="93827"/>
                </a:lnTo>
                <a:lnTo>
                  <a:pt x="1676203" y="95576"/>
                </a:lnTo>
                <a:lnTo>
                  <a:pt x="1673656" y="97760"/>
                </a:lnTo>
                <a:lnTo>
                  <a:pt x="1669673" y="101069"/>
                </a:lnTo>
                <a:lnTo>
                  <a:pt x="1665344" y="100663"/>
                </a:lnTo>
                <a:lnTo>
                  <a:pt x="1661512" y="101398"/>
                </a:lnTo>
                <a:lnTo>
                  <a:pt x="1659596" y="102604"/>
                </a:lnTo>
                <a:lnTo>
                  <a:pt x="1655758" y="104806"/>
                </a:lnTo>
                <a:lnTo>
                  <a:pt x="1651998" y="105947"/>
                </a:lnTo>
                <a:lnTo>
                  <a:pt x="1647062" y="107752"/>
                </a:lnTo>
                <a:lnTo>
                  <a:pt x="1643328" y="107392"/>
                </a:lnTo>
                <a:lnTo>
                  <a:pt x="1637514" y="107663"/>
                </a:lnTo>
                <a:lnTo>
                  <a:pt x="1633608" y="108243"/>
                </a:lnTo>
                <a:lnTo>
                  <a:pt x="1630894" y="108584"/>
                </a:lnTo>
                <a:lnTo>
                  <a:pt x="1627152" y="107500"/>
                </a:lnTo>
                <a:lnTo>
                  <a:pt x="1621605" y="105043"/>
                </a:lnTo>
                <a:lnTo>
                  <a:pt x="1612231" y="101405"/>
                </a:lnTo>
                <a:lnTo>
                  <a:pt x="1604739" y="98268"/>
                </a:lnTo>
                <a:lnTo>
                  <a:pt x="1598342" y="94547"/>
                </a:lnTo>
                <a:lnTo>
                  <a:pt x="1594082" y="92553"/>
                </a:lnTo>
                <a:lnTo>
                  <a:pt x="1587418" y="89342"/>
                </a:lnTo>
                <a:lnTo>
                  <a:pt x="1578495" y="83116"/>
                </a:lnTo>
                <a:lnTo>
                  <a:pt x="1574879" y="79234"/>
                </a:lnTo>
                <a:lnTo>
                  <a:pt x="1572229" y="77282"/>
                </a:lnTo>
                <a:lnTo>
                  <a:pt x="1562880" y="70490"/>
                </a:lnTo>
                <a:lnTo>
                  <a:pt x="1554158" y="61724"/>
                </a:lnTo>
                <a:lnTo>
                  <a:pt x="1550200" y="57351"/>
                </a:lnTo>
                <a:lnTo>
                  <a:pt x="1548202" y="52932"/>
                </a:lnTo>
                <a:lnTo>
                  <a:pt x="1544130" y="46181"/>
                </a:lnTo>
                <a:lnTo>
                  <a:pt x="1542063" y="37201"/>
                </a:lnTo>
                <a:lnTo>
                  <a:pt x="1545578" y="24875"/>
                </a:lnTo>
                <a:lnTo>
                  <a:pt x="1552543" y="19768"/>
                </a:lnTo>
                <a:lnTo>
                  <a:pt x="1553487" y="17116"/>
                </a:lnTo>
                <a:lnTo>
                  <a:pt x="1550401" y="15774"/>
                </a:lnTo>
                <a:lnTo>
                  <a:pt x="1545734" y="17445"/>
                </a:lnTo>
                <a:lnTo>
                  <a:pt x="1541023" y="18601"/>
                </a:lnTo>
                <a:lnTo>
                  <a:pt x="1534042" y="18519"/>
                </a:lnTo>
                <a:lnTo>
                  <a:pt x="1530294" y="8069"/>
                </a:lnTo>
                <a:lnTo>
                  <a:pt x="1526402" y="1921"/>
                </a:lnTo>
                <a:lnTo>
                  <a:pt x="1521441" y="737"/>
                </a:lnTo>
                <a:lnTo>
                  <a:pt x="1513134" y="0"/>
                </a:lnTo>
                <a:lnTo>
                  <a:pt x="1508489" y="3509"/>
                </a:lnTo>
                <a:lnTo>
                  <a:pt x="1509080" y="12214"/>
                </a:lnTo>
                <a:lnTo>
                  <a:pt x="1503952" y="20417"/>
                </a:lnTo>
                <a:lnTo>
                  <a:pt x="1492285" y="28131"/>
                </a:lnTo>
                <a:lnTo>
                  <a:pt x="1477961" y="32835"/>
                </a:lnTo>
                <a:lnTo>
                  <a:pt x="1466589" y="34573"/>
                </a:lnTo>
                <a:lnTo>
                  <a:pt x="1457872" y="33797"/>
                </a:lnTo>
                <a:lnTo>
                  <a:pt x="1444331" y="29882"/>
                </a:lnTo>
                <a:lnTo>
                  <a:pt x="1433145" y="26833"/>
                </a:lnTo>
                <a:lnTo>
                  <a:pt x="1428036" y="27595"/>
                </a:lnTo>
                <a:lnTo>
                  <a:pt x="1416898" y="33198"/>
                </a:lnTo>
                <a:lnTo>
                  <a:pt x="1410688" y="34424"/>
                </a:lnTo>
                <a:lnTo>
                  <a:pt x="1405482" y="34553"/>
                </a:lnTo>
                <a:lnTo>
                  <a:pt x="1397812" y="33347"/>
                </a:lnTo>
                <a:lnTo>
                  <a:pt x="1389277" y="30246"/>
                </a:lnTo>
                <a:lnTo>
                  <a:pt x="1377030" y="27080"/>
                </a:lnTo>
                <a:lnTo>
                  <a:pt x="1371398" y="25690"/>
                </a:lnTo>
                <a:lnTo>
                  <a:pt x="1366063" y="23569"/>
                </a:lnTo>
                <a:lnTo>
                  <a:pt x="1360907" y="24566"/>
                </a:lnTo>
                <a:lnTo>
                  <a:pt x="1357414" y="24835"/>
                </a:lnTo>
                <a:lnTo>
                  <a:pt x="1352244" y="23871"/>
                </a:lnTo>
                <a:lnTo>
                  <a:pt x="1346504" y="21552"/>
                </a:lnTo>
                <a:lnTo>
                  <a:pt x="1342346" y="20985"/>
                </a:lnTo>
                <a:lnTo>
                  <a:pt x="1331851" y="22087"/>
                </a:lnTo>
                <a:lnTo>
                  <a:pt x="1320126" y="21878"/>
                </a:lnTo>
                <a:lnTo>
                  <a:pt x="1315191" y="20083"/>
                </a:lnTo>
                <a:lnTo>
                  <a:pt x="1307910" y="20118"/>
                </a:lnTo>
                <a:lnTo>
                  <a:pt x="1302153" y="20128"/>
                </a:lnTo>
                <a:lnTo>
                  <a:pt x="1298509" y="19745"/>
                </a:lnTo>
                <a:lnTo>
                  <a:pt x="1292710" y="19914"/>
                </a:lnTo>
                <a:lnTo>
                  <a:pt x="1286937" y="19034"/>
                </a:lnTo>
                <a:lnTo>
                  <a:pt x="1280520" y="17802"/>
                </a:lnTo>
                <a:lnTo>
                  <a:pt x="1275650" y="18211"/>
                </a:lnTo>
                <a:lnTo>
                  <a:pt x="1268693" y="17119"/>
                </a:lnTo>
                <a:lnTo>
                  <a:pt x="1260389" y="14467"/>
                </a:lnTo>
                <a:lnTo>
                  <a:pt x="1252140" y="12624"/>
                </a:lnTo>
                <a:lnTo>
                  <a:pt x="1245919" y="11293"/>
                </a:lnTo>
                <a:lnTo>
                  <a:pt x="1241264" y="11634"/>
                </a:lnTo>
                <a:lnTo>
                  <a:pt x="1233131" y="10242"/>
                </a:lnTo>
                <a:lnTo>
                  <a:pt x="1216003" y="18175"/>
                </a:lnTo>
                <a:lnTo>
                  <a:pt x="1182918" y="27692"/>
                </a:lnTo>
                <a:lnTo>
                  <a:pt x="1180401" y="28657"/>
                </a:lnTo>
                <a:lnTo>
                  <a:pt x="1176074" y="31558"/>
                </a:lnTo>
                <a:lnTo>
                  <a:pt x="1171588" y="35216"/>
                </a:lnTo>
                <a:lnTo>
                  <a:pt x="1165891" y="38002"/>
                </a:lnTo>
                <a:lnTo>
                  <a:pt x="1158459" y="39790"/>
                </a:lnTo>
                <a:lnTo>
                  <a:pt x="1144533" y="43586"/>
                </a:lnTo>
                <a:lnTo>
                  <a:pt x="1136821" y="44273"/>
                </a:lnTo>
                <a:lnTo>
                  <a:pt x="1127471" y="44483"/>
                </a:lnTo>
                <a:lnTo>
                  <a:pt x="1123953" y="45875"/>
                </a:lnTo>
                <a:lnTo>
                  <a:pt x="1122821" y="47111"/>
                </a:lnTo>
                <a:lnTo>
                  <a:pt x="1117224" y="49129"/>
                </a:lnTo>
                <a:lnTo>
                  <a:pt x="1107102" y="50586"/>
                </a:lnTo>
                <a:lnTo>
                  <a:pt x="1102437" y="52212"/>
                </a:lnTo>
                <a:lnTo>
                  <a:pt x="1098963" y="53547"/>
                </a:lnTo>
                <a:lnTo>
                  <a:pt x="1094365" y="55587"/>
                </a:lnTo>
                <a:lnTo>
                  <a:pt x="1092157" y="56404"/>
                </a:lnTo>
                <a:lnTo>
                  <a:pt x="1088629" y="57920"/>
                </a:lnTo>
                <a:lnTo>
                  <a:pt x="1083825" y="60726"/>
                </a:lnTo>
                <a:lnTo>
                  <a:pt x="1079887" y="63458"/>
                </a:lnTo>
                <a:lnTo>
                  <a:pt x="1076033" y="65865"/>
                </a:lnTo>
                <a:lnTo>
                  <a:pt x="1070578" y="68823"/>
                </a:lnTo>
                <a:lnTo>
                  <a:pt x="1064659" y="72515"/>
                </a:lnTo>
                <a:lnTo>
                  <a:pt x="1059244" y="76394"/>
                </a:lnTo>
                <a:lnTo>
                  <a:pt x="1046346" y="86849"/>
                </a:lnTo>
                <a:lnTo>
                  <a:pt x="1041398" y="92056"/>
                </a:lnTo>
                <a:lnTo>
                  <a:pt x="1037336" y="98754"/>
                </a:lnTo>
                <a:lnTo>
                  <a:pt x="1027498" y="99285"/>
                </a:lnTo>
                <a:lnTo>
                  <a:pt x="1024689" y="101383"/>
                </a:lnTo>
                <a:lnTo>
                  <a:pt x="1020874" y="104930"/>
                </a:lnTo>
                <a:lnTo>
                  <a:pt x="1017749" y="106284"/>
                </a:lnTo>
                <a:lnTo>
                  <a:pt x="1010523" y="107794"/>
                </a:lnTo>
                <a:lnTo>
                  <a:pt x="1002627" y="109792"/>
                </a:lnTo>
                <a:lnTo>
                  <a:pt x="999865" y="110990"/>
                </a:lnTo>
                <a:lnTo>
                  <a:pt x="995629" y="113698"/>
                </a:lnTo>
                <a:lnTo>
                  <a:pt x="990623" y="116879"/>
                </a:lnTo>
                <a:lnTo>
                  <a:pt x="986922" y="120786"/>
                </a:lnTo>
                <a:lnTo>
                  <a:pt x="982323" y="125066"/>
                </a:lnTo>
                <a:lnTo>
                  <a:pt x="976637" y="126916"/>
                </a:lnTo>
                <a:lnTo>
                  <a:pt x="972652" y="128505"/>
                </a:lnTo>
                <a:lnTo>
                  <a:pt x="968781" y="130990"/>
                </a:lnTo>
                <a:lnTo>
                  <a:pt x="961849" y="137637"/>
                </a:lnTo>
                <a:lnTo>
                  <a:pt x="957767" y="138477"/>
                </a:lnTo>
                <a:lnTo>
                  <a:pt x="950544" y="138505"/>
                </a:lnTo>
                <a:lnTo>
                  <a:pt x="943821" y="141681"/>
                </a:lnTo>
                <a:lnTo>
                  <a:pt x="936590" y="143724"/>
                </a:lnTo>
                <a:lnTo>
                  <a:pt x="934246" y="146533"/>
                </a:lnTo>
                <a:lnTo>
                  <a:pt x="927236" y="150495"/>
                </a:lnTo>
                <a:lnTo>
                  <a:pt x="923926" y="154281"/>
                </a:lnTo>
                <a:lnTo>
                  <a:pt x="922075" y="158752"/>
                </a:lnTo>
                <a:lnTo>
                  <a:pt x="922139" y="173092"/>
                </a:lnTo>
                <a:lnTo>
                  <a:pt x="920463" y="180523"/>
                </a:lnTo>
                <a:lnTo>
                  <a:pt x="916989" y="185451"/>
                </a:lnTo>
                <a:lnTo>
                  <a:pt x="911043" y="191645"/>
                </a:lnTo>
                <a:lnTo>
                  <a:pt x="907936" y="193128"/>
                </a:lnTo>
                <a:lnTo>
                  <a:pt x="901719" y="194816"/>
                </a:lnTo>
                <a:lnTo>
                  <a:pt x="896070" y="195411"/>
                </a:lnTo>
                <a:lnTo>
                  <a:pt x="891881" y="196029"/>
                </a:lnTo>
                <a:lnTo>
                  <a:pt x="884492" y="197379"/>
                </a:lnTo>
                <a:lnTo>
                  <a:pt x="866266" y="198121"/>
                </a:lnTo>
                <a:lnTo>
                  <a:pt x="859342" y="198120"/>
                </a:lnTo>
                <a:lnTo>
                  <a:pt x="857214" y="198151"/>
                </a:lnTo>
                <a:lnTo>
                  <a:pt x="855331" y="199308"/>
                </a:lnTo>
                <a:lnTo>
                  <a:pt x="854100" y="199324"/>
                </a:lnTo>
                <a:lnTo>
                  <a:pt x="850401" y="199047"/>
                </a:lnTo>
                <a:lnTo>
                  <a:pt x="846578" y="198711"/>
                </a:lnTo>
                <a:lnTo>
                  <a:pt x="841952" y="198044"/>
                </a:lnTo>
                <a:lnTo>
                  <a:pt x="837815" y="197208"/>
                </a:lnTo>
                <a:lnTo>
                  <a:pt x="833345" y="196379"/>
                </a:lnTo>
                <a:lnTo>
                  <a:pt x="828905" y="195355"/>
                </a:lnTo>
                <a:lnTo>
                  <a:pt x="825637" y="194720"/>
                </a:lnTo>
                <a:lnTo>
                  <a:pt x="820970" y="194188"/>
                </a:lnTo>
                <a:lnTo>
                  <a:pt x="817794" y="193863"/>
                </a:lnTo>
                <a:lnTo>
                  <a:pt x="814011" y="192631"/>
                </a:lnTo>
                <a:lnTo>
                  <a:pt x="809261" y="190386"/>
                </a:lnTo>
                <a:lnTo>
                  <a:pt x="804875" y="188615"/>
                </a:lnTo>
                <a:lnTo>
                  <a:pt x="800740" y="187095"/>
                </a:lnTo>
                <a:lnTo>
                  <a:pt x="793527" y="185175"/>
                </a:lnTo>
                <a:lnTo>
                  <a:pt x="789489" y="183954"/>
                </a:lnTo>
                <a:lnTo>
                  <a:pt x="783452" y="181893"/>
                </a:lnTo>
                <a:lnTo>
                  <a:pt x="771663" y="178862"/>
                </a:lnTo>
                <a:lnTo>
                  <a:pt x="762720" y="176099"/>
                </a:lnTo>
                <a:lnTo>
                  <a:pt x="755940" y="173723"/>
                </a:lnTo>
                <a:lnTo>
                  <a:pt x="751513" y="174150"/>
                </a:lnTo>
                <a:lnTo>
                  <a:pt x="746801" y="173797"/>
                </a:lnTo>
                <a:lnTo>
                  <a:pt x="745446" y="172548"/>
                </a:lnTo>
                <a:lnTo>
                  <a:pt x="745081" y="172712"/>
                </a:lnTo>
                <a:lnTo>
                  <a:pt x="741419" y="169424"/>
                </a:lnTo>
                <a:lnTo>
                  <a:pt x="736572" y="165987"/>
                </a:lnTo>
                <a:lnTo>
                  <a:pt x="731428" y="164310"/>
                </a:lnTo>
                <a:lnTo>
                  <a:pt x="728202" y="163598"/>
                </a:lnTo>
                <a:lnTo>
                  <a:pt x="724847" y="163631"/>
                </a:lnTo>
                <a:lnTo>
                  <a:pt x="721993" y="163242"/>
                </a:lnTo>
                <a:lnTo>
                  <a:pt x="718867" y="163618"/>
                </a:lnTo>
                <a:lnTo>
                  <a:pt x="715024" y="165758"/>
                </a:lnTo>
                <a:lnTo>
                  <a:pt x="714059" y="169119"/>
                </a:lnTo>
                <a:lnTo>
                  <a:pt x="710962" y="172094"/>
                </a:lnTo>
                <a:lnTo>
                  <a:pt x="704771" y="173699"/>
                </a:lnTo>
                <a:lnTo>
                  <a:pt x="690082" y="172822"/>
                </a:lnTo>
                <a:lnTo>
                  <a:pt x="677696" y="172233"/>
                </a:lnTo>
                <a:lnTo>
                  <a:pt x="670331" y="171439"/>
                </a:lnTo>
                <a:lnTo>
                  <a:pt x="665241" y="171664"/>
                </a:lnTo>
                <a:lnTo>
                  <a:pt x="661732" y="171780"/>
                </a:lnTo>
                <a:lnTo>
                  <a:pt x="657337" y="171997"/>
                </a:lnTo>
                <a:lnTo>
                  <a:pt x="655229" y="171064"/>
                </a:lnTo>
                <a:lnTo>
                  <a:pt x="650829" y="169861"/>
                </a:lnTo>
                <a:lnTo>
                  <a:pt x="632838" y="165731"/>
                </a:lnTo>
                <a:lnTo>
                  <a:pt x="626147" y="163877"/>
                </a:lnTo>
                <a:lnTo>
                  <a:pt x="617841" y="160919"/>
                </a:lnTo>
                <a:lnTo>
                  <a:pt x="606272" y="159616"/>
                </a:lnTo>
                <a:lnTo>
                  <a:pt x="601876" y="158754"/>
                </a:lnTo>
                <a:lnTo>
                  <a:pt x="595224" y="156075"/>
                </a:lnTo>
                <a:lnTo>
                  <a:pt x="592203" y="154901"/>
                </a:lnTo>
                <a:lnTo>
                  <a:pt x="588161" y="154198"/>
                </a:lnTo>
                <a:lnTo>
                  <a:pt x="579596" y="152514"/>
                </a:lnTo>
                <a:lnTo>
                  <a:pt x="574928" y="150552"/>
                </a:lnTo>
                <a:lnTo>
                  <a:pt x="571066" y="148995"/>
                </a:lnTo>
                <a:lnTo>
                  <a:pt x="567420" y="147883"/>
                </a:lnTo>
                <a:lnTo>
                  <a:pt x="564228" y="146648"/>
                </a:lnTo>
                <a:lnTo>
                  <a:pt x="559794" y="146024"/>
                </a:lnTo>
                <a:lnTo>
                  <a:pt x="552812" y="145158"/>
                </a:lnTo>
                <a:lnTo>
                  <a:pt x="545856" y="143603"/>
                </a:lnTo>
                <a:lnTo>
                  <a:pt x="542152" y="142697"/>
                </a:lnTo>
                <a:lnTo>
                  <a:pt x="539421" y="141516"/>
                </a:lnTo>
                <a:lnTo>
                  <a:pt x="533838" y="141600"/>
                </a:lnTo>
                <a:lnTo>
                  <a:pt x="530325" y="141971"/>
                </a:lnTo>
                <a:lnTo>
                  <a:pt x="525956" y="143097"/>
                </a:lnTo>
                <a:lnTo>
                  <a:pt x="520030" y="149023"/>
                </a:lnTo>
                <a:lnTo>
                  <a:pt x="518379" y="153537"/>
                </a:lnTo>
                <a:lnTo>
                  <a:pt x="516823" y="159649"/>
                </a:lnTo>
                <a:lnTo>
                  <a:pt x="515252" y="168558"/>
                </a:lnTo>
                <a:lnTo>
                  <a:pt x="512887" y="174566"/>
                </a:lnTo>
                <a:lnTo>
                  <a:pt x="510159" y="178487"/>
                </a:lnTo>
                <a:lnTo>
                  <a:pt x="505928" y="184125"/>
                </a:lnTo>
                <a:lnTo>
                  <a:pt x="504381" y="188821"/>
                </a:lnTo>
                <a:lnTo>
                  <a:pt x="504475" y="193759"/>
                </a:lnTo>
                <a:lnTo>
                  <a:pt x="508669" y="196293"/>
                </a:lnTo>
                <a:lnTo>
                  <a:pt x="513855" y="199384"/>
                </a:lnTo>
                <a:lnTo>
                  <a:pt x="519261" y="202898"/>
                </a:lnTo>
                <a:lnTo>
                  <a:pt x="521440" y="206371"/>
                </a:lnTo>
                <a:lnTo>
                  <a:pt x="525636" y="210785"/>
                </a:lnTo>
                <a:lnTo>
                  <a:pt x="538170" y="217378"/>
                </a:lnTo>
                <a:lnTo>
                  <a:pt x="545173" y="221520"/>
                </a:lnTo>
                <a:lnTo>
                  <a:pt x="550190" y="225766"/>
                </a:lnTo>
                <a:lnTo>
                  <a:pt x="551587" y="229974"/>
                </a:lnTo>
                <a:lnTo>
                  <a:pt x="553595" y="232608"/>
                </a:lnTo>
                <a:lnTo>
                  <a:pt x="556695" y="234670"/>
                </a:lnTo>
                <a:lnTo>
                  <a:pt x="561065" y="236216"/>
                </a:lnTo>
                <a:lnTo>
                  <a:pt x="564257" y="236307"/>
                </a:lnTo>
                <a:lnTo>
                  <a:pt x="565515" y="236536"/>
                </a:lnTo>
                <a:lnTo>
                  <a:pt x="566948" y="240770"/>
                </a:lnTo>
                <a:lnTo>
                  <a:pt x="568338" y="245415"/>
                </a:lnTo>
                <a:lnTo>
                  <a:pt x="574990" y="248585"/>
                </a:lnTo>
                <a:lnTo>
                  <a:pt x="581206" y="246098"/>
                </a:lnTo>
                <a:lnTo>
                  <a:pt x="588256" y="244747"/>
                </a:lnTo>
                <a:lnTo>
                  <a:pt x="594165" y="246245"/>
                </a:lnTo>
                <a:lnTo>
                  <a:pt x="598798" y="248663"/>
                </a:lnTo>
                <a:lnTo>
                  <a:pt x="602766" y="248876"/>
                </a:lnTo>
                <a:lnTo>
                  <a:pt x="611139" y="248706"/>
                </a:lnTo>
                <a:lnTo>
                  <a:pt x="625840" y="251026"/>
                </a:lnTo>
                <a:lnTo>
                  <a:pt x="630901" y="253040"/>
                </a:lnTo>
                <a:lnTo>
                  <a:pt x="639056" y="253575"/>
                </a:lnTo>
                <a:lnTo>
                  <a:pt x="643717" y="258065"/>
                </a:lnTo>
                <a:lnTo>
                  <a:pt x="641994" y="260608"/>
                </a:lnTo>
                <a:lnTo>
                  <a:pt x="636537" y="263173"/>
                </a:lnTo>
                <a:lnTo>
                  <a:pt x="618539" y="262987"/>
                </a:lnTo>
                <a:lnTo>
                  <a:pt x="616391" y="264762"/>
                </a:lnTo>
                <a:lnTo>
                  <a:pt x="617780" y="265617"/>
                </a:lnTo>
                <a:lnTo>
                  <a:pt x="603215" y="264575"/>
                </a:lnTo>
                <a:lnTo>
                  <a:pt x="591048" y="260902"/>
                </a:lnTo>
                <a:lnTo>
                  <a:pt x="581654" y="263368"/>
                </a:lnTo>
                <a:lnTo>
                  <a:pt x="570128" y="264858"/>
                </a:lnTo>
                <a:lnTo>
                  <a:pt x="566179" y="266132"/>
                </a:lnTo>
                <a:lnTo>
                  <a:pt x="558474" y="267505"/>
                </a:lnTo>
                <a:lnTo>
                  <a:pt x="544764" y="268399"/>
                </a:lnTo>
                <a:lnTo>
                  <a:pt x="539726" y="267011"/>
                </a:lnTo>
                <a:lnTo>
                  <a:pt x="532335" y="267374"/>
                </a:lnTo>
                <a:lnTo>
                  <a:pt x="523043" y="270178"/>
                </a:lnTo>
                <a:lnTo>
                  <a:pt x="514759" y="268866"/>
                </a:lnTo>
                <a:lnTo>
                  <a:pt x="506810" y="268002"/>
                </a:lnTo>
                <a:lnTo>
                  <a:pt x="500910" y="273239"/>
                </a:lnTo>
                <a:lnTo>
                  <a:pt x="494683" y="277794"/>
                </a:lnTo>
                <a:lnTo>
                  <a:pt x="486071" y="281176"/>
                </a:lnTo>
                <a:lnTo>
                  <a:pt x="471452" y="288448"/>
                </a:lnTo>
                <a:lnTo>
                  <a:pt x="471531" y="291941"/>
                </a:lnTo>
                <a:lnTo>
                  <a:pt x="479634" y="295705"/>
                </a:lnTo>
                <a:lnTo>
                  <a:pt x="490114" y="300995"/>
                </a:lnTo>
                <a:lnTo>
                  <a:pt x="497598" y="305346"/>
                </a:lnTo>
                <a:lnTo>
                  <a:pt x="502086" y="307680"/>
                </a:lnTo>
                <a:lnTo>
                  <a:pt x="510026" y="306900"/>
                </a:lnTo>
                <a:lnTo>
                  <a:pt x="522580" y="307012"/>
                </a:lnTo>
                <a:lnTo>
                  <a:pt x="530064" y="312793"/>
                </a:lnTo>
                <a:lnTo>
                  <a:pt x="532179" y="313816"/>
                </a:lnTo>
                <a:lnTo>
                  <a:pt x="533830" y="315163"/>
                </a:lnTo>
                <a:lnTo>
                  <a:pt x="531071" y="317373"/>
                </a:lnTo>
                <a:lnTo>
                  <a:pt x="527420" y="318460"/>
                </a:lnTo>
                <a:lnTo>
                  <a:pt x="524363" y="321561"/>
                </a:lnTo>
                <a:lnTo>
                  <a:pt x="520681" y="326807"/>
                </a:lnTo>
                <a:lnTo>
                  <a:pt x="480867" y="320436"/>
                </a:lnTo>
                <a:lnTo>
                  <a:pt x="462901" y="319627"/>
                </a:lnTo>
                <a:lnTo>
                  <a:pt x="458049" y="321206"/>
                </a:lnTo>
                <a:lnTo>
                  <a:pt x="455790" y="323046"/>
                </a:lnTo>
                <a:lnTo>
                  <a:pt x="447687" y="322282"/>
                </a:lnTo>
                <a:lnTo>
                  <a:pt x="437423" y="319092"/>
                </a:lnTo>
                <a:lnTo>
                  <a:pt x="431196" y="318235"/>
                </a:lnTo>
                <a:lnTo>
                  <a:pt x="421664" y="315344"/>
                </a:lnTo>
                <a:lnTo>
                  <a:pt x="410155" y="314424"/>
                </a:lnTo>
                <a:lnTo>
                  <a:pt x="400663" y="313836"/>
                </a:lnTo>
                <a:lnTo>
                  <a:pt x="392847" y="309827"/>
                </a:lnTo>
                <a:lnTo>
                  <a:pt x="380717" y="308779"/>
                </a:lnTo>
                <a:lnTo>
                  <a:pt x="369567" y="308425"/>
                </a:lnTo>
                <a:lnTo>
                  <a:pt x="366444" y="307850"/>
                </a:lnTo>
                <a:lnTo>
                  <a:pt x="364615" y="307584"/>
                </a:lnTo>
                <a:lnTo>
                  <a:pt x="359634" y="307907"/>
                </a:lnTo>
                <a:lnTo>
                  <a:pt x="355231" y="308491"/>
                </a:lnTo>
                <a:lnTo>
                  <a:pt x="348660" y="309035"/>
                </a:lnTo>
                <a:lnTo>
                  <a:pt x="341481" y="308901"/>
                </a:lnTo>
                <a:lnTo>
                  <a:pt x="333920" y="308281"/>
                </a:lnTo>
                <a:lnTo>
                  <a:pt x="326974" y="307413"/>
                </a:lnTo>
                <a:lnTo>
                  <a:pt x="320531" y="306603"/>
                </a:lnTo>
                <a:lnTo>
                  <a:pt x="318326" y="305343"/>
                </a:lnTo>
                <a:lnTo>
                  <a:pt x="318231" y="303451"/>
                </a:lnTo>
                <a:lnTo>
                  <a:pt x="318378" y="302355"/>
                </a:lnTo>
                <a:lnTo>
                  <a:pt x="318990" y="301435"/>
                </a:lnTo>
                <a:lnTo>
                  <a:pt x="320187" y="300615"/>
                </a:lnTo>
                <a:lnTo>
                  <a:pt x="324099" y="296577"/>
                </a:lnTo>
                <a:lnTo>
                  <a:pt x="326015" y="295154"/>
                </a:lnTo>
                <a:lnTo>
                  <a:pt x="329395" y="294095"/>
                </a:lnTo>
                <a:lnTo>
                  <a:pt x="338158" y="291743"/>
                </a:lnTo>
                <a:lnTo>
                  <a:pt x="338649" y="288667"/>
                </a:lnTo>
                <a:lnTo>
                  <a:pt x="337394" y="285107"/>
                </a:lnTo>
                <a:lnTo>
                  <a:pt x="334636" y="283897"/>
                </a:lnTo>
                <a:lnTo>
                  <a:pt x="331163" y="283402"/>
                </a:lnTo>
                <a:lnTo>
                  <a:pt x="326652" y="282721"/>
                </a:lnTo>
                <a:lnTo>
                  <a:pt x="321369" y="280800"/>
                </a:lnTo>
                <a:lnTo>
                  <a:pt x="317732" y="278981"/>
                </a:lnTo>
                <a:lnTo>
                  <a:pt x="315209" y="277580"/>
                </a:lnTo>
                <a:lnTo>
                  <a:pt x="310566" y="277545"/>
                </a:lnTo>
                <a:lnTo>
                  <a:pt x="306627" y="277063"/>
                </a:lnTo>
                <a:lnTo>
                  <a:pt x="301917" y="275575"/>
                </a:lnTo>
                <a:lnTo>
                  <a:pt x="294700" y="275661"/>
                </a:lnTo>
                <a:lnTo>
                  <a:pt x="291853" y="275203"/>
                </a:lnTo>
                <a:lnTo>
                  <a:pt x="289175" y="274561"/>
                </a:lnTo>
                <a:lnTo>
                  <a:pt x="286127" y="273152"/>
                </a:lnTo>
                <a:lnTo>
                  <a:pt x="283435" y="272808"/>
                </a:lnTo>
                <a:lnTo>
                  <a:pt x="280610" y="272927"/>
                </a:lnTo>
                <a:lnTo>
                  <a:pt x="279348" y="273569"/>
                </a:lnTo>
                <a:lnTo>
                  <a:pt x="276760" y="274598"/>
                </a:lnTo>
                <a:lnTo>
                  <a:pt x="273770" y="275793"/>
                </a:lnTo>
                <a:lnTo>
                  <a:pt x="273059" y="277777"/>
                </a:lnTo>
                <a:lnTo>
                  <a:pt x="275338" y="280813"/>
                </a:lnTo>
                <a:lnTo>
                  <a:pt x="281418" y="284670"/>
                </a:lnTo>
                <a:lnTo>
                  <a:pt x="286527" y="286196"/>
                </a:lnTo>
                <a:lnTo>
                  <a:pt x="288314" y="289997"/>
                </a:lnTo>
                <a:lnTo>
                  <a:pt x="291944" y="295448"/>
                </a:lnTo>
                <a:lnTo>
                  <a:pt x="303859" y="302608"/>
                </a:lnTo>
                <a:lnTo>
                  <a:pt x="308071" y="308175"/>
                </a:lnTo>
                <a:lnTo>
                  <a:pt x="300429" y="312720"/>
                </a:lnTo>
                <a:lnTo>
                  <a:pt x="293912" y="317848"/>
                </a:lnTo>
                <a:lnTo>
                  <a:pt x="287306" y="318561"/>
                </a:lnTo>
                <a:lnTo>
                  <a:pt x="277858" y="317849"/>
                </a:lnTo>
                <a:lnTo>
                  <a:pt x="271245" y="316365"/>
                </a:lnTo>
                <a:lnTo>
                  <a:pt x="265157" y="313787"/>
                </a:lnTo>
                <a:lnTo>
                  <a:pt x="255341" y="316395"/>
                </a:lnTo>
                <a:lnTo>
                  <a:pt x="254852" y="316768"/>
                </a:lnTo>
                <a:lnTo>
                  <a:pt x="248265" y="316262"/>
                </a:lnTo>
                <a:lnTo>
                  <a:pt x="228016" y="306353"/>
                </a:lnTo>
                <a:lnTo>
                  <a:pt x="217262" y="300886"/>
                </a:lnTo>
                <a:lnTo>
                  <a:pt x="209466" y="294565"/>
                </a:lnTo>
                <a:lnTo>
                  <a:pt x="212407" y="286629"/>
                </a:lnTo>
                <a:lnTo>
                  <a:pt x="208646" y="282325"/>
                </a:lnTo>
                <a:lnTo>
                  <a:pt x="202090" y="276119"/>
                </a:lnTo>
                <a:lnTo>
                  <a:pt x="198559" y="278836"/>
                </a:lnTo>
                <a:lnTo>
                  <a:pt x="190096" y="280624"/>
                </a:lnTo>
                <a:lnTo>
                  <a:pt x="185841" y="280598"/>
                </a:lnTo>
                <a:lnTo>
                  <a:pt x="176837" y="277452"/>
                </a:lnTo>
                <a:lnTo>
                  <a:pt x="173238" y="277390"/>
                </a:lnTo>
                <a:lnTo>
                  <a:pt x="171818" y="278211"/>
                </a:lnTo>
                <a:lnTo>
                  <a:pt x="161644" y="286592"/>
                </a:lnTo>
                <a:lnTo>
                  <a:pt x="145583" y="286737"/>
                </a:lnTo>
                <a:lnTo>
                  <a:pt x="141681" y="283928"/>
                </a:lnTo>
                <a:lnTo>
                  <a:pt x="137796" y="283733"/>
                </a:lnTo>
                <a:lnTo>
                  <a:pt x="133954" y="284319"/>
                </a:lnTo>
                <a:lnTo>
                  <a:pt x="129349" y="284619"/>
                </a:lnTo>
                <a:lnTo>
                  <a:pt x="119452" y="281269"/>
                </a:lnTo>
                <a:lnTo>
                  <a:pt x="111424" y="280336"/>
                </a:lnTo>
                <a:lnTo>
                  <a:pt x="108154" y="281716"/>
                </a:lnTo>
                <a:lnTo>
                  <a:pt x="105755" y="285513"/>
                </a:lnTo>
                <a:lnTo>
                  <a:pt x="101753" y="288777"/>
                </a:lnTo>
                <a:lnTo>
                  <a:pt x="96312" y="292333"/>
                </a:lnTo>
                <a:lnTo>
                  <a:pt x="90322" y="300717"/>
                </a:lnTo>
                <a:lnTo>
                  <a:pt x="83723" y="303938"/>
                </a:lnTo>
                <a:lnTo>
                  <a:pt x="79052" y="305969"/>
                </a:lnTo>
                <a:lnTo>
                  <a:pt x="70875" y="315921"/>
                </a:lnTo>
                <a:lnTo>
                  <a:pt x="61954" y="326482"/>
                </a:lnTo>
                <a:lnTo>
                  <a:pt x="54156" y="336717"/>
                </a:lnTo>
                <a:lnTo>
                  <a:pt x="46197" y="341958"/>
                </a:lnTo>
                <a:lnTo>
                  <a:pt x="41318" y="346426"/>
                </a:lnTo>
                <a:lnTo>
                  <a:pt x="35741" y="352079"/>
                </a:lnTo>
                <a:lnTo>
                  <a:pt x="33778" y="354122"/>
                </a:lnTo>
                <a:lnTo>
                  <a:pt x="27213" y="355568"/>
                </a:lnTo>
                <a:lnTo>
                  <a:pt x="20616" y="356321"/>
                </a:lnTo>
                <a:lnTo>
                  <a:pt x="15188" y="358511"/>
                </a:lnTo>
                <a:lnTo>
                  <a:pt x="14507" y="360689"/>
                </a:lnTo>
                <a:lnTo>
                  <a:pt x="13473" y="367006"/>
                </a:lnTo>
                <a:lnTo>
                  <a:pt x="11403" y="381162"/>
                </a:lnTo>
                <a:lnTo>
                  <a:pt x="11422" y="384306"/>
                </a:lnTo>
                <a:lnTo>
                  <a:pt x="11904" y="388674"/>
                </a:lnTo>
                <a:lnTo>
                  <a:pt x="11901" y="395052"/>
                </a:lnTo>
                <a:lnTo>
                  <a:pt x="12909" y="401521"/>
                </a:lnTo>
                <a:lnTo>
                  <a:pt x="10580" y="408359"/>
                </a:lnTo>
                <a:lnTo>
                  <a:pt x="9086" y="414545"/>
                </a:lnTo>
                <a:lnTo>
                  <a:pt x="13130" y="423811"/>
                </a:lnTo>
                <a:lnTo>
                  <a:pt x="14858" y="432836"/>
                </a:lnTo>
                <a:lnTo>
                  <a:pt x="11353" y="441958"/>
                </a:lnTo>
                <a:lnTo>
                  <a:pt x="4741" y="445948"/>
                </a:lnTo>
                <a:lnTo>
                  <a:pt x="4559" y="449055"/>
                </a:lnTo>
                <a:lnTo>
                  <a:pt x="4152" y="456458"/>
                </a:lnTo>
                <a:lnTo>
                  <a:pt x="2954" y="460055"/>
                </a:lnTo>
                <a:lnTo>
                  <a:pt x="2028" y="461908"/>
                </a:lnTo>
                <a:lnTo>
                  <a:pt x="0" y="463764"/>
                </a:lnTo>
                <a:lnTo>
                  <a:pt x="2960" y="468387"/>
                </a:lnTo>
                <a:lnTo>
                  <a:pt x="8216" y="473650"/>
                </a:lnTo>
                <a:lnTo>
                  <a:pt x="12758" y="474520"/>
                </a:lnTo>
                <a:lnTo>
                  <a:pt x="16411" y="475517"/>
                </a:lnTo>
                <a:lnTo>
                  <a:pt x="21590" y="475954"/>
                </a:lnTo>
                <a:lnTo>
                  <a:pt x="28109" y="475205"/>
                </a:lnTo>
                <a:lnTo>
                  <a:pt x="31016" y="475072"/>
                </a:lnTo>
                <a:lnTo>
                  <a:pt x="34500" y="473899"/>
                </a:lnTo>
                <a:lnTo>
                  <a:pt x="37337" y="471886"/>
                </a:lnTo>
                <a:lnTo>
                  <a:pt x="39780" y="472438"/>
                </a:lnTo>
                <a:lnTo>
                  <a:pt x="43148" y="474150"/>
                </a:lnTo>
                <a:lnTo>
                  <a:pt x="46746" y="475613"/>
                </a:lnTo>
                <a:lnTo>
                  <a:pt x="52780" y="474399"/>
                </a:lnTo>
                <a:lnTo>
                  <a:pt x="58000" y="472376"/>
                </a:lnTo>
                <a:lnTo>
                  <a:pt x="62618" y="470631"/>
                </a:lnTo>
                <a:lnTo>
                  <a:pt x="67571" y="470121"/>
                </a:lnTo>
                <a:lnTo>
                  <a:pt x="72547" y="470355"/>
                </a:lnTo>
                <a:lnTo>
                  <a:pt x="75588" y="470291"/>
                </a:lnTo>
                <a:lnTo>
                  <a:pt x="80844" y="470237"/>
                </a:lnTo>
                <a:lnTo>
                  <a:pt x="83843" y="469524"/>
                </a:lnTo>
                <a:lnTo>
                  <a:pt x="84331" y="468557"/>
                </a:lnTo>
                <a:lnTo>
                  <a:pt x="87162" y="467871"/>
                </a:lnTo>
                <a:lnTo>
                  <a:pt x="91322" y="467655"/>
                </a:lnTo>
                <a:lnTo>
                  <a:pt x="97520" y="468143"/>
                </a:lnTo>
                <a:lnTo>
                  <a:pt x="100612" y="467868"/>
                </a:lnTo>
                <a:lnTo>
                  <a:pt x="103333" y="467457"/>
                </a:lnTo>
                <a:lnTo>
                  <a:pt x="108131" y="466892"/>
                </a:lnTo>
                <a:lnTo>
                  <a:pt x="110425" y="466297"/>
                </a:lnTo>
                <a:lnTo>
                  <a:pt x="115923" y="465271"/>
                </a:lnTo>
                <a:lnTo>
                  <a:pt x="124911" y="466380"/>
                </a:lnTo>
                <a:lnTo>
                  <a:pt x="133293" y="468262"/>
                </a:lnTo>
                <a:lnTo>
                  <a:pt x="141488" y="466799"/>
                </a:lnTo>
                <a:lnTo>
                  <a:pt x="149456" y="465957"/>
                </a:lnTo>
                <a:lnTo>
                  <a:pt x="156045" y="469666"/>
                </a:lnTo>
                <a:lnTo>
                  <a:pt x="156974" y="475451"/>
                </a:lnTo>
                <a:lnTo>
                  <a:pt x="154962" y="480497"/>
                </a:lnTo>
                <a:lnTo>
                  <a:pt x="152686" y="486406"/>
                </a:lnTo>
                <a:lnTo>
                  <a:pt x="149353" y="488147"/>
                </a:lnTo>
                <a:lnTo>
                  <a:pt x="144423" y="488423"/>
                </a:lnTo>
                <a:lnTo>
                  <a:pt x="141808" y="489740"/>
                </a:lnTo>
                <a:lnTo>
                  <a:pt x="139821" y="493135"/>
                </a:lnTo>
                <a:lnTo>
                  <a:pt x="138028" y="496932"/>
                </a:lnTo>
                <a:lnTo>
                  <a:pt x="136090" y="498993"/>
                </a:lnTo>
                <a:lnTo>
                  <a:pt x="132368" y="500962"/>
                </a:lnTo>
                <a:lnTo>
                  <a:pt x="128492" y="505077"/>
                </a:lnTo>
                <a:lnTo>
                  <a:pt x="126038" y="507712"/>
                </a:lnTo>
                <a:lnTo>
                  <a:pt x="120159" y="511121"/>
                </a:lnTo>
                <a:lnTo>
                  <a:pt x="109470" y="511565"/>
                </a:lnTo>
                <a:lnTo>
                  <a:pt x="104180" y="509487"/>
                </a:lnTo>
                <a:lnTo>
                  <a:pt x="103333" y="505586"/>
                </a:lnTo>
                <a:lnTo>
                  <a:pt x="101083" y="506216"/>
                </a:lnTo>
                <a:lnTo>
                  <a:pt x="100520" y="512328"/>
                </a:lnTo>
                <a:lnTo>
                  <a:pt x="102806" y="521279"/>
                </a:lnTo>
                <a:lnTo>
                  <a:pt x="110104" y="526914"/>
                </a:lnTo>
                <a:lnTo>
                  <a:pt x="112696" y="531682"/>
                </a:lnTo>
                <a:lnTo>
                  <a:pt x="118225" y="537400"/>
                </a:lnTo>
                <a:lnTo>
                  <a:pt x="123375" y="544249"/>
                </a:lnTo>
                <a:lnTo>
                  <a:pt x="125250" y="549770"/>
                </a:lnTo>
                <a:lnTo>
                  <a:pt x="126359" y="552191"/>
                </a:lnTo>
                <a:lnTo>
                  <a:pt x="130579" y="553299"/>
                </a:lnTo>
                <a:lnTo>
                  <a:pt x="132263" y="553581"/>
                </a:lnTo>
                <a:lnTo>
                  <a:pt x="133921" y="555522"/>
                </a:lnTo>
                <a:lnTo>
                  <a:pt x="142633" y="565163"/>
                </a:lnTo>
                <a:lnTo>
                  <a:pt x="146750" y="569453"/>
                </a:lnTo>
                <a:lnTo>
                  <a:pt x="147992" y="571666"/>
                </a:lnTo>
                <a:lnTo>
                  <a:pt x="148513" y="576945"/>
                </a:lnTo>
                <a:lnTo>
                  <a:pt x="147839" y="582117"/>
                </a:lnTo>
                <a:lnTo>
                  <a:pt x="144867" y="583275"/>
                </a:lnTo>
                <a:lnTo>
                  <a:pt x="139135" y="585184"/>
                </a:lnTo>
                <a:lnTo>
                  <a:pt x="138146" y="592189"/>
                </a:lnTo>
                <a:lnTo>
                  <a:pt x="137736" y="597637"/>
                </a:lnTo>
                <a:lnTo>
                  <a:pt x="138167" y="602572"/>
                </a:lnTo>
                <a:lnTo>
                  <a:pt x="142766" y="605910"/>
                </a:lnTo>
                <a:lnTo>
                  <a:pt x="143918" y="609960"/>
                </a:lnTo>
                <a:lnTo>
                  <a:pt x="151470" y="612880"/>
                </a:lnTo>
                <a:lnTo>
                  <a:pt x="166793" y="611649"/>
                </a:lnTo>
                <a:lnTo>
                  <a:pt x="170888" y="615470"/>
                </a:lnTo>
                <a:lnTo>
                  <a:pt x="174080" y="614581"/>
                </a:lnTo>
                <a:lnTo>
                  <a:pt x="180496" y="613351"/>
                </a:lnTo>
                <a:lnTo>
                  <a:pt x="182370" y="614800"/>
                </a:lnTo>
                <a:lnTo>
                  <a:pt x="183390" y="619561"/>
                </a:lnTo>
                <a:lnTo>
                  <a:pt x="184615" y="625784"/>
                </a:lnTo>
                <a:lnTo>
                  <a:pt x="182916" y="629113"/>
                </a:lnTo>
                <a:lnTo>
                  <a:pt x="177406" y="628259"/>
                </a:lnTo>
                <a:lnTo>
                  <a:pt x="172732" y="627320"/>
                </a:lnTo>
                <a:lnTo>
                  <a:pt x="169001" y="626261"/>
                </a:lnTo>
                <a:lnTo>
                  <a:pt x="166469" y="627555"/>
                </a:lnTo>
                <a:lnTo>
                  <a:pt x="166107" y="629066"/>
                </a:lnTo>
                <a:lnTo>
                  <a:pt x="165208" y="633043"/>
                </a:lnTo>
                <a:lnTo>
                  <a:pt x="160744" y="634423"/>
                </a:lnTo>
                <a:lnTo>
                  <a:pt x="158890" y="634684"/>
                </a:lnTo>
                <a:lnTo>
                  <a:pt x="158242" y="637676"/>
                </a:lnTo>
                <a:lnTo>
                  <a:pt x="160535" y="644242"/>
                </a:lnTo>
                <a:lnTo>
                  <a:pt x="156718" y="650102"/>
                </a:lnTo>
                <a:lnTo>
                  <a:pt x="149956" y="651113"/>
                </a:lnTo>
                <a:lnTo>
                  <a:pt x="147808" y="650341"/>
                </a:lnTo>
                <a:lnTo>
                  <a:pt x="142101" y="648909"/>
                </a:lnTo>
                <a:lnTo>
                  <a:pt x="138341" y="651443"/>
                </a:lnTo>
                <a:lnTo>
                  <a:pt x="133200" y="653460"/>
                </a:lnTo>
                <a:lnTo>
                  <a:pt x="129658" y="656349"/>
                </a:lnTo>
                <a:lnTo>
                  <a:pt x="128915" y="660236"/>
                </a:lnTo>
                <a:lnTo>
                  <a:pt x="127609" y="663330"/>
                </a:lnTo>
                <a:lnTo>
                  <a:pt x="128160" y="664922"/>
                </a:lnTo>
                <a:lnTo>
                  <a:pt x="130498" y="671658"/>
                </a:lnTo>
                <a:lnTo>
                  <a:pt x="133703" y="676505"/>
                </a:lnTo>
                <a:lnTo>
                  <a:pt x="134364" y="677023"/>
                </a:lnTo>
                <a:lnTo>
                  <a:pt x="140130" y="678072"/>
                </a:lnTo>
                <a:lnTo>
                  <a:pt x="147079" y="680196"/>
                </a:lnTo>
                <a:lnTo>
                  <a:pt x="147462" y="683190"/>
                </a:lnTo>
                <a:lnTo>
                  <a:pt x="147743" y="687235"/>
                </a:lnTo>
                <a:lnTo>
                  <a:pt x="150762" y="691427"/>
                </a:lnTo>
                <a:lnTo>
                  <a:pt x="152095" y="695197"/>
                </a:lnTo>
                <a:lnTo>
                  <a:pt x="152793" y="700821"/>
                </a:lnTo>
                <a:lnTo>
                  <a:pt x="154317" y="703699"/>
                </a:lnTo>
                <a:lnTo>
                  <a:pt x="155945" y="705166"/>
                </a:lnTo>
                <a:lnTo>
                  <a:pt x="158112" y="706221"/>
                </a:lnTo>
                <a:lnTo>
                  <a:pt x="159516" y="709048"/>
                </a:lnTo>
                <a:lnTo>
                  <a:pt x="162009" y="713669"/>
                </a:lnTo>
                <a:lnTo>
                  <a:pt x="166326" y="718859"/>
                </a:lnTo>
                <a:lnTo>
                  <a:pt x="170488" y="719304"/>
                </a:lnTo>
                <a:lnTo>
                  <a:pt x="174286" y="718577"/>
                </a:lnTo>
                <a:lnTo>
                  <a:pt x="175727" y="717134"/>
                </a:lnTo>
                <a:lnTo>
                  <a:pt x="178028" y="716312"/>
                </a:lnTo>
                <a:lnTo>
                  <a:pt x="180237" y="715694"/>
                </a:lnTo>
                <a:lnTo>
                  <a:pt x="182805" y="716115"/>
                </a:lnTo>
                <a:lnTo>
                  <a:pt x="185845" y="717068"/>
                </a:lnTo>
                <a:lnTo>
                  <a:pt x="188697" y="717923"/>
                </a:lnTo>
                <a:lnTo>
                  <a:pt x="190291" y="717965"/>
                </a:lnTo>
                <a:lnTo>
                  <a:pt x="191360" y="717575"/>
                </a:lnTo>
                <a:lnTo>
                  <a:pt x="192489" y="716795"/>
                </a:lnTo>
                <a:lnTo>
                  <a:pt x="193387" y="716520"/>
                </a:lnTo>
                <a:lnTo>
                  <a:pt x="195173" y="716283"/>
                </a:lnTo>
                <a:lnTo>
                  <a:pt x="197315" y="716157"/>
                </a:lnTo>
                <a:lnTo>
                  <a:pt x="199199" y="716350"/>
                </a:lnTo>
                <a:lnTo>
                  <a:pt x="202651" y="717620"/>
                </a:lnTo>
                <a:lnTo>
                  <a:pt x="204085" y="718436"/>
                </a:lnTo>
                <a:lnTo>
                  <a:pt x="204691" y="719408"/>
                </a:lnTo>
                <a:lnTo>
                  <a:pt x="204091" y="720866"/>
                </a:lnTo>
                <a:lnTo>
                  <a:pt x="202886" y="722720"/>
                </a:lnTo>
                <a:lnTo>
                  <a:pt x="201206" y="724440"/>
                </a:lnTo>
                <a:lnTo>
                  <a:pt x="199950" y="726167"/>
                </a:lnTo>
                <a:lnTo>
                  <a:pt x="199243" y="727465"/>
                </a:lnTo>
                <a:lnTo>
                  <a:pt x="197952" y="729348"/>
                </a:lnTo>
                <a:lnTo>
                  <a:pt x="193218" y="729144"/>
                </a:lnTo>
                <a:lnTo>
                  <a:pt x="189350" y="728552"/>
                </a:lnTo>
                <a:lnTo>
                  <a:pt x="184802" y="727797"/>
                </a:lnTo>
                <a:lnTo>
                  <a:pt x="181559" y="727404"/>
                </a:lnTo>
                <a:lnTo>
                  <a:pt x="179128" y="727153"/>
                </a:lnTo>
                <a:lnTo>
                  <a:pt x="178026" y="727330"/>
                </a:lnTo>
                <a:lnTo>
                  <a:pt x="175892" y="727670"/>
                </a:lnTo>
                <a:lnTo>
                  <a:pt x="173589" y="728163"/>
                </a:lnTo>
                <a:lnTo>
                  <a:pt x="172385" y="728739"/>
                </a:lnTo>
                <a:lnTo>
                  <a:pt x="170098" y="729735"/>
                </a:lnTo>
                <a:lnTo>
                  <a:pt x="167575" y="731179"/>
                </a:lnTo>
                <a:lnTo>
                  <a:pt x="163002" y="733317"/>
                </a:lnTo>
                <a:lnTo>
                  <a:pt x="155588" y="733960"/>
                </a:lnTo>
                <a:lnTo>
                  <a:pt x="139626" y="733442"/>
                </a:lnTo>
                <a:lnTo>
                  <a:pt x="135857" y="730446"/>
                </a:lnTo>
                <a:lnTo>
                  <a:pt x="132874" y="725907"/>
                </a:lnTo>
                <a:lnTo>
                  <a:pt x="129786" y="722235"/>
                </a:lnTo>
                <a:lnTo>
                  <a:pt x="126873" y="719657"/>
                </a:lnTo>
                <a:lnTo>
                  <a:pt x="122921" y="717755"/>
                </a:lnTo>
                <a:lnTo>
                  <a:pt x="120160" y="717851"/>
                </a:lnTo>
                <a:lnTo>
                  <a:pt x="119639" y="719554"/>
                </a:lnTo>
                <a:lnTo>
                  <a:pt x="118392" y="723184"/>
                </a:lnTo>
                <a:lnTo>
                  <a:pt x="117119" y="726660"/>
                </a:lnTo>
                <a:lnTo>
                  <a:pt x="116895" y="729931"/>
                </a:lnTo>
                <a:lnTo>
                  <a:pt x="117580" y="734904"/>
                </a:lnTo>
                <a:lnTo>
                  <a:pt x="117538" y="738051"/>
                </a:lnTo>
                <a:lnTo>
                  <a:pt x="114261" y="739307"/>
                </a:lnTo>
                <a:lnTo>
                  <a:pt x="111521" y="736794"/>
                </a:lnTo>
                <a:lnTo>
                  <a:pt x="110978" y="733620"/>
                </a:lnTo>
                <a:lnTo>
                  <a:pt x="110842" y="728355"/>
                </a:lnTo>
                <a:lnTo>
                  <a:pt x="108542" y="724904"/>
                </a:lnTo>
                <a:lnTo>
                  <a:pt x="105157" y="722808"/>
                </a:lnTo>
                <a:lnTo>
                  <a:pt x="103754" y="719326"/>
                </a:lnTo>
                <a:lnTo>
                  <a:pt x="103852" y="710479"/>
                </a:lnTo>
                <a:lnTo>
                  <a:pt x="106523" y="707223"/>
                </a:lnTo>
                <a:lnTo>
                  <a:pt x="109925" y="706229"/>
                </a:lnTo>
                <a:lnTo>
                  <a:pt x="108904" y="698464"/>
                </a:lnTo>
                <a:lnTo>
                  <a:pt x="107942" y="695313"/>
                </a:lnTo>
                <a:lnTo>
                  <a:pt x="106632" y="693461"/>
                </a:lnTo>
                <a:lnTo>
                  <a:pt x="104111" y="692068"/>
                </a:lnTo>
                <a:lnTo>
                  <a:pt x="102575" y="690783"/>
                </a:lnTo>
                <a:lnTo>
                  <a:pt x="101082" y="689051"/>
                </a:lnTo>
                <a:lnTo>
                  <a:pt x="99118" y="685042"/>
                </a:lnTo>
                <a:lnTo>
                  <a:pt x="98025" y="682450"/>
                </a:lnTo>
                <a:lnTo>
                  <a:pt x="94696" y="676809"/>
                </a:lnTo>
                <a:lnTo>
                  <a:pt x="92907" y="674602"/>
                </a:lnTo>
                <a:lnTo>
                  <a:pt x="92389" y="673614"/>
                </a:lnTo>
                <a:lnTo>
                  <a:pt x="91584" y="670806"/>
                </a:lnTo>
                <a:lnTo>
                  <a:pt x="90132" y="666817"/>
                </a:lnTo>
                <a:lnTo>
                  <a:pt x="88634" y="664004"/>
                </a:lnTo>
                <a:lnTo>
                  <a:pt x="87042" y="661823"/>
                </a:lnTo>
                <a:lnTo>
                  <a:pt x="84077" y="659098"/>
                </a:lnTo>
                <a:lnTo>
                  <a:pt x="80402" y="656682"/>
                </a:lnTo>
                <a:lnTo>
                  <a:pt x="73461" y="654435"/>
                </a:lnTo>
                <a:lnTo>
                  <a:pt x="61779" y="656453"/>
                </a:lnTo>
                <a:lnTo>
                  <a:pt x="60486" y="659590"/>
                </a:lnTo>
                <a:lnTo>
                  <a:pt x="60300" y="664664"/>
                </a:lnTo>
                <a:lnTo>
                  <a:pt x="60435" y="678521"/>
                </a:lnTo>
                <a:lnTo>
                  <a:pt x="62169" y="683986"/>
                </a:lnTo>
                <a:lnTo>
                  <a:pt x="66914" y="692270"/>
                </a:lnTo>
                <a:lnTo>
                  <a:pt x="67011" y="697994"/>
                </a:lnTo>
                <a:lnTo>
                  <a:pt x="66394" y="700648"/>
                </a:lnTo>
                <a:lnTo>
                  <a:pt x="65575" y="703661"/>
                </a:lnTo>
                <a:lnTo>
                  <a:pt x="66977" y="706170"/>
                </a:lnTo>
                <a:lnTo>
                  <a:pt x="76276" y="707017"/>
                </a:lnTo>
                <a:lnTo>
                  <a:pt x="81870" y="711448"/>
                </a:lnTo>
                <a:lnTo>
                  <a:pt x="83092" y="717137"/>
                </a:lnTo>
                <a:lnTo>
                  <a:pt x="78727" y="718335"/>
                </a:lnTo>
                <a:lnTo>
                  <a:pt x="77827" y="721609"/>
                </a:lnTo>
                <a:lnTo>
                  <a:pt x="73405" y="730422"/>
                </a:lnTo>
                <a:lnTo>
                  <a:pt x="67879" y="730575"/>
                </a:lnTo>
                <a:lnTo>
                  <a:pt x="63429" y="729094"/>
                </a:lnTo>
                <a:lnTo>
                  <a:pt x="61588" y="729089"/>
                </a:lnTo>
                <a:lnTo>
                  <a:pt x="60303" y="730398"/>
                </a:lnTo>
                <a:lnTo>
                  <a:pt x="58244" y="732934"/>
                </a:lnTo>
                <a:lnTo>
                  <a:pt x="55040" y="735581"/>
                </a:lnTo>
                <a:lnTo>
                  <a:pt x="48466" y="738433"/>
                </a:lnTo>
                <a:lnTo>
                  <a:pt x="41445" y="740638"/>
                </a:lnTo>
                <a:lnTo>
                  <a:pt x="39105" y="742063"/>
                </a:lnTo>
                <a:lnTo>
                  <a:pt x="38667" y="743531"/>
                </a:lnTo>
                <a:lnTo>
                  <a:pt x="41384" y="748629"/>
                </a:lnTo>
                <a:lnTo>
                  <a:pt x="43630" y="750707"/>
                </a:lnTo>
                <a:lnTo>
                  <a:pt x="47549" y="750150"/>
                </a:lnTo>
                <a:lnTo>
                  <a:pt x="53141" y="751229"/>
                </a:lnTo>
                <a:lnTo>
                  <a:pt x="54403" y="753380"/>
                </a:lnTo>
                <a:lnTo>
                  <a:pt x="65279" y="755179"/>
                </a:lnTo>
                <a:lnTo>
                  <a:pt x="71592" y="760227"/>
                </a:lnTo>
                <a:lnTo>
                  <a:pt x="74142" y="762368"/>
                </a:lnTo>
                <a:lnTo>
                  <a:pt x="77092" y="763483"/>
                </a:lnTo>
                <a:lnTo>
                  <a:pt x="79981" y="766216"/>
                </a:lnTo>
                <a:lnTo>
                  <a:pt x="82326" y="767209"/>
                </a:lnTo>
                <a:lnTo>
                  <a:pt x="90279" y="769561"/>
                </a:lnTo>
                <a:lnTo>
                  <a:pt x="92513" y="772025"/>
                </a:lnTo>
                <a:lnTo>
                  <a:pt x="95079" y="776793"/>
                </a:lnTo>
                <a:lnTo>
                  <a:pt x="97017" y="781106"/>
                </a:lnTo>
                <a:lnTo>
                  <a:pt x="101120" y="781981"/>
                </a:lnTo>
                <a:lnTo>
                  <a:pt x="103156" y="784966"/>
                </a:lnTo>
                <a:lnTo>
                  <a:pt x="105027" y="787484"/>
                </a:lnTo>
                <a:lnTo>
                  <a:pt x="106937" y="786720"/>
                </a:lnTo>
                <a:lnTo>
                  <a:pt x="108623" y="781375"/>
                </a:lnTo>
                <a:lnTo>
                  <a:pt x="112921" y="779077"/>
                </a:lnTo>
                <a:lnTo>
                  <a:pt x="113711" y="775983"/>
                </a:lnTo>
                <a:lnTo>
                  <a:pt x="113250" y="771038"/>
                </a:lnTo>
                <a:lnTo>
                  <a:pt x="114356" y="767444"/>
                </a:lnTo>
                <a:lnTo>
                  <a:pt x="138858" y="768706"/>
                </a:lnTo>
                <a:lnTo>
                  <a:pt x="139428" y="775084"/>
                </a:lnTo>
                <a:lnTo>
                  <a:pt x="138155" y="777504"/>
                </a:lnTo>
                <a:lnTo>
                  <a:pt x="136656" y="780121"/>
                </a:lnTo>
                <a:lnTo>
                  <a:pt x="138245" y="782422"/>
                </a:lnTo>
                <a:lnTo>
                  <a:pt x="144948" y="784418"/>
                </a:lnTo>
                <a:lnTo>
                  <a:pt x="150171" y="793492"/>
                </a:lnTo>
                <a:lnTo>
                  <a:pt x="155370" y="804744"/>
                </a:lnTo>
                <a:lnTo>
                  <a:pt x="158277" y="804745"/>
                </a:lnTo>
                <a:lnTo>
                  <a:pt x="172282" y="801763"/>
                </a:lnTo>
                <a:lnTo>
                  <a:pt x="182574" y="805207"/>
                </a:lnTo>
                <a:lnTo>
                  <a:pt x="195882" y="814560"/>
                </a:lnTo>
                <a:lnTo>
                  <a:pt x="199049" y="818330"/>
                </a:lnTo>
                <a:lnTo>
                  <a:pt x="200523" y="820808"/>
                </a:lnTo>
                <a:lnTo>
                  <a:pt x="205495" y="822656"/>
                </a:lnTo>
                <a:lnTo>
                  <a:pt x="209448" y="824620"/>
                </a:lnTo>
                <a:lnTo>
                  <a:pt x="222029" y="827139"/>
                </a:lnTo>
                <a:lnTo>
                  <a:pt x="227324" y="832971"/>
                </a:lnTo>
                <a:lnTo>
                  <a:pt x="228304" y="838675"/>
                </a:lnTo>
                <a:lnTo>
                  <a:pt x="229232" y="844713"/>
                </a:lnTo>
                <a:lnTo>
                  <a:pt x="223511" y="848467"/>
                </a:lnTo>
                <a:lnTo>
                  <a:pt x="222946" y="855462"/>
                </a:lnTo>
                <a:lnTo>
                  <a:pt x="225728" y="866057"/>
                </a:lnTo>
                <a:lnTo>
                  <a:pt x="225798" y="874346"/>
                </a:lnTo>
                <a:lnTo>
                  <a:pt x="218172" y="884440"/>
                </a:lnTo>
                <a:lnTo>
                  <a:pt x="213761" y="886383"/>
                </a:lnTo>
                <a:lnTo>
                  <a:pt x="205416" y="885628"/>
                </a:lnTo>
                <a:lnTo>
                  <a:pt x="201822" y="885133"/>
                </a:lnTo>
                <a:lnTo>
                  <a:pt x="198030" y="885164"/>
                </a:lnTo>
                <a:lnTo>
                  <a:pt x="195945" y="886213"/>
                </a:lnTo>
                <a:lnTo>
                  <a:pt x="193207" y="885820"/>
                </a:lnTo>
                <a:lnTo>
                  <a:pt x="188068" y="885180"/>
                </a:lnTo>
                <a:lnTo>
                  <a:pt x="185095" y="889516"/>
                </a:lnTo>
                <a:lnTo>
                  <a:pt x="193196" y="893952"/>
                </a:lnTo>
                <a:lnTo>
                  <a:pt x="197566" y="895153"/>
                </a:lnTo>
                <a:lnTo>
                  <a:pt x="199789" y="896518"/>
                </a:lnTo>
                <a:lnTo>
                  <a:pt x="202014" y="898228"/>
                </a:lnTo>
                <a:lnTo>
                  <a:pt x="204971" y="900467"/>
                </a:lnTo>
                <a:lnTo>
                  <a:pt x="206372" y="903628"/>
                </a:lnTo>
                <a:lnTo>
                  <a:pt x="207083" y="905804"/>
                </a:lnTo>
                <a:lnTo>
                  <a:pt x="208281" y="908449"/>
                </a:lnTo>
                <a:lnTo>
                  <a:pt x="210594" y="911017"/>
                </a:lnTo>
                <a:lnTo>
                  <a:pt x="212005" y="914363"/>
                </a:lnTo>
                <a:lnTo>
                  <a:pt x="213821" y="924640"/>
                </a:lnTo>
                <a:lnTo>
                  <a:pt x="214665" y="927209"/>
                </a:lnTo>
                <a:lnTo>
                  <a:pt x="215767" y="929864"/>
                </a:lnTo>
                <a:lnTo>
                  <a:pt x="216306" y="932198"/>
                </a:lnTo>
                <a:lnTo>
                  <a:pt x="215031" y="934837"/>
                </a:lnTo>
                <a:lnTo>
                  <a:pt x="214724" y="936021"/>
                </a:lnTo>
                <a:lnTo>
                  <a:pt x="216195" y="937479"/>
                </a:lnTo>
                <a:lnTo>
                  <a:pt x="219828" y="938744"/>
                </a:lnTo>
                <a:lnTo>
                  <a:pt x="221491" y="939653"/>
                </a:lnTo>
                <a:lnTo>
                  <a:pt x="223358" y="943784"/>
                </a:lnTo>
                <a:lnTo>
                  <a:pt x="222939" y="951822"/>
                </a:lnTo>
                <a:lnTo>
                  <a:pt x="222637" y="956716"/>
                </a:lnTo>
                <a:lnTo>
                  <a:pt x="222508" y="962366"/>
                </a:lnTo>
                <a:lnTo>
                  <a:pt x="231403" y="966708"/>
                </a:lnTo>
                <a:lnTo>
                  <a:pt x="236146" y="966839"/>
                </a:lnTo>
                <a:lnTo>
                  <a:pt x="241131" y="966804"/>
                </a:lnTo>
                <a:lnTo>
                  <a:pt x="249919" y="967079"/>
                </a:lnTo>
                <a:lnTo>
                  <a:pt x="250533" y="967463"/>
                </a:lnTo>
                <a:lnTo>
                  <a:pt x="253476" y="971071"/>
                </a:lnTo>
                <a:lnTo>
                  <a:pt x="256428" y="976111"/>
                </a:lnTo>
                <a:lnTo>
                  <a:pt x="261489" y="976562"/>
                </a:lnTo>
                <a:lnTo>
                  <a:pt x="265247" y="975529"/>
                </a:lnTo>
                <a:lnTo>
                  <a:pt x="268008" y="976395"/>
                </a:lnTo>
                <a:lnTo>
                  <a:pt x="269332" y="978256"/>
                </a:lnTo>
                <a:lnTo>
                  <a:pt x="269440" y="981379"/>
                </a:lnTo>
                <a:lnTo>
                  <a:pt x="269093" y="984372"/>
                </a:lnTo>
                <a:lnTo>
                  <a:pt x="269737" y="986006"/>
                </a:lnTo>
                <a:lnTo>
                  <a:pt x="272304" y="986216"/>
                </a:lnTo>
                <a:lnTo>
                  <a:pt x="275660" y="985711"/>
                </a:lnTo>
                <a:lnTo>
                  <a:pt x="276883" y="988621"/>
                </a:lnTo>
                <a:lnTo>
                  <a:pt x="277895" y="992403"/>
                </a:lnTo>
                <a:lnTo>
                  <a:pt x="280444" y="992604"/>
                </a:lnTo>
                <a:lnTo>
                  <a:pt x="281663" y="992205"/>
                </a:lnTo>
                <a:lnTo>
                  <a:pt x="282894" y="990657"/>
                </a:lnTo>
                <a:lnTo>
                  <a:pt x="285187" y="987273"/>
                </a:lnTo>
                <a:lnTo>
                  <a:pt x="286265" y="986765"/>
                </a:lnTo>
                <a:lnTo>
                  <a:pt x="289123" y="986784"/>
                </a:lnTo>
                <a:lnTo>
                  <a:pt x="293100" y="988563"/>
                </a:lnTo>
                <a:lnTo>
                  <a:pt x="297279" y="989535"/>
                </a:lnTo>
                <a:lnTo>
                  <a:pt x="291418" y="998855"/>
                </a:lnTo>
                <a:lnTo>
                  <a:pt x="292156" y="1004097"/>
                </a:lnTo>
                <a:lnTo>
                  <a:pt x="289893" y="1004682"/>
                </a:lnTo>
                <a:lnTo>
                  <a:pt x="284902" y="1004530"/>
                </a:lnTo>
                <a:lnTo>
                  <a:pt x="282637" y="1005860"/>
                </a:lnTo>
                <a:lnTo>
                  <a:pt x="283852" y="1010215"/>
                </a:lnTo>
                <a:lnTo>
                  <a:pt x="285672" y="1014388"/>
                </a:lnTo>
                <a:lnTo>
                  <a:pt x="285494" y="1015820"/>
                </a:lnTo>
                <a:lnTo>
                  <a:pt x="283603" y="1018592"/>
                </a:lnTo>
                <a:lnTo>
                  <a:pt x="280276" y="1020707"/>
                </a:lnTo>
                <a:lnTo>
                  <a:pt x="276908" y="1021540"/>
                </a:lnTo>
                <a:lnTo>
                  <a:pt x="274552" y="1022212"/>
                </a:lnTo>
                <a:lnTo>
                  <a:pt x="271009" y="1023327"/>
                </a:lnTo>
                <a:lnTo>
                  <a:pt x="269414" y="1023437"/>
                </a:lnTo>
                <a:lnTo>
                  <a:pt x="266726" y="1021934"/>
                </a:lnTo>
                <a:lnTo>
                  <a:pt x="262989" y="1018211"/>
                </a:lnTo>
                <a:lnTo>
                  <a:pt x="260884" y="1017389"/>
                </a:lnTo>
                <a:lnTo>
                  <a:pt x="258715" y="1016874"/>
                </a:lnTo>
                <a:lnTo>
                  <a:pt x="256969" y="1016009"/>
                </a:lnTo>
                <a:lnTo>
                  <a:pt x="255536" y="1012788"/>
                </a:lnTo>
                <a:lnTo>
                  <a:pt x="254314" y="1010601"/>
                </a:lnTo>
                <a:lnTo>
                  <a:pt x="252528" y="1009710"/>
                </a:lnTo>
                <a:lnTo>
                  <a:pt x="250873" y="1009807"/>
                </a:lnTo>
                <a:lnTo>
                  <a:pt x="247492" y="1010043"/>
                </a:lnTo>
                <a:lnTo>
                  <a:pt x="242977" y="1009142"/>
                </a:lnTo>
                <a:lnTo>
                  <a:pt x="242378" y="1009664"/>
                </a:lnTo>
                <a:lnTo>
                  <a:pt x="241636" y="1011000"/>
                </a:lnTo>
                <a:lnTo>
                  <a:pt x="241034" y="1012929"/>
                </a:lnTo>
                <a:lnTo>
                  <a:pt x="239514" y="1013858"/>
                </a:lnTo>
                <a:lnTo>
                  <a:pt x="236876" y="1013448"/>
                </a:lnTo>
                <a:lnTo>
                  <a:pt x="234269" y="1012738"/>
                </a:lnTo>
                <a:lnTo>
                  <a:pt x="231858" y="1013049"/>
                </a:lnTo>
                <a:lnTo>
                  <a:pt x="230823" y="1015036"/>
                </a:lnTo>
                <a:lnTo>
                  <a:pt x="231405" y="1016597"/>
                </a:lnTo>
                <a:lnTo>
                  <a:pt x="233579" y="1018458"/>
                </a:lnTo>
                <a:lnTo>
                  <a:pt x="234449" y="1021702"/>
                </a:lnTo>
                <a:lnTo>
                  <a:pt x="230506" y="1022420"/>
                </a:lnTo>
                <a:lnTo>
                  <a:pt x="228966" y="1024088"/>
                </a:lnTo>
                <a:lnTo>
                  <a:pt x="228676" y="1031202"/>
                </a:lnTo>
                <a:lnTo>
                  <a:pt x="230672" y="1034704"/>
                </a:lnTo>
                <a:lnTo>
                  <a:pt x="234032" y="1038708"/>
                </a:lnTo>
                <a:lnTo>
                  <a:pt x="235870" y="1042874"/>
                </a:lnTo>
                <a:lnTo>
                  <a:pt x="236795" y="1048101"/>
                </a:lnTo>
                <a:lnTo>
                  <a:pt x="240294" y="1051073"/>
                </a:lnTo>
                <a:lnTo>
                  <a:pt x="243681" y="1050423"/>
                </a:lnTo>
                <a:lnTo>
                  <a:pt x="244071" y="1047656"/>
                </a:lnTo>
                <a:lnTo>
                  <a:pt x="246298" y="1044779"/>
                </a:lnTo>
                <a:lnTo>
                  <a:pt x="248989" y="1042406"/>
                </a:lnTo>
                <a:lnTo>
                  <a:pt x="251355" y="1040849"/>
                </a:lnTo>
                <a:lnTo>
                  <a:pt x="252806" y="1039878"/>
                </a:lnTo>
                <a:lnTo>
                  <a:pt x="253677" y="1039663"/>
                </a:lnTo>
                <a:lnTo>
                  <a:pt x="257494" y="1039861"/>
                </a:lnTo>
                <a:lnTo>
                  <a:pt x="260488" y="1040581"/>
                </a:lnTo>
                <a:lnTo>
                  <a:pt x="264502" y="1042132"/>
                </a:lnTo>
                <a:lnTo>
                  <a:pt x="266617" y="1042914"/>
                </a:lnTo>
                <a:lnTo>
                  <a:pt x="268082" y="1044283"/>
                </a:lnTo>
                <a:lnTo>
                  <a:pt x="269286" y="1046162"/>
                </a:lnTo>
                <a:lnTo>
                  <a:pt x="269254" y="1048340"/>
                </a:lnTo>
                <a:lnTo>
                  <a:pt x="270093" y="1050910"/>
                </a:lnTo>
                <a:lnTo>
                  <a:pt x="272136" y="1053313"/>
                </a:lnTo>
                <a:lnTo>
                  <a:pt x="274004" y="1053689"/>
                </a:lnTo>
                <a:lnTo>
                  <a:pt x="275987" y="1053068"/>
                </a:lnTo>
                <a:lnTo>
                  <a:pt x="276867" y="1052050"/>
                </a:lnTo>
                <a:lnTo>
                  <a:pt x="276683" y="1051485"/>
                </a:lnTo>
                <a:lnTo>
                  <a:pt x="278533" y="1050916"/>
                </a:lnTo>
                <a:lnTo>
                  <a:pt x="280918" y="1050787"/>
                </a:lnTo>
                <a:lnTo>
                  <a:pt x="280222" y="1050731"/>
                </a:lnTo>
                <a:lnTo>
                  <a:pt x="284788" y="1051657"/>
                </a:lnTo>
                <a:lnTo>
                  <a:pt x="291409" y="1052099"/>
                </a:lnTo>
                <a:lnTo>
                  <a:pt x="293229" y="1053415"/>
                </a:lnTo>
                <a:lnTo>
                  <a:pt x="296716" y="1053882"/>
                </a:lnTo>
                <a:lnTo>
                  <a:pt x="304758" y="1053283"/>
                </a:lnTo>
                <a:lnTo>
                  <a:pt x="306361" y="1052093"/>
                </a:lnTo>
                <a:lnTo>
                  <a:pt x="312217" y="1051101"/>
                </a:lnTo>
                <a:lnTo>
                  <a:pt x="315471" y="1051282"/>
                </a:lnTo>
                <a:lnTo>
                  <a:pt x="320124" y="1052968"/>
                </a:lnTo>
                <a:lnTo>
                  <a:pt x="321812" y="1053361"/>
                </a:lnTo>
                <a:lnTo>
                  <a:pt x="324238" y="1053562"/>
                </a:lnTo>
                <a:lnTo>
                  <a:pt x="327118" y="1053828"/>
                </a:lnTo>
                <a:lnTo>
                  <a:pt x="329361" y="1053746"/>
                </a:lnTo>
                <a:lnTo>
                  <a:pt x="330993" y="1053490"/>
                </a:lnTo>
                <a:lnTo>
                  <a:pt x="332647" y="1052364"/>
                </a:lnTo>
                <a:lnTo>
                  <a:pt x="333062" y="1052027"/>
                </a:lnTo>
                <a:lnTo>
                  <a:pt x="334825" y="1051897"/>
                </a:lnTo>
                <a:lnTo>
                  <a:pt x="338281" y="1051860"/>
                </a:lnTo>
                <a:lnTo>
                  <a:pt x="340038" y="1051680"/>
                </a:lnTo>
                <a:lnTo>
                  <a:pt x="342888" y="1051515"/>
                </a:lnTo>
                <a:lnTo>
                  <a:pt x="346701" y="1051333"/>
                </a:lnTo>
                <a:lnTo>
                  <a:pt x="348946" y="1050513"/>
                </a:lnTo>
                <a:lnTo>
                  <a:pt x="351184" y="1049151"/>
                </a:lnTo>
                <a:lnTo>
                  <a:pt x="352253" y="1048207"/>
                </a:lnTo>
                <a:lnTo>
                  <a:pt x="353197" y="1047721"/>
                </a:lnTo>
                <a:lnTo>
                  <a:pt x="355594" y="1048063"/>
                </a:lnTo>
                <a:lnTo>
                  <a:pt x="357023" y="1049049"/>
                </a:lnTo>
                <a:lnTo>
                  <a:pt x="358736" y="1049734"/>
                </a:lnTo>
                <a:lnTo>
                  <a:pt x="359593" y="1050096"/>
                </a:lnTo>
                <a:lnTo>
                  <a:pt x="362392" y="1051612"/>
                </a:lnTo>
                <a:lnTo>
                  <a:pt x="364655" y="1052445"/>
                </a:lnTo>
                <a:lnTo>
                  <a:pt x="367606" y="1053021"/>
                </a:lnTo>
                <a:lnTo>
                  <a:pt x="370192" y="1052565"/>
                </a:lnTo>
                <a:lnTo>
                  <a:pt x="370853" y="1052357"/>
                </a:lnTo>
                <a:lnTo>
                  <a:pt x="372189" y="1051935"/>
                </a:lnTo>
                <a:lnTo>
                  <a:pt x="374603" y="1051963"/>
                </a:lnTo>
                <a:lnTo>
                  <a:pt x="377126" y="1052235"/>
                </a:lnTo>
                <a:lnTo>
                  <a:pt x="379337" y="1052196"/>
                </a:lnTo>
                <a:lnTo>
                  <a:pt x="384963" y="1052330"/>
                </a:lnTo>
                <a:lnTo>
                  <a:pt x="388163" y="1052491"/>
                </a:lnTo>
                <a:lnTo>
                  <a:pt x="392061" y="1052589"/>
                </a:lnTo>
                <a:lnTo>
                  <a:pt x="394898" y="1052310"/>
                </a:lnTo>
                <a:lnTo>
                  <a:pt x="398528" y="1052143"/>
                </a:lnTo>
                <a:lnTo>
                  <a:pt x="400343" y="1052105"/>
                </a:lnTo>
                <a:lnTo>
                  <a:pt x="401979" y="1052248"/>
                </a:lnTo>
                <a:lnTo>
                  <a:pt x="405085" y="1052511"/>
                </a:lnTo>
                <a:lnTo>
                  <a:pt x="407668" y="1052994"/>
                </a:lnTo>
                <a:lnTo>
                  <a:pt x="408702" y="1052523"/>
                </a:lnTo>
                <a:lnTo>
                  <a:pt x="411056" y="1051214"/>
                </a:lnTo>
                <a:lnTo>
                  <a:pt x="412882" y="1051091"/>
                </a:lnTo>
                <a:lnTo>
                  <a:pt x="416051" y="1050858"/>
                </a:lnTo>
                <a:lnTo>
                  <a:pt x="420408" y="1050960"/>
                </a:lnTo>
                <a:lnTo>
                  <a:pt x="424004" y="1050521"/>
                </a:lnTo>
                <a:lnTo>
                  <a:pt x="428631" y="1052312"/>
                </a:lnTo>
                <a:lnTo>
                  <a:pt x="427651" y="1055625"/>
                </a:lnTo>
                <a:lnTo>
                  <a:pt x="423007" y="1055967"/>
                </a:lnTo>
                <a:lnTo>
                  <a:pt x="419571" y="1057033"/>
                </a:lnTo>
                <a:lnTo>
                  <a:pt x="418291" y="1058902"/>
                </a:lnTo>
                <a:lnTo>
                  <a:pt x="416218" y="1060082"/>
                </a:lnTo>
                <a:lnTo>
                  <a:pt x="413544" y="1060639"/>
                </a:lnTo>
                <a:lnTo>
                  <a:pt x="409471" y="1064962"/>
                </a:lnTo>
                <a:lnTo>
                  <a:pt x="407086" y="1068423"/>
                </a:lnTo>
                <a:lnTo>
                  <a:pt x="401584" y="1070007"/>
                </a:lnTo>
                <a:lnTo>
                  <a:pt x="396757" y="1071641"/>
                </a:lnTo>
                <a:lnTo>
                  <a:pt x="388685" y="1070767"/>
                </a:lnTo>
                <a:lnTo>
                  <a:pt x="385226" y="1071950"/>
                </a:lnTo>
                <a:lnTo>
                  <a:pt x="380037" y="1076755"/>
                </a:lnTo>
                <a:lnTo>
                  <a:pt x="377795" y="1079221"/>
                </a:lnTo>
                <a:lnTo>
                  <a:pt x="378919" y="1081058"/>
                </a:lnTo>
                <a:lnTo>
                  <a:pt x="380612" y="1082515"/>
                </a:lnTo>
                <a:lnTo>
                  <a:pt x="378358" y="1084043"/>
                </a:lnTo>
                <a:lnTo>
                  <a:pt x="375488" y="1085926"/>
                </a:lnTo>
                <a:lnTo>
                  <a:pt x="373900" y="1087748"/>
                </a:lnTo>
                <a:lnTo>
                  <a:pt x="374218" y="1089413"/>
                </a:lnTo>
                <a:lnTo>
                  <a:pt x="375638" y="1090549"/>
                </a:lnTo>
                <a:lnTo>
                  <a:pt x="377991" y="1091393"/>
                </a:lnTo>
                <a:lnTo>
                  <a:pt x="380728" y="1091718"/>
                </a:lnTo>
                <a:lnTo>
                  <a:pt x="382633" y="1093623"/>
                </a:lnTo>
                <a:lnTo>
                  <a:pt x="380253" y="1098692"/>
                </a:lnTo>
                <a:lnTo>
                  <a:pt x="377926" y="1098951"/>
                </a:lnTo>
                <a:lnTo>
                  <a:pt x="371800" y="1098992"/>
                </a:lnTo>
                <a:lnTo>
                  <a:pt x="366448" y="1099106"/>
                </a:lnTo>
                <a:lnTo>
                  <a:pt x="365480" y="1098331"/>
                </a:lnTo>
                <a:lnTo>
                  <a:pt x="362015" y="1097960"/>
                </a:lnTo>
                <a:lnTo>
                  <a:pt x="356612" y="1097699"/>
                </a:lnTo>
                <a:lnTo>
                  <a:pt x="352654" y="1097413"/>
                </a:lnTo>
                <a:lnTo>
                  <a:pt x="350400" y="1096913"/>
                </a:lnTo>
                <a:lnTo>
                  <a:pt x="348962" y="1095614"/>
                </a:lnTo>
                <a:lnTo>
                  <a:pt x="346467" y="1095777"/>
                </a:lnTo>
                <a:lnTo>
                  <a:pt x="344064" y="1096045"/>
                </a:lnTo>
                <a:lnTo>
                  <a:pt x="343820" y="1096366"/>
                </a:lnTo>
                <a:lnTo>
                  <a:pt x="334255" y="1094420"/>
                </a:lnTo>
                <a:lnTo>
                  <a:pt x="328738" y="1094553"/>
                </a:lnTo>
                <a:lnTo>
                  <a:pt x="326226" y="1097440"/>
                </a:lnTo>
                <a:lnTo>
                  <a:pt x="324740" y="1098785"/>
                </a:lnTo>
                <a:lnTo>
                  <a:pt x="322945" y="1099509"/>
                </a:lnTo>
                <a:lnTo>
                  <a:pt x="320596" y="1099639"/>
                </a:lnTo>
                <a:lnTo>
                  <a:pt x="318700" y="1099117"/>
                </a:lnTo>
                <a:lnTo>
                  <a:pt x="314992" y="1097289"/>
                </a:lnTo>
                <a:lnTo>
                  <a:pt x="311174" y="1095173"/>
                </a:lnTo>
                <a:lnTo>
                  <a:pt x="307221" y="1092669"/>
                </a:lnTo>
                <a:lnTo>
                  <a:pt x="305966" y="1091817"/>
                </a:lnTo>
                <a:lnTo>
                  <a:pt x="304538" y="1092988"/>
                </a:lnTo>
                <a:lnTo>
                  <a:pt x="303852" y="1095990"/>
                </a:lnTo>
                <a:lnTo>
                  <a:pt x="300901" y="1097547"/>
                </a:lnTo>
                <a:lnTo>
                  <a:pt x="294726" y="1098286"/>
                </a:lnTo>
                <a:lnTo>
                  <a:pt x="291477" y="1098476"/>
                </a:lnTo>
                <a:lnTo>
                  <a:pt x="288933" y="1098828"/>
                </a:lnTo>
                <a:lnTo>
                  <a:pt x="285820" y="1099182"/>
                </a:lnTo>
                <a:lnTo>
                  <a:pt x="283030" y="1099269"/>
                </a:lnTo>
                <a:lnTo>
                  <a:pt x="279050" y="1099180"/>
                </a:lnTo>
                <a:lnTo>
                  <a:pt x="275030" y="1099283"/>
                </a:lnTo>
                <a:lnTo>
                  <a:pt x="272729" y="1098583"/>
                </a:lnTo>
                <a:lnTo>
                  <a:pt x="270312" y="1098452"/>
                </a:lnTo>
                <a:lnTo>
                  <a:pt x="267065" y="1099472"/>
                </a:lnTo>
                <a:lnTo>
                  <a:pt x="265650" y="1101971"/>
                </a:lnTo>
                <a:lnTo>
                  <a:pt x="265335" y="1103818"/>
                </a:lnTo>
                <a:lnTo>
                  <a:pt x="263936" y="1105659"/>
                </a:lnTo>
                <a:lnTo>
                  <a:pt x="260790" y="1105949"/>
                </a:lnTo>
                <a:lnTo>
                  <a:pt x="257313" y="1106902"/>
                </a:lnTo>
                <a:lnTo>
                  <a:pt x="254772" y="1108881"/>
                </a:lnTo>
                <a:lnTo>
                  <a:pt x="256438" y="1112334"/>
                </a:lnTo>
                <a:lnTo>
                  <a:pt x="258372" y="1115079"/>
                </a:lnTo>
                <a:lnTo>
                  <a:pt x="259324" y="1116818"/>
                </a:lnTo>
                <a:lnTo>
                  <a:pt x="262684" y="1118497"/>
                </a:lnTo>
                <a:lnTo>
                  <a:pt x="265454" y="1119777"/>
                </a:lnTo>
                <a:lnTo>
                  <a:pt x="267253" y="1120489"/>
                </a:lnTo>
                <a:lnTo>
                  <a:pt x="270334" y="1122017"/>
                </a:lnTo>
                <a:lnTo>
                  <a:pt x="272629" y="1122720"/>
                </a:lnTo>
                <a:lnTo>
                  <a:pt x="275041" y="1123040"/>
                </a:lnTo>
                <a:lnTo>
                  <a:pt x="277440" y="1121000"/>
                </a:lnTo>
                <a:lnTo>
                  <a:pt x="279002" y="1119780"/>
                </a:lnTo>
                <a:lnTo>
                  <a:pt x="280259" y="1118942"/>
                </a:lnTo>
                <a:lnTo>
                  <a:pt x="283423" y="1118877"/>
                </a:lnTo>
                <a:lnTo>
                  <a:pt x="285933" y="1119181"/>
                </a:lnTo>
                <a:lnTo>
                  <a:pt x="288107" y="1119691"/>
                </a:lnTo>
                <a:lnTo>
                  <a:pt x="291719" y="1120340"/>
                </a:lnTo>
                <a:lnTo>
                  <a:pt x="295011" y="1120065"/>
                </a:lnTo>
                <a:lnTo>
                  <a:pt x="297101" y="1119455"/>
                </a:lnTo>
                <a:lnTo>
                  <a:pt x="300649" y="1119801"/>
                </a:lnTo>
                <a:lnTo>
                  <a:pt x="305218" y="1120006"/>
                </a:lnTo>
                <a:lnTo>
                  <a:pt x="309665" y="1120109"/>
                </a:lnTo>
                <a:lnTo>
                  <a:pt x="310347" y="1120272"/>
                </a:lnTo>
                <a:lnTo>
                  <a:pt x="312327" y="1118810"/>
                </a:lnTo>
                <a:lnTo>
                  <a:pt x="313717" y="1116351"/>
                </a:lnTo>
                <a:lnTo>
                  <a:pt x="314641" y="1114200"/>
                </a:lnTo>
                <a:lnTo>
                  <a:pt x="315585" y="1112415"/>
                </a:lnTo>
                <a:lnTo>
                  <a:pt x="316175" y="1110755"/>
                </a:lnTo>
                <a:lnTo>
                  <a:pt x="317116" y="1109646"/>
                </a:lnTo>
                <a:lnTo>
                  <a:pt x="318693" y="1108543"/>
                </a:lnTo>
                <a:lnTo>
                  <a:pt x="321772" y="1107096"/>
                </a:lnTo>
                <a:lnTo>
                  <a:pt x="323102" y="1106055"/>
                </a:lnTo>
                <a:lnTo>
                  <a:pt x="325513" y="1105413"/>
                </a:lnTo>
                <a:lnTo>
                  <a:pt x="328119" y="1105183"/>
                </a:lnTo>
                <a:lnTo>
                  <a:pt x="331024" y="1105406"/>
                </a:lnTo>
                <a:lnTo>
                  <a:pt x="333406" y="1105791"/>
                </a:lnTo>
                <a:lnTo>
                  <a:pt x="335450" y="1106071"/>
                </a:lnTo>
                <a:lnTo>
                  <a:pt x="337025" y="1106774"/>
                </a:lnTo>
                <a:lnTo>
                  <a:pt x="340864" y="1108049"/>
                </a:lnTo>
                <a:lnTo>
                  <a:pt x="343902" y="1108933"/>
                </a:lnTo>
                <a:lnTo>
                  <a:pt x="345387" y="1109785"/>
                </a:lnTo>
                <a:lnTo>
                  <a:pt x="349103" y="1110521"/>
                </a:lnTo>
                <a:lnTo>
                  <a:pt x="353041" y="1110676"/>
                </a:lnTo>
                <a:lnTo>
                  <a:pt x="353942" y="1108997"/>
                </a:lnTo>
                <a:lnTo>
                  <a:pt x="356197" y="1108586"/>
                </a:lnTo>
                <a:lnTo>
                  <a:pt x="361442" y="1109705"/>
                </a:lnTo>
                <a:lnTo>
                  <a:pt x="363195" y="1110369"/>
                </a:lnTo>
                <a:lnTo>
                  <a:pt x="365064" y="1109419"/>
                </a:lnTo>
                <a:lnTo>
                  <a:pt x="365386" y="1108953"/>
                </a:lnTo>
                <a:lnTo>
                  <a:pt x="367781" y="1108702"/>
                </a:lnTo>
                <a:lnTo>
                  <a:pt x="370152" y="1108972"/>
                </a:lnTo>
                <a:lnTo>
                  <a:pt x="372709" y="1109075"/>
                </a:lnTo>
                <a:lnTo>
                  <a:pt x="375741" y="1109064"/>
                </a:lnTo>
                <a:lnTo>
                  <a:pt x="376790" y="1108822"/>
                </a:lnTo>
                <a:lnTo>
                  <a:pt x="379191" y="1107916"/>
                </a:lnTo>
                <a:lnTo>
                  <a:pt x="380992" y="1107339"/>
                </a:lnTo>
                <a:lnTo>
                  <a:pt x="382785" y="1106037"/>
                </a:lnTo>
                <a:lnTo>
                  <a:pt x="384380" y="1103980"/>
                </a:lnTo>
                <a:lnTo>
                  <a:pt x="389273" y="1100743"/>
                </a:lnTo>
                <a:lnTo>
                  <a:pt x="395946" y="1103819"/>
                </a:lnTo>
                <a:lnTo>
                  <a:pt x="395893" y="1105833"/>
                </a:lnTo>
                <a:lnTo>
                  <a:pt x="395609" y="1107881"/>
                </a:lnTo>
                <a:lnTo>
                  <a:pt x="394661" y="1109246"/>
                </a:lnTo>
                <a:lnTo>
                  <a:pt x="393061" y="1110537"/>
                </a:lnTo>
                <a:lnTo>
                  <a:pt x="390569" y="1110103"/>
                </a:lnTo>
                <a:lnTo>
                  <a:pt x="388969" y="1110898"/>
                </a:lnTo>
                <a:lnTo>
                  <a:pt x="388703" y="1112327"/>
                </a:lnTo>
                <a:lnTo>
                  <a:pt x="389879" y="1113522"/>
                </a:lnTo>
                <a:lnTo>
                  <a:pt x="390805" y="1115658"/>
                </a:lnTo>
                <a:lnTo>
                  <a:pt x="391578" y="1118203"/>
                </a:lnTo>
                <a:lnTo>
                  <a:pt x="386233" y="1117868"/>
                </a:lnTo>
                <a:lnTo>
                  <a:pt x="380670" y="1117159"/>
                </a:lnTo>
                <a:lnTo>
                  <a:pt x="376870" y="1118895"/>
                </a:lnTo>
                <a:lnTo>
                  <a:pt x="373672" y="1121450"/>
                </a:lnTo>
                <a:lnTo>
                  <a:pt x="371461" y="1123316"/>
                </a:lnTo>
                <a:lnTo>
                  <a:pt x="371328" y="1125516"/>
                </a:lnTo>
                <a:lnTo>
                  <a:pt x="373354" y="1126754"/>
                </a:lnTo>
                <a:lnTo>
                  <a:pt x="376161" y="1127443"/>
                </a:lnTo>
                <a:lnTo>
                  <a:pt x="380325" y="1129141"/>
                </a:lnTo>
                <a:lnTo>
                  <a:pt x="383390" y="1131175"/>
                </a:lnTo>
                <a:lnTo>
                  <a:pt x="385425" y="1132862"/>
                </a:lnTo>
                <a:lnTo>
                  <a:pt x="385043" y="1142476"/>
                </a:lnTo>
                <a:lnTo>
                  <a:pt x="371883" y="1142391"/>
                </a:lnTo>
                <a:lnTo>
                  <a:pt x="368923" y="1143359"/>
                </a:lnTo>
                <a:lnTo>
                  <a:pt x="370171" y="1146738"/>
                </a:lnTo>
                <a:lnTo>
                  <a:pt x="370774" y="1147952"/>
                </a:lnTo>
                <a:lnTo>
                  <a:pt x="371911" y="1149305"/>
                </a:lnTo>
                <a:lnTo>
                  <a:pt x="373609" y="1151410"/>
                </a:lnTo>
                <a:lnTo>
                  <a:pt x="374350" y="1153192"/>
                </a:lnTo>
                <a:lnTo>
                  <a:pt x="375370" y="1154194"/>
                </a:lnTo>
                <a:lnTo>
                  <a:pt x="377787" y="1154068"/>
                </a:lnTo>
                <a:lnTo>
                  <a:pt x="378697" y="1154511"/>
                </a:lnTo>
                <a:lnTo>
                  <a:pt x="380034" y="1154495"/>
                </a:lnTo>
                <a:lnTo>
                  <a:pt x="381772" y="1154796"/>
                </a:lnTo>
                <a:lnTo>
                  <a:pt x="382878" y="1154167"/>
                </a:lnTo>
                <a:lnTo>
                  <a:pt x="383722" y="1153017"/>
                </a:lnTo>
                <a:lnTo>
                  <a:pt x="384328" y="1151660"/>
                </a:lnTo>
                <a:lnTo>
                  <a:pt x="385157" y="1150201"/>
                </a:lnTo>
                <a:lnTo>
                  <a:pt x="385574" y="1149406"/>
                </a:lnTo>
                <a:lnTo>
                  <a:pt x="387068" y="1148115"/>
                </a:lnTo>
                <a:lnTo>
                  <a:pt x="388953" y="1147885"/>
                </a:lnTo>
                <a:lnTo>
                  <a:pt x="392270" y="1147896"/>
                </a:lnTo>
                <a:lnTo>
                  <a:pt x="394717" y="1147516"/>
                </a:lnTo>
                <a:lnTo>
                  <a:pt x="397577" y="1147405"/>
                </a:lnTo>
                <a:lnTo>
                  <a:pt x="399993" y="1145568"/>
                </a:lnTo>
                <a:lnTo>
                  <a:pt x="399452" y="1137741"/>
                </a:lnTo>
                <a:lnTo>
                  <a:pt x="401807" y="1136289"/>
                </a:lnTo>
                <a:lnTo>
                  <a:pt x="404229" y="1134927"/>
                </a:lnTo>
                <a:lnTo>
                  <a:pt x="405180" y="1132706"/>
                </a:lnTo>
                <a:lnTo>
                  <a:pt x="405909" y="1130834"/>
                </a:lnTo>
                <a:lnTo>
                  <a:pt x="407052" y="1129687"/>
                </a:lnTo>
                <a:lnTo>
                  <a:pt x="408181" y="1128397"/>
                </a:lnTo>
                <a:lnTo>
                  <a:pt x="410955" y="1128199"/>
                </a:lnTo>
                <a:lnTo>
                  <a:pt x="413405" y="1128246"/>
                </a:lnTo>
                <a:lnTo>
                  <a:pt x="414839" y="1128138"/>
                </a:lnTo>
                <a:lnTo>
                  <a:pt x="416982" y="1125683"/>
                </a:lnTo>
                <a:lnTo>
                  <a:pt x="418804" y="1124348"/>
                </a:lnTo>
                <a:lnTo>
                  <a:pt x="424902" y="1122070"/>
                </a:lnTo>
                <a:lnTo>
                  <a:pt x="426264" y="1120198"/>
                </a:lnTo>
                <a:lnTo>
                  <a:pt x="425658" y="1118117"/>
                </a:lnTo>
                <a:lnTo>
                  <a:pt x="423482" y="1115437"/>
                </a:lnTo>
                <a:lnTo>
                  <a:pt x="422575" y="1114485"/>
                </a:lnTo>
                <a:lnTo>
                  <a:pt x="420562" y="1113092"/>
                </a:lnTo>
                <a:lnTo>
                  <a:pt x="419107" y="1111841"/>
                </a:lnTo>
                <a:lnTo>
                  <a:pt x="418667" y="1109304"/>
                </a:lnTo>
                <a:lnTo>
                  <a:pt x="417948" y="1105953"/>
                </a:lnTo>
                <a:lnTo>
                  <a:pt x="416954" y="1099255"/>
                </a:lnTo>
                <a:lnTo>
                  <a:pt x="416656" y="1098305"/>
                </a:lnTo>
                <a:lnTo>
                  <a:pt x="416181" y="1096524"/>
                </a:lnTo>
                <a:lnTo>
                  <a:pt x="415779" y="1095191"/>
                </a:lnTo>
                <a:lnTo>
                  <a:pt x="417499" y="1093853"/>
                </a:lnTo>
                <a:lnTo>
                  <a:pt x="418907" y="1093586"/>
                </a:lnTo>
                <a:lnTo>
                  <a:pt x="420781" y="1093726"/>
                </a:lnTo>
                <a:lnTo>
                  <a:pt x="422079" y="1093814"/>
                </a:lnTo>
                <a:lnTo>
                  <a:pt x="423874" y="1094844"/>
                </a:lnTo>
                <a:lnTo>
                  <a:pt x="425631" y="1096286"/>
                </a:lnTo>
                <a:lnTo>
                  <a:pt x="425815" y="1098374"/>
                </a:lnTo>
                <a:lnTo>
                  <a:pt x="425165" y="1099496"/>
                </a:lnTo>
                <a:lnTo>
                  <a:pt x="424104" y="1100022"/>
                </a:lnTo>
                <a:lnTo>
                  <a:pt x="423204" y="1100423"/>
                </a:lnTo>
                <a:lnTo>
                  <a:pt x="423127" y="1101536"/>
                </a:lnTo>
                <a:lnTo>
                  <a:pt x="423157" y="1102838"/>
                </a:lnTo>
                <a:lnTo>
                  <a:pt x="423222" y="1104680"/>
                </a:lnTo>
                <a:lnTo>
                  <a:pt x="424141" y="1105516"/>
                </a:lnTo>
                <a:lnTo>
                  <a:pt x="426676" y="1106411"/>
                </a:lnTo>
                <a:lnTo>
                  <a:pt x="427646" y="1106379"/>
                </a:lnTo>
                <a:lnTo>
                  <a:pt x="429048" y="1105786"/>
                </a:lnTo>
                <a:lnTo>
                  <a:pt x="430431" y="1104836"/>
                </a:lnTo>
                <a:lnTo>
                  <a:pt x="431067" y="1104099"/>
                </a:lnTo>
                <a:lnTo>
                  <a:pt x="433129" y="1103710"/>
                </a:lnTo>
                <a:lnTo>
                  <a:pt x="434107" y="1103762"/>
                </a:lnTo>
                <a:lnTo>
                  <a:pt x="435750" y="1104009"/>
                </a:lnTo>
                <a:lnTo>
                  <a:pt x="437280" y="1104424"/>
                </a:lnTo>
                <a:lnTo>
                  <a:pt x="439240" y="1105719"/>
                </a:lnTo>
                <a:lnTo>
                  <a:pt x="441023" y="1107094"/>
                </a:lnTo>
                <a:lnTo>
                  <a:pt x="443383" y="1108146"/>
                </a:lnTo>
                <a:lnTo>
                  <a:pt x="444799" y="1108751"/>
                </a:lnTo>
                <a:lnTo>
                  <a:pt x="446193" y="1109134"/>
                </a:lnTo>
                <a:lnTo>
                  <a:pt x="447387" y="1109038"/>
                </a:lnTo>
                <a:lnTo>
                  <a:pt x="448048" y="1108382"/>
                </a:lnTo>
                <a:lnTo>
                  <a:pt x="448233" y="1107786"/>
                </a:lnTo>
                <a:lnTo>
                  <a:pt x="448347" y="1107393"/>
                </a:lnTo>
                <a:lnTo>
                  <a:pt x="448901" y="1106804"/>
                </a:lnTo>
                <a:lnTo>
                  <a:pt x="448629" y="1104587"/>
                </a:lnTo>
                <a:lnTo>
                  <a:pt x="449583" y="1104765"/>
                </a:lnTo>
                <a:lnTo>
                  <a:pt x="446293" y="1101883"/>
                </a:lnTo>
                <a:lnTo>
                  <a:pt x="444330" y="1100394"/>
                </a:lnTo>
                <a:lnTo>
                  <a:pt x="444078" y="1100275"/>
                </a:lnTo>
                <a:lnTo>
                  <a:pt x="442622" y="1098774"/>
                </a:lnTo>
                <a:lnTo>
                  <a:pt x="442296" y="1097882"/>
                </a:lnTo>
                <a:lnTo>
                  <a:pt x="442648" y="1095127"/>
                </a:lnTo>
                <a:lnTo>
                  <a:pt x="442871" y="1094729"/>
                </a:lnTo>
                <a:lnTo>
                  <a:pt x="444210" y="1094613"/>
                </a:lnTo>
                <a:lnTo>
                  <a:pt x="446074" y="1095029"/>
                </a:lnTo>
                <a:lnTo>
                  <a:pt x="447423" y="1095874"/>
                </a:lnTo>
                <a:lnTo>
                  <a:pt x="449136" y="1096004"/>
                </a:lnTo>
                <a:lnTo>
                  <a:pt x="450369" y="1096019"/>
                </a:lnTo>
                <a:lnTo>
                  <a:pt x="451426" y="1094568"/>
                </a:lnTo>
                <a:lnTo>
                  <a:pt x="452157" y="1093395"/>
                </a:lnTo>
                <a:lnTo>
                  <a:pt x="453882" y="1092333"/>
                </a:lnTo>
                <a:lnTo>
                  <a:pt x="456114" y="1092875"/>
                </a:lnTo>
                <a:lnTo>
                  <a:pt x="458231" y="1093324"/>
                </a:lnTo>
                <a:lnTo>
                  <a:pt x="457679" y="1094502"/>
                </a:lnTo>
                <a:lnTo>
                  <a:pt x="456827" y="1095615"/>
                </a:lnTo>
                <a:lnTo>
                  <a:pt x="456341" y="1096763"/>
                </a:lnTo>
                <a:lnTo>
                  <a:pt x="455643" y="1098429"/>
                </a:lnTo>
                <a:lnTo>
                  <a:pt x="456813" y="1100014"/>
                </a:lnTo>
                <a:lnTo>
                  <a:pt x="457979" y="1101255"/>
                </a:lnTo>
                <a:lnTo>
                  <a:pt x="459504" y="1103021"/>
                </a:lnTo>
                <a:lnTo>
                  <a:pt x="460061" y="1104562"/>
                </a:lnTo>
                <a:lnTo>
                  <a:pt x="461502" y="1105933"/>
                </a:lnTo>
                <a:lnTo>
                  <a:pt x="461511" y="1106003"/>
                </a:lnTo>
                <a:lnTo>
                  <a:pt x="463731" y="1107680"/>
                </a:lnTo>
                <a:lnTo>
                  <a:pt x="465466" y="1108958"/>
                </a:lnTo>
                <a:lnTo>
                  <a:pt x="466944" y="1110379"/>
                </a:lnTo>
                <a:lnTo>
                  <a:pt x="467336" y="1111299"/>
                </a:lnTo>
                <a:lnTo>
                  <a:pt x="467870" y="1111645"/>
                </a:lnTo>
                <a:lnTo>
                  <a:pt x="469062" y="1112516"/>
                </a:lnTo>
                <a:lnTo>
                  <a:pt x="470511" y="1111779"/>
                </a:lnTo>
                <a:lnTo>
                  <a:pt x="471642" y="1110864"/>
                </a:lnTo>
                <a:lnTo>
                  <a:pt x="471906" y="1110314"/>
                </a:lnTo>
                <a:lnTo>
                  <a:pt x="474242" y="1108559"/>
                </a:lnTo>
                <a:lnTo>
                  <a:pt x="475661" y="1107981"/>
                </a:lnTo>
                <a:lnTo>
                  <a:pt x="477280" y="1108038"/>
                </a:lnTo>
                <a:lnTo>
                  <a:pt x="479106" y="1108663"/>
                </a:lnTo>
                <a:lnTo>
                  <a:pt x="480476" y="1109346"/>
                </a:lnTo>
                <a:lnTo>
                  <a:pt x="481943" y="1109966"/>
                </a:lnTo>
                <a:lnTo>
                  <a:pt x="484357" y="1110764"/>
                </a:lnTo>
                <a:lnTo>
                  <a:pt x="486433" y="1111369"/>
                </a:lnTo>
                <a:lnTo>
                  <a:pt x="487475" y="1113739"/>
                </a:lnTo>
                <a:lnTo>
                  <a:pt x="487307" y="1115490"/>
                </a:lnTo>
                <a:lnTo>
                  <a:pt x="486977" y="1118377"/>
                </a:lnTo>
                <a:lnTo>
                  <a:pt x="486689" y="1120444"/>
                </a:lnTo>
                <a:lnTo>
                  <a:pt x="486451" y="1121231"/>
                </a:lnTo>
                <a:lnTo>
                  <a:pt x="487156" y="1123257"/>
                </a:lnTo>
                <a:lnTo>
                  <a:pt x="487980" y="1125502"/>
                </a:lnTo>
                <a:lnTo>
                  <a:pt x="488270" y="1127839"/>
                </a:lnTo>
                <a:lnTo>
                  <a:pt x="488186" y="1129081"/>
                </a:lnTo>
                <a:lnTo>
                  <a:pt x="487620" y="1130538"/>
                </a:lnTo>
                <a:lnTo>
                  <a:pt x="488373" y="1132254"/>
                </a:lnTo>
                <a:lnTo>
                  <a:pt x="489999" y="1134106"/>
                </a:lnTo>
                <a:lnTo>
                  <a:pt x="491525" y="1133876"/>
                </a:lnTo>
                <a:lnTo>
                  <a:pt x="493040" y="1133484"/>
                </a:lnTo>
                <a:lnTo>
                  <a:pt x="493684" y="1133246"/>
                </a:lnTo>
                <a:lnTo>
                  <a:pt x="495842" y="1134182"/>
                </a:lnTo>
                <a:lnTo>
                  <a:pt x="497700" y="1135368"/>
                </a:lnTo>
                <a:lnTo>
                  <a:pt x="499415" y="1136970"/>
                </a:lnTo>
                <a:lnTo>
                  <a:pt x="500019" y="1137411"/>
                </a:lnTo>
                <a:lnTo>
                  <a:pt x="502036" y="1137416"/>
                </a:lnTo>
                <a:lnTo>
                  <a:pt x="503433" y="1137085"/>
                </a:lnTo>
                <a:lnTo>
                  <a:pt x="504952" y="1136465"/>
                </a:lnTo>
                <a:lnTo>
                  <a:pt x="506466" y="1136072"/>
                </a:lnTo>
                <a:lnTo>
                  <a:pt x="509460" y="1136389"/>
                </a:lnTo>
                <a:lnTo>
                  <a:pt x="511279" y="1137052"/>
                </a:lnTo>
                <a:lnTo>
                  <a:pt x="511184" y="1137166"/>
                </a:lnTo>
                <a:lnTo>
                  <a:pt x="515790" y="1139594"/>
                </a:lnTo>
                <a:lnTo>
                  <a:pt x="518655" y="1141458"/>
                </a:lnTo>
                <a:lnTo>
                  <a:pt x="518632" y="1140778"/>
                </a:lnTo>
                <a:lnTo>
                  <a:pt x="519784" y="1143935"/>
                </a:lnTo>
                <a:lnTo>
                  <a:pt x="520709" y="1145279"/>
                </a:lnTo>
                <a:lnTo>
                  <a:pt x="524125" y="1147450"/>
                </a:lnTo>
                <a:lnTo>
                  <a:pt x="525949" y="1149013"/>
                </a:lnTo>
                <a:lnTo>
                  <a:pt x="527632" y="1151338"/>
                </a:lnTo>
                <a:lnTo>
                  <a:pt x="527583" y="1152843"/>
                </a:lnTo>
                <a:lnTo>
                  <a:pt x="528651" y="1155380"/>
                </a:lnTo>
                <a:lnTo>
                  <a:pt x="529768" y="1157000"/>
                </a:lnTo>
                <a:lnTo>
                  <a:pt x="532047" y="1158994"/>
                </a:lnTo>
                <a:lnTo>
                  <a:pt x="534216" y="1158545"/>
                </a:lnTo>
                <a:lnTo>
                  <a:pt x="534646" y="1158041"/>
                </a:lnTo>
                <a:lnTo>
                  <a:pt x="535534" y="1155316"/>
                </a:lnTo>
                <a:lnTo>
                  <a:pt x="535714" y="1152866"/>
                </a:lnTo>
                <a:lnTo>
                  <a:pt x="535360" y="1150952"/>
                </a:lnTo>
                <a:lnTo>
                  <a:pt x="535154" y="1149181"/>
                </a:lnTo>
                <a:lnTo>
                  <a:pt x="535392" y="1146243"/>
                </a:lnTo>
                <a:lnTo>
                  <a:pt x="535841" y="1144672"/>
                </a:lnTo>
                <a:lnTo>
                  <a:pt x="536546" y="1143082"/>
                </a:lnTo>
                <a:lnTo>
                  <a:pt x="536445" y="1141588"/>
                </a:lnTo>
                <a:lnTo>
                  <a:pt x="536402" y="1140221"/>
                </a:lnTo>
                <a:lnTo>
                  <a:pt x="537100" y="1138702"/>
                </a:lnTo>
                <a:lnTo>
                  <a:pt x="539103" y="1137303"/>
                </a:lnTo>
                <a:lnTo>
                  <a:pt x="541508" y="1136830"/>
                </a:lnTo>
                <a:lnTo>
                  <a:pt x="543015" y="1136475"/>
                </a:lnTo>
                <a:lnTo>
                  <a:pt x="545221" y="1135060"/>
                </a:lnTo>
                <a:lnTo>
                  <a:pt x="547051" y="1134098"/>
                </a:lnTo>
                <a:lnTo>
                  <a:pt x="548498" y="1134743"/>
                </a:lnTo>
                <a:lnTo>
                  <a:pt x="550326" y="1136112"/>
                </a:lnTo>
                <a:lnTo>
                  <a:pt x="551721" y="1137303"/>
                </a:lnTo>
                <a:lnTo>
                  <a:pt x="552985" y="1138528"/>
                </a:lnTo>
                <a:lnTo>
                  <a:pt x="554266" y="1139612"/>
                </a:lnTo>
                <a:lnTo>
                  <a:pt x="555349" y="1140324"/>
                </a:lnTo>
                <a:lnTo>
                  <a:pt x="557203" y="1141307"/>
                </a:lnTo>
                <a:lnTo>
                  <a:pt x="559632" y="1142161"/>
                </a:lnTo>
                <a:lnTo>
                  <a:pt x="561455" y="1142894"/>
                </a:lnTo>
                <a:lnTo>
                  <a:pt x="563842" y="1143484"/>
                </a:lnTo>
                <a:lnTo>
                  <a:pt x="566250" y="1144216"/>
                </a:lnTo>
                <a:lnTo>
                  <a:pt x="567422" y="1144469"/>
                </a:lnTo>
                <a:lnTo>
                  <a:pt x="570666" y="1146258"/>
                </a:lnTo>
                <a:lnTo>
                  <a:pt x="571889" y="1147004"/>
                </a:lnTo>
                <a:lnTo>
                  <a:pt x="573006" y="1148183"/>
                </a:lnTo>
                <a:lnTo>
                  <a:pt x="574326" y="1149291"/>
                </a:lnTo>
                <a:lnTo>
                  <a:pt x="575422" y="1153325"/>
                </a:lnTo>
                <a:lnTo>
                  <a:pt x="575496" y="1155160"/>
                </a:lnTo>
                <a:lnTo>
                  <a:pt x="575593" y="1157228"/>
                </a:lnTo>
                <a:lnTo>
                  <a:pt x="571858" y="1158200"/>
                </a:lnTo>
                <a:lnTo>
                  <a:pt x="569372" y="1158538"/>
                </a:lnTo>
                <a:lnTo>
                  <a:pt x="568161" y="1161271"/>
                </a:lnTo>
                <a:lnTo>
                  <a:pt x="566324" y="1164225"/>
                </a:lnTo>
                <a:lnTo>
                  <a:pt x="562688" y="1166377"/>
                </a:lnTo>
                <a:lnTo>
                  <a:pt x="559808" y="1169105"/>
                </a:lnTo>
                <a:lnTo>
                  <a:pt x="560174" y="1171487"/>
                </a:lnTo>
                <a:lnTo>
                  <a:pt x="561548" y="1172806"/>
                </a:lnTo>
                <a:lnTo>
                  <a:pt x="563893" y="1173799"/>
                </a:lnTo>
                <a:lnTo>
                  <a:pt x="566852" y="1174012"/>
                </a:lnTo>
                <a:lnTo>
                  <a:pt x="569332" y="1174079"/>
                </a:lnTo>
                <a:lnTo>
                  <a:pt x="572401" y="1175677"/>
                </a:lnTo>
                <a:lnTo>
                  <a:pt x="573776" y="1175989"/>
                </a:lnTo>
                <a:lnTo>
                  <a:pt x="574999" y="1175977"/>
                </a:lnTo>
                <a:lnTo>
                  <a:pt x="576536" y="1176081"/>
                </a:lnTo>
                <a:lnTo>
                  <a:pt x="578258" y="1175920"/>
                </a:lnTo>
                <a:lnTo>
                  <a:pt x="580438" y="1176161"/>
                </a:lnTo>
                <a:lnTo>
                  <a:pt x="582264" y="1177010"/>
                </a:lnTo>
                <a:lnTo>
                  <a:pt x="583812" y="1177658"/>
                </a:lnTo>
                <a:lnTo>
                  <a:pt x="585360" y="1178767"/>
                </a:lnTo>
                <a:lnTo>
                  <a:pt x="584384" y="1180475"/>
                </a:lnTo>
                <a:lnTo>
                  <a:pt x="583130" y="1181977"/>
                </a:lnTo>
                <a:lnTo>
                  <a:pt x="582474" y="1183522"/>
                </a:lnTo>
                <a:lnTo>
                  <a:pt x="582416" y="1188653"/>
                </a:lnTo>
                <a:lnTo>
                  <a:pt x="582037" y="1194922"/>
                </a:lnTo>
                <a:lnTo>
                  <a:pt x="583033" y="1199067"/>
                </a:lnTo>
                <a:lnTo>
                  <a:pt x="584038" y="1202918"/>
                </a:lnTo>
                <a:lnTo>
                  <a:pt x="584637" y="1205658"/>
                </a:lnTo>
                <a:lnTo>
                  <a:pt x="583774" y="1208814"/>
                </a:lnTo>
                <a:lnTo>
                  <a:pt x="582846" y="1210342"/>
                </a:lnTo>
                <a:lnTo>
                  <a:pt x="582630" y="1212284"/>
                </a:lnTo>
                <a:lnTo>
                  <a:pt x="588183" y="1216649"/>
                </a:lnTo>
                <a:lnTo>
                  <a:pt x="589524" y="1218100"/>
                </a:lnTo>
                <a:lnTo>
                  <a:pt x="591661" y="1220451"/>
                </a:lnTo>
                <a:lnTo>
                  <a:pt x="600173" y="1224754"/>
                </a:lnTo>
                <a:lnTo>
                  <a:pt x="601917" y="1225467"/>
                </a:lnTo>
                <a:lnTo>
                  <a:pt x="604372" y="1226933"/>
                </a:lnTo>
                <a:lnTo>
                  <a:pt x="606687" y="1228528"/>
                </a:lnTo>
                <a:lnTo>
                  <a:pt x="609025" y="1231807"/>
                </a:lnTo>
                <a:lnTo>
                  <a:pt x="610611" y="1234184"/>
                </a:lnTo>
                <a:lnTo>
                  <a:pt x="614434" y="1234805"/>
                </a:lnTo>
                <a:lnTo>
                  <a:pt x="616670" y="1235554"/>
                </a:lnTo>
                <a:lnTo>
                  <a:pt x="618166" y="1235823"/>
                </a:lnTo>
                <a:lnTo>
                  <a:pt x="629889" y="1246567"/>
                </a:lnTo>
                <a:lnTo>
                  <a:pt x="632312" y="1246383"/>
                </a:lnTo>
                <a:lnTo>
                  <a:pt x="636055" y="1247151"/>
                </a:lnTo>
                <a:lnTo>
                  <a:pt x="639993" y="1250867"/>
                </a:lnTo>
                <a:lnTo>
                  <a:pt x="644598" y="1253109"/>
                </a:lnTo>
                <a:lnTo>
                  <a:pt x="651521" y="1254811"/>
                </a:lnTo>
                <a:lnTo>
                  <a:pt x="654404" y="1255204"/>
                </a:lnTo>
                <a:lnTo>
                  <a:pt x="658558" y="1256422"/>
                </a:lnTo>
                <a:lnTo>
                  <a:pt x="662146" y="1257942"/>
                </a:lnTo>
                <a:lnTo>
                  <a:pt x="668458" y="1260783"/>
                </a:lnTo>
                <a:lnTo>
                  <a:pt x="672164" y="1260341"/>
                </a:lnTo>
                <a:lnTo>
                  <a:pt x="674433" y="1260897"/>
                </a:lnTo>
                <a:lnTo>
                  <a:pt x="679869" y="1265103"/>
                </a:lnTo>
                <a:lnTo>
                  <a:pt x="681808" y="1267422"/>
                </a:lnTo>
                <a:lnTo>
                  <a:pt x="684314" y="1269659"/>
                </a:lnTo>
                <a:lnTo>
                  <a:pt x="688835" y="1272475"/>
                </a:lnTo>
                <a:lnTo>
                  <a:pt x="692192" y="1273567"/>
                </a:lnTo>
                <a:lnTo>
                  <a:pt x="694952" y="1273277"/>
                </a:lnTo>
                <a:lnTo>
                  <a:pt x="696591" y="1272471"/>
                </a:lnTo>
                <a:lnTo>
                  <a:pt x="699208" y="1272728"/>
                </a:lnTo>
                <a:lnTo>
                  <a:pt x="705167" y="1273761"/>
                </a:lnTo>
                <a:lnTo>
                  <a:pt x="706929" y="1273109"/>
                </a:lnTo>
                <a:lnTo>
                  <a:pt x="710207" y="1275210"/>
                </a:lnTo>
                <a:lnTo>
                  <a:pt x="713019" y="1275522"/>
                </a:lnTo>
                <a:lnTo>
                  <a:pt x="716789" y="1274458"/>
                </a:lnTo>
                <a:lnTo>
                  <a:pt x="718370" y="1273565"/>
                </a:lnTo>
                <a:lnTo>
                  <a:pt x="721099" y="1271675"/>
                </a:lnTo>
                <a:lnTo>
                  <a:pt x="722653" y="1271035"/>
                </a:lnTo>
                <a:lnTo>
                  <a:pt x="724753" y="1267778"/>
                </a:lnTo>
                <a:lnTo>
                  <a:pt x="725905" y="1266039"/>
                </a:lnTo>
                <a:lnTo>
                  <a:pt x="727021" y="1264835"/>
                </a:lnTo>
                <a:lnTo>
                  <a:pt x="732504" y="1264303"/>
                </a:lnTo>
                <a:lnTo>
                  <a:pt x="736521" y="1263962"/>
                </a:lnTo>
                <a:lnTo>
                  <a:pt x="737754" y="1264608"/>
                </a:lnTo>
                <a:lnTo>
                  <a:pt x="740510" y="1262421"/>
                </a:lnTo>
                <a:lnTo>
                  <a:pt x="742204" y="1261064"/>
                </a:lnTo>
                <a:lnTo>
                  <a:pt x="745344" y="1258251"/>
                </a:lnTo>
                <a:lnTo>
                  <a:pt x="751179" y="1258855"/>
                </a:lnTo>
                <a:lnTo>
                  <a:pt x="753613" y="1259251"/>
                </a:lnTo>
                <a:lnTo>
                  <a:pt x="754473" y="1260024"/>
                </a:lnTo>
                <a:lnTo>
                  <a:pt x="756447" y="1258548"/>
                </a:lnTo>
                <a:lnTo>
                  <a:pt x="757918" y="1257327"/>
                </a:lnTo>
                <a:lnTo>
                  <a:pt x="759667" y="1255540"/>
                </a:lnTo>
                <a:lnTo>
                  <a:pt x="761453" y="1254746"/>
                </a:lnTo>
                <a:lnTo>
                  <a:pt x="763058" y="1254177"/>
                </a:lnTo>
                <a:lnTo>
                  <a:pt x="764859" y="1254343"/>
                </a:lnTo>
                <a:lnTo>
                  <a:pt x="768110" y="1255174"/>
                </a:lnTo>
                <a:lnTo>
                  <a:pt x="770188" y="1256266"/>
                </a:lnTo>
                <a:lnTo>
                  <a:pt x="774873" y="1257095"/>
                </a:lnTo>
                <a:lnTo>
                  <a:pt x="777511" y="1256045"/>
                </a:lnTo>
                <a:lnTo>
                  <a:pt x="780045" y="1254167"/>
                </a:lnTo>
                <a:lnTo>
                  <a:pt x="782267" y="1253226"/>
                </a:lnTo>
                <a:lnTo>
                  <a:pt x="782531" y="1251346"/>
                </a:lnTo>
                <a:lnTo>
                  <a:pt x="782219" y="1249740"/>
                </a:lnTo>
                <a:lnTo>
                  <a:pt x="781946" y="1248795"/>
                </a:lnTo>
                <a:lnTo>
                  <a:pt x="783408" y="1247122"/>
                </a:lnTo>
                <a:lnTo>
                  <a:pt x="786884" y="1246827"/>
                </a:lnTo>
                <a:lnTo>
                  <a:pt x="792353" y="1247394"/>
                </a:lnTo>
                <a:lnTo>
                  <a:pt x="794560" y="1247421"/>
                </a:lnTo>
                <a:lnTo>
                  <a:pt x="797596" y="1247234"/>
                </a:lnTo>
                <a:lnTo>
                  <a:pt x="801753" y="1246108"/>
                </a:lnTo>
                <a:lnTo>
                  <a:pt x="803789" y="1245701"/>
                </a:lnTo>
                <a:lnTo>
                  <a:pt x="806382" y="1246610"/>
                </a:lnTo>
                <a:lnTo>
                  <a:pt x="809190" y="1249098"/>
                </a:lnTo>
                <a:lnTo>
                  <a:pt x="812399" y="1250804"/>
                </a:lnTo>
                <a:lnTo>
                  <a:pt x="816030" y="1252210"/>
                </a:lnTo>
                <a:lnTo>
                  <a:pt x="819385" y="1253752"/>
                </a:lnTo>
                <a:lnTo>
                  <a:pt x="822671" y="1255057"/>
                </a:lnTo>
                <a:lnTo>
                  <a:pt x="826275" y="1256572"/>
                </a:lnTo>
                <a:lnTo>
                  <a:pt x="826952" y="1256302"/>
                </a:lnTo>
                <a:lnTo>
                  <a:pt x="830939" y="1259679"/>
                </a:lnTo>
                <a:lnTo>
                  <a:pt x="832844" y="1261864"/>
                </a:lnTo>
                <a:lnTo>
                  <a:pt x="833636" y="1263236"/>
                </a:lnTo>
                <a:lnTo>
                  <a:pt x="835841" y="1265572"/>
                </a:lnTo>
                <a:lnTo>
                  <a:pt x="837318" y="1264908"/>
                </a:lnTo>
                <a:lnTo>
                  <a:pt x="838676" y="1263389"/>
                </a:lnTo>
                <a:lnTo>
                  <a:pt x="840572" y="1261514"/>
                </a:lnTo>
                <a:lnTo>
                  <a:pt x="844329" y="1258806"/>
                </a:lnTo>
                <a:lnTo>
                  <a:pt x="848034" y="1254360"/>
                </a:lnTo>
                <a:lnTo>
                  <a:pt x="847337" y="1253511"/>
                </a:lnTo>
                <a:lnTo>
                  <a:pt x="846282" y="1250910"/>
                </a:lnTo>
                <a:lnTo>
                  <a:pt x="845643" y="1248596"/>
                </a:lnTo>
                <a:lnTo>
                  <a:pt x="848172" y="1246502"/>
                </a:lnTo>
                <a:lnTo>
                  <a:pt x="852287" y="1244794"/>
                </a:lnTo>
                <a:lnTo>
                  <a:pt x="850122" y="1240788"/>
                </a:lnTo>
                <a:lnTo>
                  <a:pt x="847576" y="1237185"/>
                </a:lnTo>
                <a:lnTo>
                  <a:pt x="846693" y="1235544"/>
                </a:lnTo>
                <a:lnTo>
                  <a:pt x="843928" y="1230271"/>
                </a:lnTo>
                <a:lnTo>
                  <a:pt x="843232" y="1225383"/>
                </a:lnTo>
                <a:lnTo>
                  <a:pt x="843487" y="1221615"/>
                </a:lnTo>
                <a:lnTo>
                  <a:pt x="845661" y="1217213"/>
                </a:lnTo>
                <a:lnTo>
                  <a:pt x="848673" y="1214422"/>
                </a:lnTo>
                <a:lnTo>
                  <a:pt x="852457" y="1211326"/>
                </a:lnTo>
                <a:lnTo>
                  <a:pt x="854236" y="1203822"/>
                </a:lnTo>
                <a:lnTo>
                  <a:pt x="854688" y="1200868"/>
                </a:lnTo>
                <a:lnTo>
                  <a:pt x="855214" y="1198233"/>
                </a:lnTo>
                <a:lnTo>
                  <a:pt x="856826" y="1195500"/>
                </a:lnTo>
                <a:lnTo>
                  <a:pt x="859002" y="1192457"/>
                </a:lnTo>
                <a:lnTo>
                  <a:pt x="860018" y="1190864"/>
                </a:lnTo>
                <a:lnTo>
                  <a:pt x="859739" y="1187276"/>
                </a:lnTo>
                <a:lnTo>
                  <a:pt x="854395" y="1184128"/>
                </a:lnTo>
                <a:lnTo>
                  <a:pt x="852908" y="1181592"/>
                </a:lnTo>
                <a:lnTo>
                  <a:pt x="852821" y="1178308"/>
                </a:lnTo>
                <a:lnTo>
                  <a:pt x="853501" y="1176324"/>
                </a:lnTo>
                <a:lnTo>
                  <a:pt x="855008" y="1174364"/>
                </a:lnTo>
                <a:lnTo>
                  <a:pt x="857515" y="1172857"/>
                </a:lnTo>
                <a:lnTo>
                  <a:pt x="858381" y="1170314"/>
                </a:lnTo>
                <a:lnTo>
                  <a:pt x="857252" y="1166461"/>
                </a:lnTo>
                <a:lnTo>
                  <a:pt x="855577" y="1163974"/>
                </a:lnTo>
                <a:lnTo>
                  <a:pt x="853979" y="1160921"/>
                </a:lnTo>
                <a:lnTo>
                  <a:pt x="852658" y="1158345"/>
                </a:lnTo>
                <a:lnTo>
                  <a:pt x="852666" y="1156528"/>
                </a:lnTo>
                <a:lnTo>
                  <a:pt x="853052" y="1155030"/>
                </a:lnTo>
                <a:lnTo>
                  <a:pt x="853669" y="1153711"/>
                </a:lnTo>
                <a:lnTo>
                  <a:pt x="855427" y="1151648"/>
                </a:lnTo>
                <a:lnTo>
                  <a:pt x="855900" y="1147259"/>
                </a:lnTo>
                <a:lnTo>
                  <a:pt x="857191" y="1140681"/>
                </a:lnTo>
                <a:lnTo>
                  <a:pt x="859241" y="1137801"/>
                </a:lnTo>
                <a:lnTo>
                  <a:pt x="860708" y="1135417"/>
                </a:lnTo>
                <a:lnTo>
                  <a:pt x="861529" y="1133612"/>
                </a:lnTo>
                <a:lnTo>
                  <a:pt x="862389" y="1131868"/>
                </a:lnTo>
                <a:lnTo>
                  <a:pt x="863407" y="1130280"/>
                </a:lnTo>
                <a:lnTo>
                  <a:pt x="865921" y="1128656"/>
                </a:lnTo>
                <a:lnTo>
                  <a:pt x="868716" y="1127123"/>
                </a:lnTo>
                <a:lnTo>
                  <a:pt x="872555" y="1127566"/>
                </a:lnTo>
                <a:lnTo>
                  <a:pt x="875476" y="1128983"/>
                </a:lnTo>
                <a:lnTo>
                  <a:pt x="878438" y="1131665"/>
                </a:lnTo>
                <a:lnTo>
                  <a:pt x="881029" y="1133511"/>
                </a:lnTo>
                <a:lnTo>
                  <a:pt x="883899" y="1134862"/>
                </a:lnTo>
                <a:lnTo>
                  <a:pt x="896035" y="1136259"/>
                </a:lnTo>
                <a:lnTo>
                  <a:pt x="901458" y="1136842"/>
                </a:lnTo>
                <a:lnTo>
                  <a:pt x="908599" y="1137011"/>
                </a:lnTo>
                <a:lnTo>
                  <a:pt x="915928" y="1133565"/>
                </a:lnTo>
                <a:lnTo>
                  <a:pt x="916436" y="1132625"/>
                </a:lnTo>
                <a:lnTo>
                  <a:pt x="920208" y="1132972"/>
                </a:lnTo>
                <a:lnTo>
                  <a:pt x="926259" y="1134657"/>
                </a:lnTo>
                <a:lnTo>
                  <a:pt x="930839" y="1136039"/>
                </a:lnTo>
                <a:lnTo>
                  <a:pt x="934951" y="1136891"/>
                </a:lnTo>
                <a:lnTo>
                  <a:pt x="940535" y="1137254"/>
                </a:lnTo>
                <a:lnTo>
                  <a:pt x="944777" y="1138622"/>
                </a:lnTo>
                <a:lnTo>
                  <a:pt x="951147" y="1142089"/>
                </a:lnTo>
                <a:lnTo>
                  <a:pt x="953680" y="1143415"/>
                </a:lnTo>
                <a:lnTo>
                  <a:pt x="955041" y="1143623"/>
                </a:lnTo>
                <a:lnTo>
                  <a:pt x="956715" y="1143902"/>
                </a:lnTo>
                <a:lnTo>
                  <a:pt x="965273" y="1145385"/>
                </a:lnTo>
                <a:lnTo>
                  <a:pt x="970167" y="1146202"/>
                </a:lnTo>
                <a:lnTo>
                  <a:pt x="974047" y="1146379"/>
                </a:lnTo>
                <a:lnTo>
                  <a:pt x="978134" y="1146232"/>
                </a:lnTo>
                <a:lnTo>
                  <a:pt x="979150" y="1146364"/>
                </a:lnTo>
                <a:lnTo>
                  <a:pt x="982645" y="1147991"/>
                </a:lnTo>
                <a:lnTo>
                  <a:pt x="986295" y="1150134"/>
                </a:lnTo>
                <a:lnTo>
                  <a:pt x="988700" y="1151543"/>
                </a:lnTo>
                <a:lnTo>
                  <a:pt x="991172" y="1152825"/>
                </a:lnTo>
                <a:lnTo>
                  <a:pt x="994306" y="1154822"/>
                </a:lnTo>
                <a:lnTo>
                  <a:pt x="996944" y="1156734"/>
                </a:lnTo>
                <a:lnTo>
                  <a:pt x="1001286" y="1159911"/>
                </a:lnTo>
                <a:lnTo>
                  <a:pt x="1005027" y="1162474"/>
                </a:lnTo>
                <a:lnTo>
                  <a:pt x="1009619" y="1164107"/>
                </a:lnTo>
                <a:lnTo>
                  <a:pt x="1013149" y="1165036"/>
                </a:lnTo>
                <a:lnTo>
                  <a:pt x="1015749" y="1165772"/>
                </a:lnTo>
                <a:lnTo>
                  <a:pt x="1018501" y="1166755"/>
                </a:lnTo>
                <a:lnTo>
                  <a:pt x="1021695" y="1168138"/>
                </a:lnTo>
                <a:lnTo>
                  <a:pt x="1023805" y="1169213"/>
                </a:lnTo>
                <a:lnTo>
                  <a:pt x="1026621" y="1170954"/>
                </a:lnTo>
                <a:lnTo>
                  <a:pt x="1028670" y="1172696"/>
                </a:lnTo>
                <a:lnTo>
                  <a:pt x="1030718" y="1174611"/>
                </a:lnTo>
                <a:lnTo>
                  <a:pt x="1034619" y="1177019"/>
                </a:lnTo>
                <a:lnTo>
                  <a:pt x="1037050" y="1178268"/>
                </a:lnTo>
                <a:lnTo>
                  <a:pt x="1040517" y="1180412"/>
                </a:lnTo>
                <a:lnTo>
                  <a:pt x="1042825" y="1181338"/>
                </a:lnTo>
                <a:lnTo>
                  <a:pt x="1045507" y="1182604"/>
                </a:lnTo>
                <a:lnTo>
                  <a:pt x="1048142" y="1184355"/>
                </a:lnTo>
                <a:lnTo>
                  <a:pt x="1050233" y="1186032"/>
                </a:lnTo>
                <a:lnTo>
                  <a:pt x="1052293" y="1187667"/>
                </a:lnTo>
                <a:lnTo>
                  <a:pt x="1055154" y="1187426"/>
                </a:lnTo>
                <a:lnTo>
                  <a:pt x="1056818" y="1187079"/>
                </a:lnTo>
                <a:lnTo>
                  <a:pt x="1057881" y="1187747"/>
                </a:lnTo>
                <a:lnTo>
                  <a:pt x="1061628" y="1191573"/>
                </a:lnTo>
                <a:lnTo>
                  <a:pt x="1063666" y="1192698"/>
                </a:lnTo>
                <a:lnTo>
                  <a:pt x="1065572" y="1193805"/>
                </a:lnTo>
                <a:lnTo>
                  <a:pt x="1069225" y="1195455"/>
                </a:lnTo>
                <a:lnTo>
                  <a:pt x="1071827" y="1196272"/>
                </a:lnTo>
                <a:lnTo>
                  <a:pt x="1073348" y="1196886"/>
                </a:lnTo>
                <a:lnTo>
                  <a:pt x="1078580" y="1201425"/>
                </a:lnTo>
                <a:lnTo>
                  <a:pt x="1107623" y="1211755"/>
                </a:lnTo>
                <a:lnTo>
                  <a:pt x="1108715" y="1212246"/>
                </a:lnTo>
                <a:lnTo>
                  <a:pt x="1112491" y="1213785"/>
                </a:lnTo>
                <a:lnTo>
                  <a:pt x="1114098" y="1214573"/>
                </a:lnTo>
                <a:lnTo>
                  <a:pt x="1118807" y="1217982"/>
                </a:lnTo>
                <a:lnTo>
                  <a:pt x="1123415" y="1221330"/>
                </a:lnTo>
                <a:lnTo>
                  <a:pt x="1127271" y="1223690"/>
                </a:lnTo>
                <a:lnTo>
                  <a:pt x="1134060" y="1227422"/>
                </a:lnTo>
                <a:lnTo>
                  <a:pt x="1135818" y="1228368"/>
                </a:lnTo>
                <a:lnTo>
                  <a:pt x="1138300" y="1230049"/>
                </a:lnTo>
                <a:lnTo>
                  <a:pt x="1139013" y="1231425"/>
                </a:lnTo>
                <a:lnTo>
                  <a:pt x="1141818" y="1233483"/>
                </a:lnTo>
                <a:lnTo>
                  <a:pt x="1144326" y="1235090"/>
                </a:lnTo>
                <a:lnTo>
                  <a:pt x="1144133" y="1234808"/>
                </a:lnTo>
                <a:lnTo>
                  <a:pt x="1147218" y="1237421"/>
                </a:lnTo>
                <a:lnTo>
                  <a:pt x="1149971" y="1241120"/>
                </a:lnTo>
                <a:lnTo>
                  <a:pt x="1150850" y="1243209"/>
                </a:lnTo>
                <a:lnTo>
                  <a:pt x="1154578" y="1247267"/>
                </a:lnTo>
                <a:lnTo>
                  <a:pt x="1158723" y="1251165"/>
                </a:lnTo>
                <a:lnTo>
                  <a:pt x="1159706" y="1252178"/>
                </a:lnTo>
                <a:lnTo>
                  <a:pt x="1161607" y="1256371"/>
                </a:lnTo>
                <a:lnTo>
                  <a:pt x="1161592" y="1260873"/>
                </a:lnTo>
                <a:lnTo>
                  <a:pt x="1165001" y="1267320"/>
                </a:lnTo>
                <a:lnTo>
                  <a:pt x="1168288" y="1269107"/>
                </a:lnTo>
                <a:lnTo>
                  <a:pt x="1174212" y="1271461"/>
                </a:lnTo>
                <a:lnTo>
                  <a:pt x="1176053" y="1276734"/>
                </a:lnTo>
                <a:lnTo>
                  <a:pt x="1177230" y="1279477"/>
                </a:lnTo>
                <a:lnTo>
                  <a:pt x="1181522" y="1283969"/>
                </a:lnTo>
                <a:lnTo>
                  <a:pt x="1183742" y="1283964"/>
                </a:lnTo>
                <a:lnTo>
                  <a:pt x="1185426" y="1289398"/>
                </a:lnTo>
                <a:lnTo>
                  <a:pt x="1185882" y="1293445"/>
                </a:lnTo>
                <a:lnTo>
                  <a:pt x="1196477" y="1301166"/>
                </a:lnTo>
                <a:lnTo>
                  <a:pt x="1205651" y="1307544"/>
                </a:lnTo>
                <a:lnTo>
                  <a:pt x="1212861" y="1312426"/>
                </a:lnTo>
                <a:lnTo>
                  <a:pt x="1222548" y="1314401"/>
                </a:lnTo>
                <a:lnTo>
                  <a:pt x="1231409" y="1318253"/>
                </a:lnTo>
                <a:lnTo>
                  <a:pt x="1236097" y="1320936"/>
                </a:lnTo>
                <a:lnTo>
                  <a:pt x="1237566" y="1321825"/>
                </a:lnTo>
                <a:lnTo>
                  <a:pt x="1239838" y="1323659"/>
                </a:lnTo>
                <a:lnTo>
                  <a:pt x="1246797" y="1326794"/>
                </a:lnTo>
                <a:lnTo>
                  <a:pt x="1248921" y="1327368"/>
                </a:lnTo>
                <a:lnTo>
                  <a:pt x="1251883" y="1327497"/>
                </a:lnTo>
                <a:lnTo>
                  <a:pt x="1261344" y="1331482"/>
                </a:lnTo>
                <a:lnTo>
                  <a:pt x="1269557" y="1333088"/>
                </a:lnTo>
                <a:lnTo>
                  <a:pt x="1275428" y="1333429"/>
                </a:lnTo>
                <a:lnTo>
                  <a:pt x="1280651" y="1331758"/>
                </a:lnTo>
                <a:lnTo>
                  <a:pt x="1282381" y="1330902"/>
                </a:lnTo>
                <a:lnTo>
                  <a:pt x="1285226" y="1330437"/>
                </a:lnTo>
                <a:lnTo>
                  <a:pt x="1288350" y="1330622"/>
                </a:lnTo>
                <a:lnTo>
                  <a:pt x="1291975" y="1329031"/>
                </a:lnTo>
                <a:lnTo>
                  <a:pt x="1295787" y="1327613"/>
                </a:lnTo>
                <a:lnTo>
                  <a:pt x="1299426" y="1326322"/>
                </a:lnTo>
                <a:lnTo>
                  <a:pt x="1302735" y="1325470"/>
                </a:lnTo>
                <a:lnTo>
                  <a:pt x="1306970" y="1324278"/>
                </a:lnTo>
                <a:lnTo>
                  <a:pt x="1314431" y="1324804"/>
                </a:lnTo>
                <a:lnTo>
                  <a:pt x="1318745" y="1327020"/>
                </a:lnTo>
                <a:lnTo>
                  <a:pt x="1325006" y="1329152"/>
                </a:lnTo>
                <a:lnTo>
                  <a:pt x="1332450" y="1328569"/>
                </a:lnTo>
                <a:lnTo>
                  <a:pt x="1334756" y="1326948"/>
                </a:lnTo>
                <a:lnTo>
                  <a:pt x="1336344" y="1324629"/>
                </a:lnTo>
                <a:lnTo>
                  <a:pt x="1337466" y="1322661"/>
                </a:lnTo>
                <a:lnTo>
                  <a:pt x="1339527" y="1319890"/>
                </a:lnTo>
                <a:lnTo>
                  <a:pt x="1347174" y="1319567"/>
                </a:lnTo>
                <a:lnTo>
                  <a:pt x="1351799" y="1319219"/>
                </a:lnTo>
                <a:lnTo>
                  <a:pt x="1359060" y="1320658"/>
                </a:lnTo>
                <a:lnTo>
                  <a:pt x="1365457" y="1321572"/>
                </a:lnTo>
                <a:lnTo>
                  <a:pt x="1369816" y="1319855"/>
                </a:lnTo>
                <a:lnTo>
                  <a:pt x="1374955" y="1319508"/>
                </a:lnTo>
                <a:lnTo>
                  <a:pt x="1380141" y="1319606"/>
                </a:lnTo>
                <a:lnTo>
                  <a:pt x="1383473" y="1318909"/>
                </a:lnTo>
                <a:lnTo>
                  <a:pt x="1388273" y="1321179"/>
                </a:lnTo>
                <a:lnTo>
                  <a:pt x="1389773" y="1321424"/>
                </a:lnTo>
                <a:lnTo>
                  <a:pt x="1395784" y="1316906"/>
                </a:lnTo>
                <a:lnTo>
                  <a:pt x="1398330" y="1315982"/>
                </a:lnTo>
                <a:lnTo>
                  <a:pt x="1402746" y="1316157"/>
                </a:lnTo>
                <a:lnTo>
                  <a:pt x="1412146" y="1317856"/>
                </a:lnTo>
                <a:lnTo>
                  <a:pt x="1415678" y="1320073"/>
                </a:lnTo>
                <a:lnTo>
                  <a:pt x="1417801" y="1322321"/>
                </a:lnTo>
                <a:lnTo>
                  <a:pt x="1418968" y="1316860"/>
                </a:lnTo>
                <a:lnTo>
                  <a:pt x="1422202" y="1316756"/>
                </a:lnTo>
                <a:lnTo>
                  <a:pt x="1425070" y="1316287"/>
                </a:lnTo>
                <a:lnTo>
                  <a:pt x="1429323" y="1314784"/>
                </a:lnTo>
                <a:lnTo>
                  <a:pt x="1430058" y="1312443"/>
                </a:lnTo>
                <a:lnTo>
                  <a:pt x="1431996" y="1311367"/>
                </a:lnTo>
                <a:lnTo>
                  <a:pt x="1434546" y="1310949"/>
                </a:lnTo>
                <a:lnTo>
                  <a:pt x="1436495" y="1312351"/>
                </a:lnTo>
                <a:lnTo>
                  <a:pt x="1438517" y="1314440"/>
                </a:lnTo>
                <a:lnTo>
                  <a:pt x="1441360" y="1317750"/>
                </a:lnTo>
                <a:lnTo>
                  <a:pt x="1443888" y="1319037"/>
                </a:lnTo>
                <a:lnTo>
                  <a:pt x="1445266" y="1319238"/>
                </a:lnTo>
                <a:lnTo>
                  <a:pt x="1445961" y="1315798"/>
                </a:lnTo>
                <a:lnTo>
                  <a:pt x="1447018" y="1314055"/>
                </a:lnTo>
                <a:lnTo>
                  <a:pt x="1449225" y="1313103"/>
                </a:lnTo>
                <a:lnTo>
                  <a:pt x="1451486" y="1310405"/>
                </a:lnTo>
                <a:lnTo>
                  <a:pt x="1454050" y="1308133"/>
                </a:lnTo>
                <a:lnTo>
                  <a:pt x="1458286" y="1306609"/>
                </a:lnTo>
                <a:lnTo>
                  <a:pt x="1463472" y="1303792"/>
                </a:lnTo>
                <a:lnTo>
                  <a:pt x="1465313" y="1300074"/>
                </a:lnTo>
                <a:lnTo>
                  <a:pt x="1465554" y="1295860"/>
                </a:lnTo>
                <a:lnTo>
                  <a:pt x="1466967" y="1293122"/>
                </a:lnTo>
                <a:lnTo>
                  <a:pt x="1469298" y="1289587"/>
                </a:lnTo>
                <a:lnTo>
                  <a:pt x="1472529" y="1286228"/>
                </a:lnTo>
                <a:lnTo>
                  <a:pt x="1473033" y="1284844"/>
                </a:lnTo>
                <a:lnTo>
                  <a:pt x="1473026" y="1281706"/>
                </a:lnTo>
                <a:lnTo>
                  <a:pt x="1477285" y="1282145"/>
                </a:lnTo>
                <a:lnTo>
                  <a:pt x="1481725" y="1285207"/>
                </a:lnTo>
                <a:lnTo>
                  <a:pt x="1486079" y="1288095"/>
                </a:lnTo>
                <a:lnTo>
                  <a:pt x="1488934" y="1289229"/>
                </a:lnTo>
                <a:lnTo>
                  <a:pt x="1490417" y="1290804"/>
                </a:lnTo>
                <a:lnTo>
                  <a:pt x="1491314" y="1292881"/>
                </a:lnTo>
                <a:lnTo>
                  <a:pt x="1491855" y="1294924"/>
                </a:lnTo>
                <a:lnTo>
                  <a:pt x="1492570" y="1296766"/>
                </a:lnTo>
                <a:lnTo>
                  <a:pt x="1492752" y="1299590"/>
                </a:lnTo>
                <a:lnTo>
                  <a:pt x="1495676" y="1297298"/>
                </a:lnTo>
                <a:lnTo>
                  <a:pt x="1497661" y="1294517"/>
                </a:lnTo>
                <a:lnTo>
                  <a:pt x="1499522" y="1291752"/>
                </a:lnTo>
                <a:lnTo>
                  <a:pt x="1500031" y="1290408"/>
                </a:lnTo>
                <a:lnTo>
                  <a:pt x="1502456" y="1289343"/>
                </a:lnTo>
                <a:lnTo>
                  <a:pt x="1505171" y="1288611"/>
                </a:lnTo>
                <a:lnTo>
                  <a:pt x="1508748" y="1287753"/>
                </a:lnTo>
                <a:lnTo>
                  <a:pt x="1509971" y="1287002"/>
                </a:lnTo>
                <a:lnTo>
                  <a:pt x="1511597" y="1283748"/>
                </a:lnTo>
                <a:lnTo>
                  <a:pt x="1512587" y="1282336"/>
                </a:lnTo>
                <a:lnTo>
                  <a:pt x="1513217" y="1279501"/>
                </a:lnTo>
                <a:lnTo>
                  <a:pt x="1512566" y="1276081"/>
                </a:lnTo>
                <a:lnTo>
                  <a:pt x="1513239" y="1273553"/>
                </a:lnTo>
                <a:lnTo>
                  <a:pt x="1513091" y="1270469"/>
                </a:lnTo>
                <a:lnTo>
                  <a:pt x="1512558" y="1266900"/>
                </a:lnTo>
                <a:lnTo>
                  <a:pt x="1511846" y="1265184"/>
                </a:lnTo>
                <a:lnTo>
                  <a:pt x="1513038" y="1263407"/>
                </a:lnTo>
                <a:lnTo>
                  <a:pt x="1514855" y="1261481"/>
                </a:lnTo>
                <a:lnTo>
                  <a:pt x="1518313" y="1258412"/>
                </a:lnTo>
                <a:lnTo>
                  <a:pt x="1521573" y="1255197"/>
                </a:lnTo>
                <a:lnTo>
                  <a:pt x="1524756" y="1252452"/>
                </a:lnTo>
                <a:lnTo>
                  <a:pt x="1527690" y="1250387"/>
                </a:lnTo>
                <a:lnTo>
                  <a:pt x="1530673" y="1248024"/>
                </a:lnTo>
                <a:lnTo>
                  <a:pt x="1532840" y="1244886"/>
                </a:lnTo>
                <a:lnTo>
                  <a:pt x="1533660" y="1238510"/>
                </a:lnTo>
                <a:lnTo>
                  <a:pt x="1535375" y="1235334"/>
                </a:lnTo>
                <a:lnTo>
                  <a:pt x="1538974" y="1236047"/>
                </a:lnTo>
                <a:lnTo>
                  <a:pt x="1544136" y="1228190"/>
                </a:lnTo>
                <a:lnTo>
                  <a:pt x="1546246" y="1224215"/>
                </a:lnTo>
                <a:lnTo>
                  <a:pt x="1550446" y="1220099"/>
                </a:lnTo>
                <a:lnTo>
                  <a:pt x="1553371" y="1217580"/>
                </a:lnTo>
                <a:lnTo>
                  <a:pt x="1555299" y="1215396"/>
                </a:lnTo>
                <a:lnTo>
                  <a:pt x="1556958" y="1213991"/>
                </a:lnTo>
                <a:lnTo>
                  <a:pt x="1559233" y="1214329"/>
                </a:lnTo>
                <a:lnTo>
                  <a:pt x="1561211" y="1213567"/>
                </a:lnTo>
                <a:lnTo>
                  <a:pt x="1563289" y="1212105"/>
                </a:lnTo>
                <a:lnTo>
                  <a:pt x="1566350" y="1209314"/>
                </a:lnTo>
                <a:lnTo>
                  <a:pt x="1568351" y="1206925"/>
                </a:lnTo>
                <a:lnTo>
                  <a:pt x="1571336" y="1204275"/>
                </a:lnTo>
                <a:lnTo>
                  <a:pt x="1573978" y="1202661"/>
                </a:lnTo>
                <a:lnTo>
                  <a:pt x="1574905" y="1201839"/>
                </a:lnTo>
                <a:lnTo>
                  <a:pt x="1576416" y="1198897"/>
                </a:lnTo>
                <a:lnTo>
                  <a:pt x="1578137" y="1196314"/>
                </a:lnTo>
                <a:lnTo>
                  <a:pt x="1579425" y="1195082"/>
                </a:lnTo>
                <a:lnTo>
                  <a:pt x="1582172" y="1192788"/>
                </a:lnTo>
                <a:lnTo>
                  <a:pt x="1584798" y="1190436"/>
                </a:lnTo>
                <a:lnTo>
                  <a:pt x="1587844" y="1189215"/>
                </a:lnTo>
                <a:lnTo>
                  <a:pt x="1591165" y="1188205"/>
                </a:lnTo>
                <a:lnTo>
                  <a:pt x="1594708" y="1186227"/>
                </a:lnTo>
                <a:lnTo>
                  <a:pt x="1597099" y="1184478"/>
                </a:lnTo>
                <a:lnTo>
                  <a:pt x="1599332" y="1183113"/>
                </a:lnTo>
                <a:lnTo>
                  <a:pt x="1600566" y="1182165"/>
                </a:lnTo>
                <a:lnTo>
                  <a:pt x="1606256" y="1180366"/>
                </a:lnTo>
                <a:lnTo>
                  <a:pt x="1612026" y="1179575"/>
                </a:lnTo>
                <a:lnTo>
                  <a:pt x="1615407" y="1179560"/>
                </a:lnTo>
                <a:lnTo>
                  <a:pt x="1618373" y="1179563"/>
                </a:lnTo>
                <a:lnTo>
                  <a:pt x="1622938" y="1179626"/>
                </a:lnTo>
                <a:lnTo>
                  <a:pt x="1627460" y="1180105"/>
                </a:lnTo>
                <a:lnTo>
                  <a:pt x="1632017" y="1180877"/>
                </a:lnTo>
                <a:lnTo>
                  <a:pt x="1636223" y="1182151"/>
                </a:lnTo>
                <a:lnTo>
                  <a:pt x="1639181" y="1184151"/>
                </a:lnTo>
                <a:lnTo>
                  <a:pt x="1643223" y="1185688"/>
                </a:lnTo>
                <a:lnTo>
                  <a:pt x="1649684" y="1187806"/>
                </a:lnTo>
                <a:lnTo>
                  <a:pt x="1650201" y="1189115"/>
                </a:lnTo>
                <a:lnTo>
                  <a:pt x="1652075" y="1191805"/>
                </a:lnTo>
                <a:lnTo>
                  <a:pt x="1654053" y="1195549"/>
                </a:lnTo>
                <a:lnTo>
                  <a:pt x="1656162" y="1197332"/>
                </a:lnTo>
                <a:lnTo>
                  <a:pt x="1661434" y="1199374"/>
                </a:lnTo>
                <a:lnTo>
                  <a:pt x="1667465" y="1201965"/>
                </a:lnTo>
                <a:lnTo>
                  <a:pt x="1672025" y="1202546"/>
                </a:lnTo>
                <a:lnTo>
                  <a:pt x="1677740" y="1203569"/>
                </a:lnTo>
                <a:lnTo>
                  <a:pt x="1681373" y="1207425"/>
                </a:lnTo>
                <a:lnTo>
                  <a:pt x="1686095" y="1209372"/>
                </a:lnTo>
                <a:lnTo>
                  <a:pt x="1690127" y="1210688"/>
                </a:lnTo>
                <a:lnTo>
                  <a:pt x="1696162" y="1212486"/>
                </a:lnTo>
                <a:lnTo>
                  <a:pt x="1698098" y="1213914"/>
                </a:lnTo>
                <a:lnTo>
                  <a:pt x="1702390" y="1216822"/>
                </a:lnTo>
                <a:lnTo>
                  <a:pt x="1705956" y="1219339"/>
                </a:lnTo>
                <a:lnTo>
                  <a:pt x="1708000" y="1221217"/>
                </a:lnTo>
                <a:lnTo>
                  <a:pt x="1710692" y="1223628"/>
                </a:lnTo>
                <a:lnTo>
                  <a:pt x="1716982" y="1226401"/>
                </a:lnTo>
                <a:lnTo>
                  <a:pt x="1721122" y="1228094"/>
                </a:lnTo>
                <a:lnTo>
                  <a:pt x="1724764" y="1230032"/>
                </a:lnTo>
                <a:lnTo>
                  <a:pt x="1729264" y="1230861"/>
                </a:lnTo>
                <a:lnTo>
                  <a:pt x="1732966" y="1231630"/>
                </a:lnTo>
                <a:lnTo>
                  <a:pt x="1733198" y="1228662"/>
                </a:lnTo>
                <a:lnTo>
                  <a:pt x="1732022" y="1226341"/>
                </a:lnTo>
                <a:lnTo>
                  <a:pt x="1730991" y="1224483"/>
                </a:lnTo>
                <a:lnTo>
                  <a:pt x="1730837" y="1224413"/>
                </a:lnTo>
                <a:lnTo>
                  <a:pt x="1726759" y="1222544"/>
                </a:lnTo>
                <a:lnTo>
                  <a:pt x="1723337" y="1221649"/>
                </a:lnTo>
                <a:lnTo>
                  <a:pt x="1722264" y="1220571"/>
                </a:lnTo>
                <a:lnTo>
                  <a:pt x="1719516" y="1218405"/>
                </a:lnTo>
                <a:lnTo>
                  <a:pt x="1717233" y="1216085"/>
                </a:lnTo>
                <a:lnTo>
                  <a:pt x="1717903" y="1215301"/>
                </a:lnTo>
                <a:lnTo>
                  <a:pt x="1719694" y="1214077"/>
                </a:lnTo>
                <a:lnTo>
                  <a:pt x="1722384" y="1214380"/>
                </a:lnTo>
                <a:lnTo>
                  <a:pt x="1725346" y="1215904"/>
                </a:lnTo>
                <a:lnTo>
                  <a:pt x="1728056" y="1216957"/>
                </a:lnTo>
                <a:lnTo>
                  <a:pt x="1730086" y="1217559"/>
                </a:lnTo>
                <a:lnTo>
                  <a:pt x="1731718" y="1217981"/>
                </a:lnTo>
                <a:lnTo>
                  <a:pt x="1739299" y="1223974"/>
                </a:lnTo>
                <a:lnTo>
                  <a:pt x="1743359" y="1228656"/>
                </a:lnTo>
                <a:lnTo>
                  <a:pt x="1747838" y="1231985"/>
                </a:lnTo>
                <a:lnTo>
                  <a:pt x="1752645" y="1232006"/>
                </a:lnTo>
                <a:lnTo>
                  <a:pt x="1757292" y="1231620"/>
                </a:lnTo>
                <a:lnTo>
                  <a:pt x="1764804" y="1230548"/>
                </a:lnTo>
                <a:lnTo>
                  <a:pt x="1769343" y="1230105"/>
                </a:lnTo>
                <a:lnTo>
                  <a:pt x="1775646" y="1231406"/>
                </a:lnTo>
                <a:lnTo>
                  <a:pt x="1784622" y="1234113"/>
                </a:lnTo>
                <a:lnTo>
                  <a:pt x="1792512" y="1234934"/>
                </a:lnTo>
                <a:lnTo>
                  <a:pt x="1795857" y="1234095"/>
                </a:lnTo>
                <a:lnTo>
                  <a:pt x="1800996" y="1228392"/>
                </a:lnTo>
                <a:lnTo>
                  <a:pt x="1802850" y="1223957"/>
                </a:lnTo>
                <a:lnTo>
                  <a:pt x="1803876" y="1218564"/>
                </a:lnTo>
                <a:lnTo>
                  <a:pt x="1805536" y="1214370"/>
                </a:lnTo>
                <a:lnTo>
                  <a:pt x="1806584" y="1212481"/>
                </a:lnTo>
                <a:lnTo>
                  <a:pt x="1809227" y="1210653"/>
                </a:lnTo>
                <a:lnTo>
                  <a:pt x="1811116" y="1209131"/>
                </a:lnTo>
                <a:lnTo>
                  <a:pt x="1814896" y="1206851"/>
                </a:lnTo>
                <a:lnTo>
                  <a:pt x="1818614" y="1203181"/>
                </a:lnTo>
                <a:lnTo>
                  <a:pt x="1815369" y="1203491"/>
                </a:lnTo>
                <a:lnTo>
                  <a:pt x="1811374" y="1203601"/>
                </a:lnTo>
                <a:lnTo>
                  <a:pt x="1808430" y="1203394"/>
                </a:lnTo>
                <a:lnTo>
                  <a:pt x="1805143" y="1203407"/>
                </a:lnTo>
                <a:lnTo>
                  <a:pt x="1803311" y="1203047"/>
                </a:lnTo>
                <a:lnTo>
                  <a:pt x="1800292" y="1202961"/>
                </a:lnTo>
                <a:lnTo>
                  <a:pt x="1793896" y="1203054"/>
                </a:lnTo>
                <a:lnTo>
                  <a:pt x="1793548" y="1200768"/>
                </a:lnTo>
                <a:lnTo>
                  <a:pt x="1795287" y="1198447"/>
                </a:lnTo>
                <a:lnTo>
                  <a:pt x="1799896" y="1197173"/>
                </a:lnTo>
                <a:lnTo>
                  <a:pt x="1803625" y="1195969"/>
                </a:lnTo>
                <a:lnTo>
                  <a:pt x="1810736" y="1193891"/>
                </a:lnTo>
                <a:lnTo>
                  <a:pt x="1817910" y="1192996"/>
                </a:lnTo>
                <a:lnTo>
                  <a:pt x="1823151" y="1191820"/>
                </a:lnTo>
                <a:lnTo>
                  <a:pt x="1827826" y="1189332"/>
                </a:lnTo>
                <a:lnTo>
                  <a:pt x="1831274" y="1186878"/>
                </a:lnTo>
                <a:lnTo>
                  <a:pt x="1834332" y="1183966"/>
                </a:lnTo>
                <a:lnTo>
                  <a:pt x="1836848" y="1180728"/>
                </a:lnTo>
                <a:lnTo>
                  <a:pt x="1839575" y="1177462"/>
                </a:lnTo>
                <a:lnTo>
                  <a:pt x="1841515" y="1174647"/>
                </a:lnTo>
                <a:lnTo>
                  <a:pt x="1842575" y="1172570"/>
                </a:lnTo>
                <a:lnTo>
                  <a:pt x="1847902" y="1168875"/>
                </a:lnTo>
                <a:lnTo>
                  <a:pt x="1848519" y="1166819"/>
                </a:lnTo>
                <a:lnTo>
                  <a:pt x="1848537" y="1164233"/>
                </a:lnTo>
                <a:lnTo>
                  <a:pt x="1851646" y="1162878"/>
                </a:lnTo>
                <a:lnTo>
                  <a:pt x="1857539" y="1160223"/>
                </a:lnTo>
                <a:lnTo>
                  <a:pt x="1863776" y="1158616"/>
                </a:lnTo>
                <a:lnTo>
                  <a:pt x="1869330" y="1162550"/>
                </a:lnTo>
                <a:lnTo>
                  <a:pt x="1875793" y="1166950"/>
                </a:lnTo>
                <a:lnTo>
                  <a:pt x="1882970" y="1170178"/>
                </a:lnTo>
                <a:lnTo>
                  <a:pt x="1889933" y="1174654"/>
                </a:lnTo>
                <a:lnTo>
                  <a:pt x="1896995" y="1182955"/>
                </a:lnTo>
                <a:lnTo>
                  <a:pt x="1899008" y="1188498"/>
                </a:lnTo>
                <a:lnTo>
                  <a:pt x="1900838" y="1205251"/>
                </a:lnTo>
                <a:lnTo>
                  <a:pt x="1903338" y="1218227"/>
                </a:lnTo>
                <a:lnTo>
                  <a:pt x="1901702" y="1228591"/>
                </a:lnTo>
                <a:lnTo>
                  <a:pt x="1895249" y="1230412"/>
                </a:lnTo>
                <a:lnTo>
                  <a:pt x="1890795" y="1231412"/>
                </a:lnTo>
                <a:lnTo>
                  <a:pt x="1889215" y="1231958"/>
                </a:lnTo>
                <a:lnTo>
                  <a:pt x="1885880" y="1236955"/>
                </a:lnTo>
                <a:lnTo>
                  <a:pt x="1882836" y="1241399"/>
                </a:lnTo>
                <a:lnTo>
                  <a:pt x="1878756" y="1245741"/>
                </a:lnTo>
                <a:lnTo>
                  <a:pt x="1874086" y="1247523"/>
                </a:lnTo>
                <a:lnTo>
                  <a:pt x="1870948" y="1252425"/>
                </a:lnTo>
                <a:lnTo>
                  <a:pt x="1868691" y="1255176"/>
                </a:lnTo>
                <a:lnTo>
                  <a:pt x="1863028" y="1257281"/>
                </a:lnTo>
                <a:lnTo>
                  <a:pt x="1860287" y="1259215"/>
                </a:lnTo>
                <a:lnTo>
                  <a:pt x="1858953" y="1262423"/>
                </a:lnTo>
                <a:lnTo>
                  <a:pt x="1857598" y="1265739"/>
                </a:lnTo>
                <a:lnTo>
                  <a:pt x="1854564" y="1269587"/>
                </a:lnTo>
                <a:lnTo>
                  <a:pt x="1849031" y="1272961"/>
                </a:lnTo>
                <a:lnTo>
                  <a:pt x="1844532" y="1278016"/>
                </a:lnTo>
                <a:lnTo>
                  <a:pt x="1841608" y="1281031"/>
                </a:lnTo>
                <a:lnTo>
                  <a:pt x="1840568" y="1282697"/>
                </a:lnTo>
                <a:lnTo>
                  <a:pt x="1840183" y="1288093"/>
                </a:lnTo>
                <a:lnTo>
                  <a:pt x="1840448" y="1292750"/>
                </a:lnTo>
                <a:lnTo>
                  <a:pt x="1841502" y="1298766"/>
                </a:lnTo>
                <a:lnTo>
                  <a:pt x="1843012" y="1303630"/>
                </a:lnTo>
                <a:lnTo>
                  <a:pt x="1845023" y="1306122"/>
                </a:lnTo>
                <a:lnTo>
                  <a:pt x="1847953" y="1309349"/>
                </a:lnTo>
                <a:lnTo>
                  <a:pt x="1852447" y="1314168"/>
                </a:lnTo>
                <a:lnTo>
                  <a:pt x="1856523" y="1318951"/>
                </a:lnTo>
                <a:lnTo>
                  <a:pt x="1860615" y="1323908"/>
                </a:lnTo>
                <a:lnTo>
                  <a:pt x="1864972" y="1328497"/>
                </a:lnTo>
                <a:lnTo>
                  <a:pt x="1868202" y="1333081"/>
                </a:lnTo>
                <a:lnTo>
                  <a:pt x="1872408" y="1339959"/>
                </a:lnTo>
                <a:lnTo>
                  <a:pt x="1875398" y="1345094"/>
                </a:lnTo>
                <a:lnTo>
                  <a:pt x="1877819" y="1349438"/>
                </a:lnTo>
                <a:lnTo>
                  <a:pt x="1880333" y="1354796"/>
                </a:lnTo>
                <a:lnTo>
                  <a:pt x="1880862" y="1358616"/>
                </a:lnTo>
                <a:lnTo>
                  <a:pt x="1880278" y="1360936"/>
                </a:lnTo>
                <a:lnTo>
                  <a:pt x="1879106" y="1363413"/>
                </a:lnTo>
                <a:lnTo>
                  <a:pt x="1876889" y="1366118"/>
                </a:lnTo>
                <a:lnTo>
                  <a:pt x="1875053" y="1368440"/>
                </a:lnTo>
                <a:lnTo>
                  <a:pt x="1873423" y="1371466"/>
                </a:lnTo>
                <a:lnTo>
                  <a:pt x="1873216" y="1373018"/>
                </a:lnTo>
                <a:lnTo>
                  <a:pt x="1875657" y="1377668"/>
                </a:lnTo>
                <a:lnTo>
                  <a:pt x="1879322" y="1378254"/>
                </a:lnTo>
                <a:lnTo>
                  <a:pt x="1890987" y="1380143"/>
                </a:lnTo>
                <a:lnTo>
                  <a:pt x="1893862" y="1382074"/>
                </a:lnTo>
                <a:lnTo>
                  <a:pt x="1903352" y="1390621"/>
                </a:lnTo>
                <a:lnTo>
                  <a:pt x="1915165" y="1395007"/>
                </a:lnTo>
                <a:lnTo>
                  <a:pt x="1926723" y="1403566"/>
                </a:lnTo>
                <a:lnTo>
                  <a:pt x="1932179" y="1390040"/>
                </a:lnTo>
                <a:lnTo>
                  <a:pt x="1938361" y="1378879"/>
                </a:lnTo>
                <a:lnTo>
                  <a:pt x="1947974" y="1372919"/>
                </a:lnTo>
                <a:lnTo>
                  <a:pt x="1949528" y="1364879"/>
                </a:lnTo>
                <a:lnTo>
                  <a:pt x="1959282" y="1365826"/>
                </a:lnTo>
                <a:lnTo>
                  <a:pt x="1960483" y="1356603"/>
                </a:lnTo>
                <a:lnTo>
                  <a:pt x="1955768" y="1319686"/>
                </a:lnTo>
                <a:lnTo>
                  <a:pt x="1971795" y="1318740"/>
                </a:lnTo>
                <a:lnTo>
                  <a:pt x="1982741" y="1313195"/>
                </a:lnTo>
                <a:lnTo>
                  <a:pt x="1994434" y="1314450"/>
                </a:lnTo>
                <a:lnTo>
                  <a:pt x="2003194" y="1314514"/>
                </a:lnTo>
                <a:lnTo>
                  <a:pt x="2009705" y="1312759"/>
                </a:lnTo>
                <a:lnTo>
                  <a:pt x="2010143" y="1304595"/>
                </a:lnTo>
                <a:lnTo>
                  <a:pt x="1991612" y="1279145"/>
                </a:lnTo>
                <a:lnTo>
                  <a:pt x="1981628" y="1262573"/>
                </a:lnTo>
                <a:lnTo>
                  <a:pt x="1979102" y="1246476"/>
                </a:lnTo>
                <a:lnTo>
                  <a:pt x="1983325" y="1243177"/>
                </a:lnTo>
                <a:lnTo>
                  <a:pt x="1983000" y="1237171"/>
                </a:lnTo>
                <a:lnTo>
                  <a:pt x="1975378" y="1216016"/>
                </a:lnTo>
                <a:lnTo>
                  <a:pt x="1981665" y="1191384"/>
                </a:lnTo>
                <a:lnTo>
                  <a:pt x="1993343" y="1179084"/>
                </a:lnTo>
                <a:lnTo>
                  <a:pt x="2004967" y="1184001"/>
                </a:lnTo>
                <a:lnTo>
                  <a:pt x="2012903" y="1187062"/>
                </a:lnTo>
                <a:lnTo>
                  <a:pt x="2027073" y="1191960"/>
                </a:lnTo>
                <a:lnTo>
                  <a:pt x="2046808" y="1195118"/>
                </a:lnTo>
                <a:lnTo>
                  <a:pt x="2055542" y="1198219"/>
                </a:lnTo>
                <a:lnTo>
                  <a:pt x="2059046" y="1203077"/>
                </a:lnTo>
                <a:lnTo>
                  <a:pt x="2061860" y="1212097"/>
                </a:lnTo>
                <a:lnTo>
                  <a:pt x="2065933" y="1217399"/>
                </a:lnTo>
                <a:lnTo>
                  <a:pt x="2076598" y="1221574"/>
                </a:lnTo>
                <a:lnTo>
                  <a:pt x="2087632" y="1217279"/>
                </a:lnTo>
                <a:lnTo>
                  <a:pt x="2096059" y="1214945"/>
                </a:lnTo>
                <a:lnTo>
                  <a:pt x="2110499" y="1215720"/>
                </a:lnTo>
                <a:lnTo>
                  <a:pt x="2133099" y="1216041"/>
                </a:lnTo>
                <a:lnTo>
                  <a:pt x="2155607" y="1208691"/>
                </a:lnTo>
                <a:lnTo>
                  <a:pt x="2165958" y="1202378"/>
                </a:lnTo>
                <a:lnTo>
                  <a:pt x="2173299" y="1199716"/>
                </a:lnTo>
                <a:lnTo>
                  <a:pt x="2179119" y="1197957"/>
                </a:lnTo>
                <a:lnTo>
                  <a:pt x="2205273" y="1193118"/>
                </a:lnTo>
                <a:lnTo>
                  <a:pt x="2223088" y="1185590"/>
                </a:lnTo>
                <a:lnTo>
                  <a:pt x="2233916" y="1179121"/>
                </a:lnTo>
                <a:lnTo>
                  <a:pt x="2245988" y="1172323"/>
                </a:lnTo>
                <a:lnTo>
                  <a:pt x="2259143" y="1165311"/>
                </a:lnTo>
                <a:lnTo>
                  <a:pt x="2268108" y="1161100"/>
                </a:lnTo>
                <a:lnTo>
                  <a:pt x="2290292" y="1162344"/>
                </a:lnTo>
                <a:lnTo>
                  <a:pt x="2323902" y="1171362"/>
                </a:lnTo>
                <a:lnTo>
                  <a:pt x="2354853" y="1190833"/>
                </a:lnTo>
                <a:lnTo>
                  <a:pt x="2381727" y="1205204"/>
                </a:lnTo>
                <a:lnTo>
                  <a:pt x="2404826" y="1204273"/>
                </a:lnTo>
                <a:lnTo>
                  <a:pt x="2426076" y="1203981"/>
                </a:lnTo>
                <a:lnTo>
                  <a:pt x="2458123" y="1209924"/>
                </a:lnTo>
                <a:lnTo>
                  <a:pt x="2476681" y="1207627"/>
                </a:lnTo>
                <a:lnTo>
                  <a:pt x="2494782" y="1203596"/>
                </a:lnTo>
                <a:lnTo>
                  <a:pt x="2522011" y="1197327"/>
                </a:lnTo>
                <a:lnTo>
                  <a:pt x="2540736" y="1192520"/>
                </a:lnTo>
                <a:lnTo>
                  <a:pt x="2557102" y="1187363"/>
                </a:lnTo>
                <a:lnTo>
                  <a:pt x="2578812" y="1181929"/>
                </a:lnTo>
                <a:lnTo>
                  <a:pt x="2595337" y="1172877"/>
                </a:lnTo>
                <a:lnTo>
                  <a:pt x="2611801" y="1162031"/>
                </a:lnTo>
                <a:lnTo>
                  <a:pt x="2628192" y="1152088"/>
                </a:lnTo>
                <a:lnTo>
                  <a:pt x="2631020" y="1150928"/>
                </a:lnTo>
                <a:lnTo>
                  <a:pt x="2634400" y="1149374"/>
                </a:lnTo>
                <a:lnTo>
                  <a:pt x="2646166" y="1143496"/>
                </a:lnTo>
                <a:lnTo>
                  <a:pt x="2651066" y="1140967"/>
                </a:lnTo>
                <a:lnTo>
                  <a:pt x="2653735" y="1139279"/>
                </a:lnTo>
                <a:lnTo>
                  <a:pt x="2661265" y="1127704"/>
                </a:lnTo>
                <a:lnTo>
                  <a:pt x="2673182" y="1123162"/>
                </a:lnTo>
                <a:lnTo>
                  <a:pt x="2687815" y="1120276"/>
                </a:lnTo>
                <a:lnTo>
                  <a:pt x="2720682" y="1101596"/>
                </a:lnTo>
                <a:lnTo>
                  <a:pt x="2728203" y="1098336"/>
                </a:lnTo>
                <a:lnTo>
                  <a:pt x="2737721" y="1096836"/>
                </a:lnTo>
                <a:lnTo>
                  <a:pt x="2793194" y="1099537"/>
                </a:lnTo>
                <a:lnTo>
                  <a:pt x="2810129" y="1102554"/>
                </a:lnTo>
                <a:lnTo>
                  <a:pt x="2822769" y="1104439"/>
                </a:lnTo>
                <a:lnTo>
                  <a:pt x="2834522" y="1099756"/>
                </a:lnTo>
                <a:lnTo>
                  <a:pt x="2853460" y="1098987"/>
                </a:lnTo>
                <a:lnTo>
                  <a:pt x="2869671" y="1099112"/>
                </a:lnTo>
                <a:lnTo>
                  <a:pt x="2888216" y="1095216"/>
                </a:lnTo>
                <a:lnTo>
                  <a:pt x="2892169" y="1094076"/>
                </a:lnTo>
                <a:lnTo>
                  <a:pt x="2898178" y="1092083"/>
                </a:lnTo>
                <a:lnTo>
                  <a:pt x="2905913" y="1089624"/>
                </a:lnTo>
                <a:lnTo>
                  <a:pt x="2924161" y="1086931"/>
                </a:lnTo>
                <a:lnTo>
                  <a:pt x="2951940" y="1076493"/>
                </a:lnTo>
                <a:lnTo>
                  <a:pt x="2966875" y="1066231"/>
                </a:lnTo>
                <a:lnTo>
                  <a:pt x="2977282" y="1051926"/>
                </a:lnTo>
                <a:lnTo>
                  <a:pt x="2984562" y="1048151"/>
                </a:lnTo>
                <a:lnTo>
                  <a:pt x="2999630" y="1051631"/>
                </a:lnTo>
                <a:lnTo>
                  <a:pt x="3004020" y="1062340"/>
                </a:lnTo>
                <a:lnTo>
                  <a:pt x="3014121" y="1072464"/>
                </a:lnTo>
                <a:lnTo>
                  <a:pt x="3017697" y="1074399"/>
                </a:lnTo>
                <a:lnTo>
                  <a:pt x="3021109" y="1074205"/>
                </a:lnTo>
                <a:lnTo>
                  <a:pt x="3026257" y="1073244"/>
                </a:lnTo>
                <a:lnTo>
                  <a:pt x="3030371" y="1072271"/>
                </a:lnTo>
                <a:lnTo>
                  <a:pt x="3036802" y="1070588"/>
                </a:lnTo>
                <a:lnTo>
                  <a:pt x="3043010" y="1067365"/>
                </a:lnTo>
                <a:lnTo>
                  <a:pt x="3045415" y="1063880"/>
                </a:lnTo>
                <a:lnTo>
                  <a:pt x="3049364" y="1060369"/>
                </a:lnTo>
                <a:lnTo>
                  <a:pt x="3051473" y="1057918"/>
                </a:lnTo>
                <a:lnTo>
                  <a:pt x="3053009" y="1055382"/>
                </a:lnTo>
                <a:lnTo>
                  <a:pt x="3054990" y="1052019"/>
                </a:lnTo>
                <a:lnTo>
                  <a:pt x="3056656" y="1049001"/>
                </a:lnTo>
                <a:lnTo>
                  <a:pt x="3057933" y="1046212"/>
                </a:lnTo>
                <a:lnTo>
                  <a:pt x="3058825" y="1043395"/>
                </a:lnTo>
                <a:lnTo>
                  <a:pt x="3061037" y="1039519"/>
                </a:lnTo>
                <a:lnTo>
                  <a:pt x="3063513" y="1036116"/>
                </a:lnTo>
                <a:lnTo>
                  <a:pt x="3069093" y="1030902"/>
                </a:lnTo>
                <a:lnTo>
                  <a:pt x="3074825" y="1026057"/>
                </a:lnTo>
                <a:lnTo>
                  <a:pt x="3079295" y="1024662"/>
                </a:lnTo>
                <a:lnTo>
                  <a:pt x="3083056" y="1024307"/>
                </a:lnTo>
                <a:lnTo>
                  <a:pt x="3087070" y="1025030"/>
                </a:lnTo>
                <a:lnTo>
                  <a:pt x="3095625" y="1028902"/>
                </a:lnTo>
                <a:lnTo>
                  <a:pt x="3101431" y="1030829"/>
                </a:lnTo>
                <a:lnTo>
                  <a:pt x="3104153" y="1031898"/>
                </a:lnTo>
                <a:lnTo>
                  <a:pt x="3112712" y="1032442"/>
                </a:lnTo>
                <a:lnTo>
                  <a:pt x="3113818" y="1031872"/>
                </a:lnTo>
                <a:lnTo>
                  <a:pt x="3116317" y="1030153"/>
                </a:lnTo>
                <a:lnTo>
                  <a:pt x="3120359" y="1027529"/>
                </a:lnTo>
                <a:lnTo>
                  <a:pt x="3122513" y="1026607"/>
                </a:lnTo>
                <a:lnTo>
                  <a:pt x="3125205" y="1025227"/>
                </a:lnTo>
                <a:lnTo>
                  <a:pt x="3127589" y="1023864"/>
                </a:lnTo>
                <a:lnTo>
                  <a:pt x="3130288" y="1022789"/>
                </a:lnTo>
                <a:lnTo>
                  <a:pt x="3134535" y="1020813"/>
                </a:lnTo>
                <a:lnTo>
                  <a:pt x="3138659" y="1018615"/>
                </a:lnTo>
                <a:lnTo>
                  <a:pt x="3141776" y="1018638"/>
                </a:lnTo>
                <a:lnTo>
                  <a:pt x="3145114" y="1018487"/>
                </a:lnTo>
                <a:lnTo>
                  <a:pt x="3148476" y="1018654"/>
                </a:lnTo>
                <a:lnTo>
                  <a:pt x="3152356" y="1019460"/>
                </a:lnTo>
                <a:lnTo>
                  <a:pt x="3155726" y="1020060"/>
                </a:lnTo>
                <a:lnTo>
                  <a:pt x="3159705" y="1020683"/>
                </a:lnTo>
                <a:lnTo>
                  <a:pt x="3163277" y="1023013"/>
                </a:lnTo>
                <a:lnTo>
                  <a:pt x="3168005" y="1024499"/>
                </a:lnTo>
                <a:lnTo>
                  <a:pt x="3172444" y="1025516"/>
                </a:lnTo>
                <a:lnTo>
                  <a:pt x="3176897" y="1026396"/>
                </a:lnTo>
                <a:lnTo>
                  <a:pt x="3181809" y="1026724"/>
                </a:lnTo>
                <a:lnTo>
                  <a:pt x="3186042" y="1026775"/>
                </a:lnTo>
                <a:lnTo>
                  <a:pt x="3191992" y="1027662"/>
                </a:lnTo>
                <a:lnTo>
                  <a:pt x="3196101" y="1029248"/>
                </a:lnTo>
                <a:lnTo>
                  <a:pt x="3200096" y="1030770"/>
                </a:lnTo>
                <a:lnTo>
                  <a:pt x="3202912" y="1032529"/>
                </a:lnTo>
                <a:lnTo>
                  <a:pt x="3208377" y="1035030"/>
                </a:lnTo>
                <a:lnTo>
                  <a:pt x="3214491" y="1036986"/>
                </a:lnTo>
                <a:lnTo>
                  <a:pt x="3217966" y="1038526"/>
                </a:lnTo>
                <a:lnTo>
                  <a:pt x="3223686" y="1040220"/>
                </a:lnTo>
                <a:lnTo>
                  <a:pt x="3231713" y="1041356"/>
                </a:lnTo>
                <a:lnTo>
                  <a:pt x="3237498" y="1041594"/>
                </a:lnTo>
                <a:lnTo>
                  <a:pt x="3240767" y="1041468"/>
                </a:lnTo>
                <a:lnTo>
                  <a:pt x="3248153" y="1041088"/>
                </a:lnTo>
                <a:lnTo>
                  <a:pt x="3255028" y="1040815"/>
                </a:lnTo>
                <a:lnTo>
                  <a:pt x="3261519" y="1040718"/>
                </a:lnTo>
                <a:lnTo>
                  <a:pt x="3265658" y="1040664"/>
                </a:lnTo>
                <a:lnTo>
                  <a:pt x="3269161" y="1040168"/>
                </a:lnTo>
                <a:lnTo>
                  <a:pt x="3274030" y="1039741"/>
                </a:lnTo>
                <a:lnTo>
                  <a:pt x="3279047" y="1041091"/>
                </a:lnTo>
                <a:lnTo>
                  <a:pt x="3284038" y="1041375"/>
                </a:lnTo>
                <a:lnTo>
                  <a:pt x="3288822" y="1040818"/>
                </a:lnTo>
                <a:lnTo>
                  <a:pt x="3294940" y="1037675"/>
                </a:lnTo>
                <a:lnTo>
                  <a:pt x="3298852" y="1033325"/>
                </a:lnTo>
                <a:lnTo>
                  <a:pt x="3301459" y="1030443"/>
                </a:lnTo>
                <a:lnTo>
                  <a:pt x="3303150" y="1028145"/>
                </a:lnTo>
                <a:lnTo>
                  <a:pt x="3307695" y="1024254"/>
                </a:lnTo>
                <a:lnTo>
                  <a:pt x="3312390" y="1021504"/>
                </a:lnTo>
                <a:lnTo>
                  <a:pt x="3317776" y="1018282"/>
                </a:lnTo>
                <a:lnTo>
                  <a:pt x="3320929" y="1017405"/>
                </a:lnTo>
                <a:lnTo>
                  <a:pt x="3324449" y="1016941"/>
                </a:lnTo>
                <a:lnTo>
                  <a:pt x="3329047" y="1016640"/>
                </a:lnTo>
                <a:lnTo>
                  <a:pt x="3332895" y="1018685"/>
                </a:lnTo>
                <a:lnTo>
                  <a:pt x="3335819" y="1020066"/>
                </a:lnTo>
                <a:lnTo>
                  <a:pt x="3338397" y="1021124"/>
                </a:lnTo>
                <a:lnTo>
                  <a:pt x="3341866" y="1022412"/>
                </a:lnTo>
                <a:lnTo>
                  <a:pt x="3344677" y="1023372"/>
                </a:lnTo>
                <a:lnTo>
                  <a:pt x="3348804" y="1024809"/>
                </a:lnTo>
                <a:lnTo>
                  <a:pt x="3350510" y="1025486"/>
                </a:lnTo>
                <a:lnTo>
                  <a:pt x="3352513" y="1027093"/>
                </a:lnTo>
                <a:lnTo>
                  <a:pt x="3355834" y="1030669"/>
                </a:lnTo>
                <a:lnTo>
                  <a:pt x="3357711" y="1034307"/>
                </a:lnTo>
                <a:lnTo>
                  <a:pt x="3358859" y="1038403"/>
                </a:lnTo>
                <a:lnTo>
                  <a:pt x="3359206" y="1041976"/>
                </a:lnTo>
                <a:lnTo>
                  <a:pt x="3358596" y="1046327"/>
                </a:lnTo>
                <a:lnTo>
                  <a:pt x="3357597" y="1049262"/>
                </a:lnTo>
                <a:lnTo>
                  <a:pt x="3356491" y="1051602"/>
                </a:lnTo>
                <a:lnTo>
                  <a:pt x="3354558" y="1054095"/>
                </a:lnTo>
                <a:lnTo>
                  <a:pt x="3353705" y="1057916"/>
                </a:lnTo>
                <a:lnTo>
                  <a:pt x="3354068" y="1062748"/>
                </a:lnTo>
                <a:lnTo>
                  <a:pt x="3355496" y="1066775"/>
                </a:lnTo>
                <a:lnTo>
                  <a:pt x="3357290" y="1070754"/>
                </a:lnTo>
                <a:lnTo>
                  <a:pt x="3358948" y="1073215"/>
                </a:lnTo>
                <a:lnTo>
                  <a:pt x="3360327" y="1074215"/>
                </a:lnTo>
                <a:lnTo>
                  <a:pt x="3364237" y="1074682"/>
                </a:lnTo>
                <a:lnTo>
                  <a:pt x="3369462" y="1073720"/>
                </a:lnTo>
                <a:lnTo>
                  <a:pt x="3374625" y="1071259"/>
                </a:lnTo>
                <a:lnTo>
                  <a:pt x="3379439" y="1068767"/>
                </a:lnTo>
                <a:lnTo>
                  <a:pt x="3384370" y="1065585"/>
                </a:lnTo>
                <a:lnTo>
                  <a:pt x="3388747" y="1062291"/>
                </a:lnTo>
                <a:lnTo>
                  <a:pt x="3393990" y="1059076"/>
                </a:lnTo>
                <a:lnTo>
                  <a:pt x="3398976" y="1056301"/>
                </a:lnTo>
                <a:lnTo>
                  <a:pt x="3402579" y="1052780"/>
                </a:lnTo>
                <a:lnTo>
                  <a:pt x="3407259" y="1048828"/>
                </a:lnTo>
                <a:lnTo>
                  <a:pt x="3412883" y="1044426"/>
                </a:lnTo>
                <a:lnTo>
                  <a:pt x="3417109" y="1041770"/>
                </a:lnTo>
                <a:lnTo>
                  <a:pt x="3421829" y="1040414"/>
                </a:lnTo>
                <a:lnTo>
                  <a:pt x="3426922" y="1039962"/>
                </a:lnTo>
                <a:lnTo>
                  <a:pt x="3432744" y="1039908"/>
                </a:lnTo>
                <a:lnTo>
                  <a:pt x="3439022" y="1040216"/>
                </a:lnTo>
                <a:lnTo>
                  <a:pt x="3444894" y="1040664"/>
                </a:lnTo>
                <a:lnTo>
                  <a:pt x="3450955" y="1041694"/>
                </a:lnTo>
                <a:lnTo>
                  <a:pt x="3456522" y="1042188"/>
                </a:lnTo>
                <a:lnTo>
                  <a:pt x="3454383" y="1034333"/>
                </a:lnTo>
                <a:lnTo>
                  <a:pt x="3454404" y="1029073"/>
                </a:lnTo>
                <a:lnTo>
                  <a:pt x="3456415" y="1024342"/>
                </a:lnTo>
                <a:lnTo>
                  <a:pt x="3455509" y="1015497"/>
                </a:lnTo>
                <a:lnTo>
                  <a:pt x="3453626" y="1009155"/>
                </a:lnTo>
                <a:lnTo>
                  <a:pt x="3446720" y="1002418"/>
                </a:lnTo>
                <a:lnTo>
                  <a:pt x="3437579" y="995460"/>
                </a:lnTo>
                <a:lnTo>
                  <a:pt x="3430245" y="990065"/>
                </a:lnTo>
                <a:lnTo>
                  <a:pt x="3420453" y="985064"/>
                </a:lnTo>
                <a:lnTo>
                  <a:pt x="3409946" y="974348"/>
                </a:lnTo>
                <a:lnTo>
                  <a:pt x="3406769" y="960229"/>
                </a:lnTo>
                <a:lnTo>
                  <a:pt x="3400958" y="946856"/>
                </a:lnTo>
                <a:lnTo>
                  <a:pt x="3398570" y="939233"/>
                </a:lnTo>
                <a:lnTo>
                  <a:pt x="3396967" y="931967"/>
                </a:lnTo>
                <a:lnTo>
                  <a:pt x="3398534" y="922035"/>
                </a:lnTo>
                <a:lnTo>
                  <a:pt x="3393985" y="913550"/>
                </a:lnTo>
                <a:lnTo>
                  <a:pt x="3382370" y="907409"/>
                </a:lnTo>
                <a:lnTo>
                  <a:pt x="3354853" y="901062"/>
                </a:lnTo>
                <a:lnTo>
                  <a:pt x="3354787" y="900984"/>
                </a:lnTo>
                <a:lnTo>
                  <a:pt x="3353135" y="897991"/>
                </a:lnTo>
                <a:lnTo>
                  <a:pt x="3346454" y="888947"/>
                </a:lnTo>
                <a:lnTo>
                  <a:pt x="3334290" y="888575"/>
                </a:lnTo>
                <a:lnTo>
                  <a:pt x="3320086" y="884790"/>
                </a:lnTo>
                <a:lnTo>
                  <a:pt x="3319868" y="871668"/>
                </a:lnTo>
                <a:lnTo>
                  <a:pt x="3327866" y="851063"/>
                </a:lnTo>
                <a:lnTo>
                  <a:pt x="3331266" y="836056"/>
                </a:lnTo>
                <a:lnTo>
                  <a:pt x="3332210" y="829134"/>
                </a:lnTo>
                <a:lnTo>
                  <a:pt x="3333850" y="822551"/>
                </a:lnTo>
                <a:lnTo>
                  <a:pt x="3332862" y="806342"/>
                </a:lnTo>
                <a:lnTo>
                  <a:pt x="3339288" y="795101"/>
                </a:lnTo>
                <a:lnTo>
                  <a:pt x="3345510" y="784963"/>
                </a:lnTo>
                <a:lnTo>
                  <a:pt x="3333637" y="776258"/>
                </a:lnTo>
                <a:lnTo>
                  <a:pt x="3323522" y="777083"/>
                </a:lnTo>
                <a:lnTo>
                  <a:pt x="3311944" y="775589"/>
                </a:lnTo>
                <a:lnTo>
                  <a:pt x="3306835" y="763001"/>
                </a:lnTo>
                <a:lnTo>
                  <a:pt x="3301406" y="741611"/>
                </a:lnTo>
                <a:lnTo>
                  <a:pt x="3295574" y="722478"/>
                </a:lnTo>
                <a:lnTo>
                  <a:pt x="3286091" y="704760"/>
                </a:lnTo>
                <a:lnTo>
                  <a:pt x="3283880" y="687288"/>
                </a:lnTo>
                <a:lnTo>
                  <a:pt x="3269664" y="667958"/>
                </a:lnTo>
                <a:lnTo>
                  <a:pt x="3260898" y="656846"/>
                </a:lnTo>
                <a:lnTo>
                  <a:pt x="3258114" y="651711"/>
                </a:lnTo>
                <a:lnTo>
                  <a:pt x="3253576" y="644144"/>
                </a:lnTo>
                <a:lnTo>
                  <a:pt x="3250706" y="623727"/>
                </a:lnTo>
                <a:lnTo>
                  <a:pt x="3248535" y="611465"/>
                </a:lnTo>
                <a:lnTo>
                  <a:pt x="3232665" y="598161"/>
                </a:lnTo>
                <a:lnTo>
                  <a:pt x="3226494" y="585350"/>
                </a:lnTo>
                <a:lnTo>
                  <a:pt x="3217692" y="569106"/>
                </a:lnTo>
                <a:lnTo>
                  <a:pt x="3208831" y="555071"/>
                </a:lnTo>
                <a:lnTo>
                  <a:pt x="3211058" y="552313"/>
                </a:lnTo>
                <a:lnTo>
                  <a:pt x="3212663" y="551154"/>
                </a:lnTo>
                <a:lnTo>
                  <a:pt x="3219553" y="547284"/>
                </a:lnTo>
                <a:lnTo>
                  <a:pt x="3228322" y="548282"/>
                </a:lnTo>
                <a:lnTo>
                  <a:pt x="3235536" y="548944"/>
                </a:lnTo>
                <a:lnTo>
                  <a:pt x="3242992" y="545633"/>
                </a:lnTo>
                <a:lnTo>
                  <a:pt x="3255913" y="547030"/>
                </a:lnTo>
                <a:lnTo>
                  <a:pt x="3263871" y="548115"/>
                </a:lnTo>
                <a:lnTo>
                  <a:pt x="3270023" y="539417"/>
                </a:lnTo>
                <a:lnTo>
                  <a:pt x="3269519" y="514233"/>
                </a:lnTo>
                <a:lnTo>
                  <a:pt x="3271687" y="499245"/>
                </a:lnTo>
                <a:lnTo>
                  <a:pt x="3269713" y="484706"/>
                </a:lnTo>
                <a:lnTo>
                  <a:pt x="3272222" y="477658"/>
                </a:lnTo>
                <a:lnTo>
                  <a:pt x="3276686" y="472869"/>
                </a:lnTo>
                <a:lnTo>
                  <a:pt x="3294060" y="477447"/>
                </a:lnTo>
                <a:lnTo>
                  <a:pt x="3306246" y="482937"/>
                </a:lnTo>
                <a:lnTo>
                  <a:pt x="3313911" y="485342"/>
                </a:lnTo>
                <a:lnTo>
                  <a:pt x="3326094" y="490953"/>
                </a:lnTo>
                <a:lnTo>
                  <a:pt x="3322912" y="481896"/>
                </a:lnTo>
                <a:lnTo>
                  <a:pt x="3319206" y="476241"/>
                </a:lnTo>
                <a:lnTo>
                  <a:pt x="3310013" y="467712"/>
                </a:lnTo>
                <a:lnTo>
                  <a:pt x="3302394" y="463185"/>
                </a:lnTo>
                <a:lnTo>
                  <a:pt x="3298575" y="460810"/>
                </a:lnTo>
                <a:lnTo>
                  <a:pt x="3287507" y="452071"/>
                </a:lnTo>
                <a:lnTo>
                  <a:pt x="3268812" y="438589"/>
                </a:lnTo>
                <a:lnTo>
                  <a:pt x="3254328" y="427419"/>
                </a:lnTo>
                <a:lnTo>
                  <a:pt x="3222834" y="407511"/>
                </a:lnTo>
                <a:lnTo>
                  <a:pt x="3208977" y="403327"/>
                </a:lnTo>
                <a:lnTo>
                  <a:pt x="3197539" y="401350"/>
                </a:lnTo>
                <a:lnTo>
                  <a:pt x="3177814" y="403697"/>
                </a:lnTo>
                <a:lnTo>
                  <a:pt x="3165091" y="405045"/>
                </a:lnTo>
                <a:lnTo>
                  <a:pt x="3155498" y="407107"/>
                </a:lnTo>
                <a:lnTo>
                  <a:pt x="3148056" y="406769"/>
                </a:lnTo>
                <a:lnTo>
                  <a:pt x="3139709" y="405728"/>
                </a:lnTo>
                <a:lnTo>
                  <a:pt x="3130900" y="403066"/>
                </a:lnTo>
                <a:lnTo>
                  <a:pt x="3116500" y="396787"/>
                </a:lnTo>
                <a:lnTo>
                  <a:pt x="3104835" y="394161"/>
                </a:lnTo>
                <a:lnTo>
                  <a:pt x="3097185" y="391971"/>
                </a:lnTo>
                <a:lnTo>
                  <a:pt x="3093482" y="374102"/>
                </a:lnTo>
                <a:lnTo>
                  <a:pt x="3091884" y="367374"/>
                </a:lnTo>
                <a:lnTo>
                  <a:pt x="3088452" y="361793"/>
                </a:lnTo>
                <a:lnTo>
                  <a:pt x="3077141" y="351089"/>
                </a:lnTo>
                <a:lnTo>
                  <a:pt x="3075525" y="339873"/>
                </a:lnTo>
                <a:lnTo>
                  <a:pt x="3071267" y="330087"/>
                </a:lnTo>
                <a:lnTo>
                  <a:pt x="3063297" y="314980"/>
                </a:lnTo>
                <a:lnTo>
                  <a:pt x="3071836" y="302727"/>
                </a:lnTo>
                <a:lnTo>
                  <a:pt x="3080377" y="269459"/>
                </a:lnTo>
                <a:lnTo>
                  <a:pt x="3076200" y="252049"/>
                </a:lnTo>
                <a:lnTo>
                  <a:pt x="3071845" y="242047"/>
                </a:lnTo>
                <a:lnTo>
                  <a:pt x="3065573" y="232023"/>
                </a:lnTo>
                <a:lnTo>
                  <a:pt x="3055468" y="212249"/>
                </a:lnTo>
                <a:lnTo>
                  <a:pt x="3047748" y="209243"/>
                </a:lnTo>
                <a:lnTo>
                  <a:pt x="3027423" y="203818"/>
                </a:lnTo>
                <a:lnTo>
                  <a:pt x="3012300" y="175325"/>
                </a:lnTo>
                <a:lnTo>
                  <a:pt x="3004077" y="163009"/>
                </a:lnTo>
              </a:path>
            </a:pathLst>
          </a:custGeom>
          <a:noFill/>
          <a:ln w="44450">
            <a:solidFill>
              <a:srgbClr val="FFFFFF"/>
            </a:solidFill>
          </a:ln>
        </p:spPr>
        <p:txBody>
          <a:bodyPr rtlCol="0" anchor="ctr"/>
          <a:lstStyle/>
          <a:p>
            <a:pPr algn="ctr"/>
          </a:p>
        </p:txBody>
      </p:sp>
      <p:sp>
        <p:nvSpPr>
          <p:cNvPr id="10" name="Freeform 9"/>
          <p:cNvSpPr/>
          <p:nvPr/>
        </p:nvSpPr>
        <p:spPr>
          <a:xfrm>
            <a:off x="7121966" y="2212657"/>
            <a:ext cx="3456522" cy="1403566"/>
          </a:xfrm>
          <a:custGeom>
            <a:avLst/>
            <a:gdLst/>
            <a:ahLst/>
            <a:cxnLst/>
            <a:rect l="l" t="t" r="r" b="b"/>
            <a:pathLst>
              <a:path w="3456522" h="1403566">
                <a:moveTo>
                  <a:pt x="3004077" y="163009"/>
                </a:moveTo>
                <a:lnTo>
                  <a:pt x="2982741" y="161095"/>
                </a:lnTo>
                <a:lnTo>
                  <a:pt x="2967863" y="158499"/>
                </a:lnTo>
                <a:lnTo>
                  <a:pt x="2954298" y="136733"/>
                </a:lnTo>
                <a:lnTo>
                  <a:pt x="2939793" y="129365"/>
                </a:lnTo>
                <a:lnTo>
                  <a:pt x="2927291" y="122118"/>
                </a:lnTo>
                <a:lnTo>
                  <a:pt x="2919584" y="120052"/>
                </a:lnTo>
                <a:lnTo>
                  <a:pt x="2913501" y="114239"/>
                </a:lnTo>
                <a:lnTo>
                  <a:pt x="2906335" y="106241"/>
                </a:lnTo>
                <a:lnTo>
                  <a:pt x="2889215" y="100392"/>
                </a:lnTo>
                <a:lnTo>
                  <a:pt x="2886078" y="96094"/>
                </a:lnTo>
                <a:lnTo>
                  <a:pt x="2880405" y="86618"/>
                </a:lnTo>
                <a:lnTo>
                  <a:pt x="2855650" y="84119"/>
                </a:lnTo>
                <a:lnTo>
                  <a:pt x="2848009" y="85146"/>
                </a:lnTo>
                <a:lnTo>
                  <a:pt x="2841194" y="87588"/>
                </a:lnTo>
                <a:lnTo>
                  <a:pt x="2837406" y="100089"/>
                </a:lnTo>
                <a:lnTo>
                  <a:pt x="2833651" y="104488"/>
                </a:lnTo>
                <a:lnTo>
                  <a:pt x="2830156" y="108751"/>
                </a:lnTo>
                <a:lnTo>
                  <a:pt x="2825263" y="114259"/>
                </a:lnTo>
                <a:lnTo>
                  <a:pt x="2817212" y="115096"/>
                </a:lnTo>
                <a:lnTo>
                  <a:pt x="2808064" y="112641"/>
                </a:lnTo>
                <a:lnTo>
                  <a:pt x="2801147" y="109030"/>
                </a:lnTo>
                <a:lnTo>
                  <a:pt x="2793926" y="107856"/>
                </a:lnTo>
                <a:lnTo>
                  <a:pt x="2784822" y="106501"/>
                </a:lnTo>
                <a:lnTo>
                  <a:pt x="2774194" y="108129"/>
                </a:lnTo>
                <a:lnTo>
                  <a:pt x="2764586" y="108211"/>
                </a:lnTo>
                <a:lnTo>
                  <a:pt x="2756343" y="108537"/>
                </a:lnTo>
                <a:lnTo>
                  <a:pt x="2740543" y="107603"/>
                </a:lnTo>
                <a:lnTo>
                  <a:pt x="2733571" y="110925"/>
                </a:lnTo>
                <a:lnTo>
                  <a:pt x="2724349" y="117626"/>
                </a:lnTo>
                <a:lnTo>
                  <a:pt x="2702007" y="117103"/>
                </a:lnTo>
                <a:lnTo>
                  <a:pt x="2695319" y="112566"/>
                </a:lnTo>
                <a:lnTo>
                  <a:pt x="2688826" y="110856"/>
                </a:lnTo>
                <a:lnTo>
                  <a:pt x="2677268" y="111993"/>
                </a:lnTo>
                <a:lnTo>
                  <a:pt x="2671469" y="110073"/>
                </a:lnTo>
                <a:lnTo>
                  <a:pt x="2666369" y="106336"/>
                </a:lnTo>
                <a:lnTo>
                  <a:pt x="2661063" y="111098"/>
                </a:lnTo>
                <a:lnTo>
                  <a:pt x="2653912" y="119059"/>
                </a:lnTo>
                <a:lnTo>
                  <a:pt x="2648956" y="125317"/>
                </a:lnTo>
                <a:lnTo>
                  <a:pt x="2647544" y="127554"/>
                </a:lnTo>
                <a:lnTo>
                  <a:pt x="2645501" y="132210"/>
                </a:lnTo>
                <a:lnTo>
                  <a:pt x="2642370" y="136830"/>
                </a:lnTo>
                <a:lnTo>
                  <a:pt x="2639666" y="140614"/>
                </a:lnTo>
                <a:lnTo>
                  <a:pt x="2634439" y="142813"/>
                </a:lnTo>
                <a:lnTo>
                  <a:pt x="2630945" y="144482"/>
                </a:lnTo>
                <a:lnTo>
                  <a:pt x="2625868" y="149748"/>
                </a:lnTo>
                <a:lnTo>
                  <a:pt x="2624339" y="153545"/>
                </a:lnTo>
                <a:lnTo>
                  <a:pt x="2623416" y="154861"/>
                </a:lnTo>
                <a:lnTo>
                  <a:pt x="2619430" y="156840"/>
                </a:lnTo>
                <a:lnTo>
                  <a:pt x="2617852" y="158226"/>
                </a:lnTo>
                <a:lnTo>
                  <a:pt x="2615935" y="160099"/>
                </a:lnTo>
                <a:lnTo>
                  <a:pt x="2613544" y="162130"/>
                </a:lnTo>
                <a:lnTo>
                  <a:pt x="2608666" y="163996"/>
                </a:lnTo>
                <a:lnTo>
                  <a:pt x="2604137" y="166500"/>
                </a:lnTo>
                <a:lnTo>
                  <a:pt x="2601918" y="170440"/>
                </a:lnTo>
                <a:lnTo>
                  <a:pt x="2601457" y="174183"/>
                </a:lnTo>
                <a:lnTo>
                  <a:pt x="2599918" y="178033"/>
                </a:lnTo>
                <a:lnTo>
                  <a:pt x="2590518" y="181112"/>
                </a:lnTo>
                <a:lnTo>
                  <a:pt x="2585991" y="183024"/>
                </a:lnTo>
                <a:lnTo>
                  <a:pt x="2581123" y="186181"/>
                </a:lnTo>
                <a:lnTo>
                  <a:pt x="2567637" y="186946"/>
                </a:lnTo>
                <a:lnTo>
                  <a:pt x="2560594" y="187543"/>
                </a:lnTo>
                <a:lnTo>
                  <a:pt x="2555138" y="191091"/>
                </a:lnTo>
                <a:lnTo>
                  <a:pt x="2547686" y="198841"/>
                </a:lnTo>
                <a:lnTo>
                  <a:pt x="2544334" y="206023"/>
                </a:lnTo>
                <a:lnTo>
                  <a:pt x="2543980" y="207476"/>
                </a:lnTo>
                <a:lnTo>
                  <a:pt x="2539493" y="210625"/>
                </a:lnTo>
                <a:lnTo>
                  <a:pt x="2532205" y="213896"/>
                </a:lnTo>
                <a:lnTo>
                  <a:pt x="2526858" y="216175"/>
                </a:lnTo>
                <a:lnTo>
                  <a:pt x="2517556" y="220339"/>
                </a:lnTo>
                <a:lnTo>
                  <a:pt x="2513436" y="223124"/>
                </a:lnTo>
                <a:lnTo>
                  <a:pt x="2508146" y="224298"/>
                </a:lnTo>
                <a:lnTo>
                  <a:pt x="2498213" y="224734"/>
                </a:lnTo>
                <a:lnTo>
                  <a:pt x="2488755" y="229854"/>
                </a:lnTo>
                <a:lnTo>
                  <a:pt x="2485290" y="237432"/>
                </a:lnTo>
                <a:lnTo>
                  <a:pt x="2484317" y="238580"/>
                </a:lnTo>
                <a:lnTo>
                  <a:pt x="2482132" y="238229"/>
                </a:lnTo>
                <a:lnTo>
                  <a:pt x="2479169" y="240854"/>
                </a:lnTo>
                <a:lnTo>
                  <a:pt x="2476512" y="242558"/>
                </a:lnTo>
                <a:lnTo>
                  <a:pt x="2471445" y="244482"/>
                </a:lnTo>
                <a:lnTo>
                  <a:pt x="2463900" y="246013"/>
                </a:lnTo>
                <a:lnTo>
                  <a:pt x="2460823" y="246790"/>
                </a:lnTo>
                <a:lnTo>
                  <a:pt x="2457449" y="248211"/>
                </a:lnTo>
                <a:lnTo>
                  <a:pt x="2455311" y="249852"/>
                </a:lnTo>
                <a:lnTo>
                  <a:pt x="2451821" y="251660"/>
                </a:lnTo>
                <a:lnTo>
                  <a:pt x="2448034" y="252889"/>
                </a:lnTo>
                <a:lnTo>
                  <a:pt x="2443168" y="251907"/>
                </a:lnTo>
                <a:lnTo>
                  <a:pt x="2432446" y="246366"/>
                </a:lnTo>
                <a:lnTo>
                  <a:pt x="2428117" y="244058"/>
                </a:lnTo>
                <a:lnTo>
                  <a:pt x="2422935" y="243779"/>
                </a:lnTo>
                <a:lnTo>
                  <a:pt x="2407301" y="243435"/>
                </a:lnTo>
                <a:lnTo>
                  <a:pt x="2396040" y="242771"/>
                </a:lnTo>
                <a:lnTo>
                  <a:pt x="2388136" y="240882"/>
                </a:lnTo>
                <a:lnTo>
                  <a:pt x="2383233" y="237751"/>
                </a:lnTo>
                <a:lnTo>
                  <a:pt x="2379214" y="236216"/>
                </a:lnTo>
                <a:lnTo>
                  <a:pt x="2371424" y="237421"/>
                </a:lnTo>
                <a:lnTo>
                  <a:pt x="2363249" y="238049"/>
                </a:lnTo>
                <a:lnTo>
                  <a:pt x="2350427" y="237238"/>
                </a:lnTo>
                <a:lnTo>
                  <a:pt x="2345323" y="235061"/>
                </a:lnTo>
                <a:lnTo>
                  <a:pt x="2342518" y="232586"/>
                </a:lnTo>
                <a:lnTo>
                  <a:pt x="2340602" y="230390"/>
                </a:lnTo>
                <a:lnTo>
                  <a:pt x="2337841" y="226850"/>
                </a:lnTo>
                <a:lnTo>
                  <a:pt x="2335885" y="224812"/>
                </a:lnTo>
                <a:lnTo>
                  <a:pt x="2332843" y="222022"/>
                </a:lnTo>
                <a:lnTo>
                  <a:pt x="2328960" y="219454"/>
                </a:lnTo>
                <a:lnTo>
                  <a:pt x="2324779" y="218057"/>
                </a:lnTo>
                <a:lnTo>
                  <a:pt x="2321480" y="217146"/>
                </a:lnTo>
                <a:lnTo>
                  <a:pt x="2315722" y="217279"/>
                </a:lnTo>
                <a:lnTo>
                  <a:pt x="2310844" y="217327"/>
                </a:lnTo>
                <a:lnTo>
                  <a:pt x="2308338" y="218051"/>
                </a:lnTo>
                <a:lnTo>
                  <a:pt x="2306030" y="221113"/>
                </a:lnTo>
                <a:lnTo>
                  <a:pt x="2301956" y="225215"/>
                </a:lnTo>
                <a:lnTo>
                  <a:pt x="2298492" y="228010"/>
                </a:lnTo>
                <a:lnTo>
                  <a:pt x="2296414" y="229237"/>
                </a:lnTo>
                <a:lnTo>
                  <a:pt x="2291520" y="229770"/>
                </a:lnTo>
                <a:lnTo>
                  <a:pt x="2286636" y="229914"/>
                </a:lnTo>
                <a:lnTo>
                  <a:pt x="2281447" y="229942"/>
                </a:lnTo>
                <a:lnTo>
                  <a:pt x="2276529" y="228272"/>
                </a:lnTo>
                <a:lnTo>
                  <a:pt x="2270208" y="227372"/>
                </a:lnTo>
                <a:lnTo>
                  <a:pt x="2264193" y="228995"/>
                </a:lnTo>
                <a:lnTo>
                  <a:pt x="2255078" y="233280"/>
                </a:lnTo>
                <a:lnTo>
                  <a:pt x="2247527" y="235732"/>
                </a:lnTo>
                <a:lnTo>
                  <a:pt x="2243629" y="235361"/>
                </a:lnTo>
                <a:lnTo>
                  <a:pt x="2238197" y="234389"/>
                </a:lnTo>
                <a:lnTo>
                  <a:pt x="2232643" y="236259"/>
                </a:lnTo>
                <a:lnTo>
                  <a:pt x="2226934" y="238022"/>
                </a:lnTo>
                <a:lnTo>
                  <a:pt x="2223846" y="239575"/>
                </a:lnTo>
                <a:lnTo>
                  <a:pt x="2219276" y="242269"/>
                </a:lnTo>
                <a:lnTo>
                  <a:pt x="2211813" y="242194"/>
                </a:lnTo>
                <a:lnTo>
                  <a:pt x="2209195" y="243458"/>
                </a:lnTo>
                <a:lnTo>
                  <a:pt x="2207758" y="246806"/>
                </a:lnTo>
                <a:lnTo>
                  <a:pt x="2202408" y="253876"/>
                </a:lnTo>
                <a:lnTo>
                  <a:pt x="2196537" y="256517"/>
                </a:lnTo>
                <a:lnTo>
                  <a:pt x="2194350" y="254548"/>
                </a:lnTo>
                <a:lnTo>
                  <a:pt x="2188866" y="252518"/>
                </a:lnTo>
                <a:lnTo>
                  <a:pt x="2184778" y="253018"/>
                </a:lnTo>
                <a:lnTo>
                  <a:pt x="2178284" y="257541"/>
                </a:lnTo>
                <a:lnTo>
                  <a:pt x="2173718" y="260614"/>
                </a:lnTo>
                <a:lnTo>
                  <a:pt x="2168982" y="263622"/>
                </a:lnTo>
                <a:lnTo>
                  <a:pt x="2164175" y="265527"/>
                </a:lnTo>
                <a:lnTo>
                  <a:pt x="2160370" y="264280"/>
                </a:lnTo>
                <a:lnTo>
                  <a:pt x="2155545" y="262759"/>
                </a:lnTo>
                <a:lnTo>
                  <a:pt x="2153336" y="264125"/>
                </a:lnTo>
                <a:lnTo>
                  <a:pt x="2148934" y="265043"/>
                </a:lnTo>
                <a:lnTo>
                  <a:pt x="2145288" y="265193"/>
                </a:lnTo>
                <a:lnTo>
                  <a:pt x="2141212" y="264448"/>
                </a:lnTo>
                <a:lnTo>
                  <a:pt x="2134816" y="262335"/>
                </a:lnTo>
                <a:lnTo>
                  <a:pt x="2131903" y="260429"/>
                </a:lnTo>
                <a:lnTo>
                  <a:pt x="2128580" y="259313"/>
                </a:lnTo>
                <a:lnTo>
                  <a:pt x="2124150" y="258481"/>
                </a:lnTo>
                <a:lnTo>
                  <a:pt x="2118016" y="256710"/>
                </a:lnTo>
                <a:lnTo>
                  <a:pt x="2112820" y="255389"/>
                </a:lnTo>
                <a:lnTo>
                  <a:pt x="2108725" y="255941"/>
                </a:lnTo>
                <a:lnTo>
                  <a:pt x="2104960" y="257848"/>
                </a:lnTo>
                <a:lnTo>
                  <a:pt x="2103365" y="256723"/>
                </a:lnTo>
                <a:lnTo>
                  <a:pt x="2098101" y="255769"/>
                </a:lnTo>
                <a:lnTo>
                  <a:pt x="2092704" y="255110"/>
                </a:lnTo>
                <a:lnTo>
                  <a:pt x="2089733" y="255281"/>
                </a:lnTo>
                <a:lnTo>
                  <a:pt x="2083953" y="254288"/>
                </a:lnTo>
                <a:lnTo>
                  <a:pt x="2080595" y="253236"/>
                </a:lnTo>
                <a:lnTo>
                  <a:pt x="2071578" y="251367"/>
                </a:lnTo>
                <a:lnTo>
                  <a:pt x="2063677" y="249797"/>
                </a:lnTo>
                <a:lnTo>
                  <a:pt x="2056968" y="247962"/>
                </a:lnTo>
                <a:lnTo>
                  <a:pt x="2050837" y="244764"/>
                </a:lnTo>
                <a:lnTo>
                  <a:pt x="2046710" y="242196"/>
                </a:lnTo>
                <a:lnTo>
                  <a:pt x="2043774" y="240604"/>
                </a:lnTo>
                <a:lnTo>
                  <a:pt x="2037894" y="237400"/>
                </a:lnTo>
                <a:lnTo>
                  <a:pt x="2035869" y="233501"/>
                </a:lnTo>
                <a:lnTo>
                  <a:pt x="2035073" y="229496"/>
                </a:lnTo>
                <a:lnTo>
                  <a:pt x="2033039" y="223246"/>
                </a:lnTo>
                <a:lnTo>
                  <a:pt x="2030760" y="220865"/>
                </a:lnTo>
                <a:lnTo>
                  <a:pt x="2026924" y="219333"/>
                </a:lnTo>
                <a:lnTo>
                  <a:pt x="2023661" y="219409"/>
                </a:lnTo>
                <a:lnTo>
                  <a:pt x="2019861" y="219177"/>
                </a:lnTo>
                <a:lnTo>
                  <a:pt x="2013522" y="217610"/>
                </a:lnTo>
                <a:lnTo>
                  <a:pt x="2009162" y="218624"/>
                </a:lnTo>
                <a:lnTo>
                  <a:pt x="2006645" y="222519"/>
                </a:lnTo>
                <a:lnTo>
                  <a:pt x="2004909" y="227820"/>
                </a:lnTo>
                <a:lnTo>
                  <a:pt x="2003454" y="232909"/>
                </a:lnTo>
                <a:lnTo>
                  <a:pt x="2000151" y="235892"/>
                </a:lnTo>
                <a:lnTo>
                  <a:pt x="1993401" y="237428"/>
                </a:lnTo>
                <a:lnTo>
                  <a:pt x="1986707" y="235479"/>
                </a:lnTo>
                <a:lnTo>
                  <a:pt x="1984892" y="233657"/>
                </a:lnTo>
                <a:lnTo>
                  <a:pt x="1983481" y="233078"/>
                </a:lnTo>
                <a:lnTo>
                  <a:pt x="1978519" y="231576"/>
                </a:lnTo>
                <a:lnTo>
                  <a:pt x="1975715" y="231387"/>
                </a:lnTo>
                <a:lnTo>
                  <a:pt x="1970262" y="231031"/>
                </a:lnTo>
                <a:lnTo>
                  <a:pt x="1967660" y="229136"/>
                </a:lnTo>
                <a:lnTo>
                  <a:pt x="1965121" y="227315"/>
                </a:lnTo>
                <a:lnTo>
                  <a:pt x="1962762" y="224788"/>
                </a:lnTo>
                <a:lnTo>
                  <a:pt x="1962224" y="224349"/>
                </a:lnTo>
                <a:lnTo>
                  <a:pt x="1960856" y="223305"/>
                </a:lnTo>
                <a:lnTo>
                  <a:pt x="1958281" y="222055"/>
                </a:lnTo>
                <a:lnTo>
                  <a:pt x="1955130" y="221113"/>
                </a:lnTo>
                <a:lnTo>
                  <a:pt x="1952372" y="220082"/>
                </a:lnTo>
                <a:lnTo>
                  <a:pt x="1950373" y="219428"/>
                </a:lnTo>
                <a:lnTo>
                  <a:pt x="1948496" y="217843"/>
                </a:lnTo>
                <a:lnTo>
                  <a:pt x="1946731" y="216201"/>
                </a:lnTo>
                <a:lnTo>
                  <a:pt x="1944753" y="214242"/>
                </a:lnTo>
                <a:lnTo>
                  <a:pt x="1942517" y="213514"/>
                </a:lnTo>
                <a:lnTo>
                  <a:pt x="1940489" y="213700"/>
                </a:lnTo>
                <a:lnTo>
                  <a:pt x="1937684" y="214136"/>
                </a:lnTo>
                <a:lnTo>
                  <a:pt x="1932018" y="213996"/>
                </a:lnTo>
                <a:lnTo>
                  <a:pt x="1928985" y="214529"/>
                </a:lnTo>
                <a:lnTo>
                  <a:pt x="1926273" y="215336"/>
                </a:lnTo>
                <a:lnTo>
                  <a:pt x="1922044" y="215216"/>
                </a:lnTo>
                <a:lnTo>
                  <a:pt x="1916701" y="211874"/>
                </a:lnTo>
                <a:lnTo>
                  <a:pt x="1907954" y="208747"/>
                </a:lnTo>
                <a:lnTo>
                  <a:pt x="1900122" y="203206"/>
                </a:lnTo>
                <a:lnTo>
                  <a:pt x="1895752" y="198619"/>
                </a:lnTo>
                <a:lnTo>
                  <a:pt x="1895809" y="194393"/>
                </a:lnTo>
                <a:lnTo>
                  <a:pt x="1890376" y="189008"/>
                </a:lnTo>
                <a:lnTo>
                  <a:pt x="1884349" y="185863"/>
                </a:lnTo>
                <a:lnTo>
                  <a:pt x="1881578" y="182502"/>
                </a:lnTo>
                <a:lnTo>
                  <a:pt x="1876893" y="180136"/>
                </a:lnTo>
                <a:lnTo>
                  <a:pt x="1872508" y="178858"/>
                </a:lnTo>
                <a:lnTo>
                  <a:pt x="1868187" y="176885"/>
                </a:lnTo>
                <a:lnTo>
                  <a:pt x="1861298" y="171647"/>
                </a:lnTo>
                <a:lnTo>
                  <a:pt x="1855742" y="171117"/>
                </a:lnTo>
                <a:lnTo>
                  <a:pt x="1840744" y="167453"/>
                </a:lnTo>
                <a:lnTo>
                  <a:pt x="1835742" y="165620"/>
                </a:lnTo>
                <a:lnTo>
                  <a:pt x="1830841" y="165712"/>
                </a:lnTo>
                <a:lnTo>
                  <a:pt x="1824771" y="166133"/>
                </a:lnTo>
                <a:lnTo>
                  <a:pt x="1822351" y="168074"/>
                </a:lnTo>
                <a:lnTo>
                  <a:pt x="1820161" y="171228"/>
                </a:lnTo>
                <a:lnTo>
                  <a:pt x="1816717" y="176682"/>
                </a:lnTo>
                <a:lnTo>
                  <a:pt x="1809767" y="184998"/>
                </a:lnTo>
                <a:lnTo>
                  <a:pt x="1802565" y="190192"/>
                </a:lnTo>
                <a:lnTo>
                  <a:pt x="1795177" y="191796"/>
                </a:lnTo>
                <a:lnTo>
                  <a:pt x="1786746" y="188079"/>
                </a:lnTo>
                <a:lnTo>
                  <a:pt x="1782764" y="185664"/>
                </a:lnTo>
                <a:lnTo>
                  <a:pt x="1777880" y="183010"/>
                </a:lnTo>
                <a:lnTo>
                  <a:pt x="1773333" y="178328"/>
                </a:lnTo>
                <a:lnTo>
                  <a:pt x="1766723" y="171455"/>
                </a:lnTo>
                <a:lnTo>
                  <a:pt x="1761295" y="166652"/>
                </a:lnTo>
                <a:lnTo>
                  <a:pt x="1754008" y="161289"/>
                </a:lnTo>
                <a:lnTo>
                  <a:pt x="1747435" y="153764"/>
                </a:lnTo>
                <a:lnTo>
                  <a:pt x="1742244" y="146598"/>
                </a:lnTo>
                <a:lnTo>
                  <a:pt x="1734598" y="136752"/>
                </a:lnTo>
                <a:lnTo>
                  <a:pt x="1732911" y="130783"/>
                </a:lnTo>
                <a:lnTo>
                  <a:pt x="1733391" y="124601"/>
                </a:lnTo>
                <a:lnTo>
                  <a:pt x="1733433" y="114555"/>
                </a:lnTo>
                <a:lnTo>
                  <a:pt x="1731867" y="109788"/>
                </a:lnTo>
                <a:lnTo>
                  <a:pt x="1727423" y="105627"/>
                </a:lnTo>
                <a:lnTo>
                  <a:pt x="1720743" y="98845"/>
                </a:lnTo>
                <a:lnTo>
                  <a:pt x="1718612" y="95580"/>
                </a:lnTo>
                <a:lnTo>
                  <a:pt x="1716101" y="92433"/>
                </a:lnTo>
                <a:lnTo>
                  <a:pt x="1713974" y="90685"/>
                </a:lnTo>
                <a:lnTo>
                  <a:pt x="1710810" y="89347"/>
                </a:lnTo>
                <a:lnTo>
                  <a:pt x="1706114" y="87948"/>
                </a:lnTo>
                <a:lnTo>
                  <a:pt x="1700608" y="86398"/>
                </a:lnTo>
                <a:lnTo>
                  <a:pt x="1698113" y="86928"/>
                </a:lnTo>
                <a:lnTo>
                  <a:pt x="1693889" y="88679"/>
                </a:lnTo>
                <a:lnTo>
                  <a:pt x="1689023" y="92096"/>
                </a:lnTo>
                <a:lnTo>
                  <a:pt x="1685454" y="93259"/>
                </a:lnTo>
                <a:lnTo>
                  <a:pt x="1680198" y="93827"/>
                </a:lnTo>
                <a:lnTo>
                  <a:pt x="1676203" y="95576"/>
                </a:lnTo>
                <a:lnTo>
                  <a:pt x="1673656" y="97760"/>
                </a:lnTo>
                <a:lnTo>
                  <a:pt x="1669673" y="101069"/>
                </a:lnTo>
                <a:lnTo>
                  <a:pt x="1665344" y="100663"/>
                </a:lnTo>
                <a:lnTo>
                  <a:pt x="1661512" y="101398"/>
                </a:lnTo>
                <a:lnTo>
                  <a:pt x="1659596" y="102604"/>
                </a:lnTo>
                <a:lnTo>
                  <a:pt x="1655758" y="104806"/>
                </a:lnTo>
                <a:lnTo>
                  <a:pt x="1651998" y="105947"/>
                </a:lnTo>
                <a:lnTo>
                  <a:pt x="1647062" y="107752"/>
                </a:lnTo>
                <a:lnTo>
                  <a:pt x="1643328" y="107392"/>
                </a:lnTo>
                <a:lnTo>
                  <a:pt x="1637514" y="107663"/>
                </a:lnTo>
                <a:lnTo>
                  <a:pt x="1633608" y="108243"/>
                </a:lnTo>
                <a:lnTo>
                  <a:pt x="1630894" y="108584"/>
                </a:lnTo>
                <a:lnTo>
                  <a:pt x="1627152" y="107500"/>
                </a:lnTo>
                <a:lnTo>
                  <a:pt x="1621605" y="105043"/>
                </a:lnTo>
                <a:lnTo>
                  <a:pt x="1612231" y="101405"/>
                </a:lnTo>
                <a:lnTo>
                  <a:pt x="1604739" y="98268"/>
                </a:lnTo>
                <a:lnTo>
                  <a:pt x="1598342" y="94547"/>
                </a:lnTo>
                <a:lnTo>
                  <a:pt x="1594082" y="92553"/>
                </a:lnTo>
                <a:lnTo>
                  <a:pt x="1587418" y="89342"/>
                </a:lnTo>
                <a:lnTo>
                  <a:pt x="1578495" y="83116"/>
                </a:lnTo>
                <a:lnTo>
                  <a:pt x="1574879" y="79234"/>
                </a:lnTo>
                <a:lnTo>
                  <a:pt x="1572229" y="77282"/>
                </a:lnTo>
                <a:lnTo>
                  <a:pt x="1562880" y="70490"/>
                </a:lnTo>
                <a:lnTo>
                  <a:pt x="1554158" y="61724"/>
                </a:lnTo>
                <a:lnTo>
                  <a:pt x="1550200" y="57351"/>
                </a:lnTo>
                <a:lnTo>
                  <a:pt x="1548202" y="52932"/>
                </a:lnTo>
                <a:lnTo>
                  <a:pt x="1544130" y="46181"/>
                </a:lnTo>
                <a:lnTo>
                  <a:pt x="1542063" y="37201"/>
                </a:lnTo>
                <a:lnTo>
                  <a:pt x="1545578" y="24875"/>
                </a:lnTo>
                <a:lnTo>
                  <a:pt x="1552543" y="19768"/>
                </a:lnTo>
                <a:lnTo>
                  <a:pt x="1553487" y="17116"/>
                </a:lnTo>
                <a:lnTo>
                  <a:pt x="1550401" y="15774"/>
                </a:lnTo>
                <a:lnTo>
                  <a:pt x="1545734" y="17445"/>
                </a:lnTo>
                <a:lnTo>
                  <a:pt x="1541023" y="18601"/>
                </a:lnTo>
                <a:lnTo>
                  <a:pt x="1534042" y="18519"/>
                </a:lnTo>
                <a:lnTo>
                  <a:pt x="1530294" y="8069"/>
                </a:lnTo>
                <a:lnTo>
                  <a:pt x="1526402" y="1921"/>
                </a:lnTo>
                <a:lnTo>
                  <a:pt x="1521441" y="737"/>
                </a:lnTo>
                <a:lnTo>
                  <a:pt x="1513134" y="0"/>
                </a:lnTo>
                <a:lnTo>
                  <a:pt x="1508489" y="3509"/>
                </a:lnTo>
                <a:lnTo>
                  <a:pt x="1509080" y="12214"/>
                </a:lnTo>
                <a:lnTo>
                  <a:pt x="1503952" y="20417"/>
                </a:lnTo>
                <a:lnTo>
                  <a:pt x="1492285" y="28131"/>
                </a:lnTo>
                <a:lnTo>
                  <a:pt x="1477961" y="32835"/>
                </a:lnTo>
                <a:lnTo>
                  <a:pt x="1466589" y="34573"/>
                </a:lnTo>
                <a:lnTo>
                  <a:pt x="1457872" y="33797"/>
                </a:lnTo>
                <a:lnTo>
                  <a:pt x="1444331" y="29882"/>
                </a:lnTo>
                <a:lnTo>
                  <a:pt x="1433145" y="26833"/>
                </a:lnTo>
                <a:lnTo>
                  <a:pt x="1428036" y="27595"/>
                </a:lnTo>
                <a:lnTo>
                  <a:pt x="1416898" y="33198"/>
                </a:lnTo>
                <a:lnTo>
                  <a:pt x="1410688" y="34424"/>
                </a:lnTo>
                <a:lnTo>
                  <a:pt x="1405482" y="34553"/>
                </a:lnTo>
                <a:lnTo>
                  <a:pt x="1397812" y="33347"/>
                </a:lnTo>
                <a:lnTo>
                  <a:pt x="1389277" y="30246"/>
                </a:lnTo>
                <a:lnTo>
                  <a:pt x="1377030" y="27080"/>
                </a:lnTo>
                <a:lnTo>
                  <a:pt x="1371398" y="25690"/>
                </a:lnTo>
                <a:lnTo>
                  <a:pt x="1366063" y="23569"/>
                </a:lnTo>
                <a:lnTo>
                  <a:pt x="1360907" y="24566"/>
                </a:lnTo>
                <a:lnTo>
                  <a:pt x="1357414" y="24835"/>
                </a:lnTo>
                <a:lnTo>
                  <a:pt x="1352244" y="23871"/>
                </a:lnTo>
                <a:lnTo>
                  <a:pt x="1346504" y="21552"/>
                </a:lnTo>
                <a:lnTo>
                  <a:pt x="1342346" y="20985"/>
                </a:lnTo>
                <a:lnTo>
                  <a:pt x="1331851" y="22087"/>
                </a:lnTo>
                <a:lnTo>
                  <a:pt x="1320126" y="21878"/>
                </a:lnTo>
                <a:lnTo>
                  <a:pt x="1315191" y="20083"/>
                </a:lnTo>
                <a:lnTo>
                  <a:pt x="1307910" y="20118"/>
                </a:lnTo>
                <a:lnTo>
                  <a:pt x="1302153" y="20128"/>
                </a:lnTo>
                <a:lnTo>
                  <a:pt x="1298509" y="19745"/>
                </a:lnTo>
                <a:lnTo>
                  <a:pt x="1292710" y="19914"/>
                </a:lnTo>
                <a:lnTo>
                  <a:pt x="1286937" y="19034"/>
                </a:lnTo>
                <a:lnTo>
                  <a:pt x="1280520" y="17802"/>
                </a:lnTo>
                <a:lnTo>
                  <a:pt x="1275650" y="18211"/>
                </a:lnTo>
                <a:lnTo>
                  <a:pt x="1268693" y="17119"/>
                </a:lnTo>
                <a:lnTo>
                  <a:pt x="1260389" y="14467"/>
                </a:lnTo>
                <a:lnTo>
                  <a:pt x="1252140" y="12624"/>
                </a:lnTo>
                <a:lnTo>
                  <a:pt x="1245919" y="11293"/>
                </a:lnTo>
                <a:lnTo>
                  <a:pt x="1241264" y="11634"/>
                </a:lnTo>
                <a:lnTo>
                  <a:pt x="1233131" y="10242"/>
                </a:lnTo>
                <a:lnTo>
                  <a:pt x="1216003" y="18175"/>
                </a:lnTo>
                <a:lnTo>
                  <a:pt x="1182918" y="27692"/>
                </a:lnTo>
                <a:lnTo>
                  <a:pt x="1180401" y="28657"/>
                </a:lnTo>
                <a:lnTo>
                  <a:pt x="1176074" y="31558"/>
                </a:lnTo>
                <a:lnTo>
                  <a:pt x="1171588" y="35216"/>
                </a:lnTo>
                <a:lnTo>
                  <a:pt x="1165891" y="38002"/>
                </a:lnTo>
                <a:lnTo>
                  <a:pt x="1158459" y="39790"/>
                </a:lnTo>
                <a:lnTo>
                  <a:pt x="1144533" y="43586"/>
                </a:lnTo>
                <a:lnTo>
                  <a:pt x="1136821" y="44273"/>
                </a:lnTo>
                <a:lnTo>
                  <a:pt x="1127471" y="44483"/>
                </a:lnTo>
                <a:lnTo>
                  <a:pt x="1123953" y="45875"/>
                </a:lnTo>
                <a:lnTo>
                  <a:pt x="1122821" y="47111"/>
                </a:lnTo>
                <a:lnTo>
                  <a:pt x="1117224" y="49129"/>
                </a:lnTo>
                <a:lnTo>
                  <a:pt x="1107102" y="50586"/>
                </a:lnTo>
                <a:lnTo>
                  <a:pt x="1102437" y="52212"/>
                </a:lnTo>
                <a:lnTo>
                  <a:pt x="1098963" y="53547"/>
                </a:lnTo>
                <a:lnTo>
                  <a:pt x="1094365" y="55587"/>
                </a:lnTo>
                <a:lnTo>
                  <a:pt x="1092157" y="56404"/>
                </a:lnTo>
                <a:lnTo>
                  <a:pt x="1088629" y="57920"/>
                </a:lnTo>
                <a:lnTo>
                  <a:pt x="1083825" y="60726"/>
                </a:lnTo>
                <a:lnTo>
                  <a:pt x="1079887" y="63458"/>
                </a:lnTo>
                <a:lnTo>
                  <a:pt x="1076033" y="65865"/>
                </a:lnTo>
                <a:lnTo>
                  <a:pt x="1070578" y="68823"/>
                </a:lnTo>
                <a:lnTo>
                  <a:pt x="1064659" y="72515"/>
                </a:lnTo>
                <a:lnTo>
                  <a:pt x="1059244" y="76394"/>
                </a:lnTo>
                <a:lnTo>
                  <a:pt x="1046346" y="86849"/>
                </a:lnTo>
                <a:lnTo>
                  <a:pt x="1041398" y="92056"/>
                </a:lnTo>
                <a:lnTo>
                  <a:pt x="1037336" y="98754"/>
                </a:lnTo>
                <a:lnTo>
                  <a:pt x="1027498" y="99285"/>
                </a:lnTo>
                <a:lnTo>
                  <a:pt x="1024689" y="101383"/>
                </a:lnTo>
                <a:lnTo>
                  <a:pt x="1020874" y="104930"/>
                </a:lnTo>
                <a:lnTo>
                  <a:pt x="1017749" y="106284"/>
                </a:lnTo>
                <a:lnTo>
                  <a:pt x="1010523" y="107794"/>
                </a:lnTo>
                <a:lnTo>
                  <a:pt x="1002627" y="109792"/>
                </a:lnTo>
                <a:lnTo>
                  <a:pt x="999865" y="110990"/>
                </a:lnTo>
                <a:lnTo>
                  <a:pt x="995629" y="113698"/>
                </a:lnTo>
                <a:lnTo>
                  <a:pt x="990623" y="116879"/>
                </a:lnTo>
                <a:lnTo>
                  <a:pt x="986922" y="120786"/>
                </a:lnTo>
                <a:lnTo>
                  <a:pt x="982323" y="125066"/>
                </a:lnTo>
                <a:lnTo>
                  <a:pt x="976637" y="126916"/>
                </a:lnTo>
                <a:lnTo>
                  <a:pt x="972652" y="128505"/>
                </a:lnTo>
                <a:lnTo>
                  <a:pt x="968781" y="130990"/>
                </a:lnTo>
                <a:lnTo>
                  <a:pt x="961849" y="137637"/>
                </a:lnTo>
                <a:lnTo>
                  <a:pt x="957767" y="138477"/>
                </a:lnTo>
                <a:lnTo>
                  <a:pt x="950544" y="138505"/>
                </a:lnTo>
                <a:lnTo>
                  <a:pt x="943821" y="141681"/>
                </a:lnTo>
                <a:lnTo>
                  <a:pt x="936590" y="143724"/>
                </a:lnTo>
                <a:lnTo>
                  <a:pt x="934246" y="146533"/>
                </a:lnTo>
                <a:lnTo>
                  <a:pt x="927236" y="150495"/>
                </a:lnTo>
                <a:lnTo>
                  <a:pt x="923926" y="154281"/>
                </a:lnTo>
                <a:lnTo>
                  <a:pt x="922075" y="158752"/>
                </a:lnTo>
                <a:lnTo>
                  <a:pt x="922139" y="173092"/>
                </a:lnTo>
                <a:lnTo>
                  <a:pt x="920463" y="180523"/>
                </a:lnTo>
                <a:lnTo>
                  <a:pt x="916989" y="185451"/>
                </a:lnTo>
                <a:lnTo>
                  <a:pt x="911043" y="191645"/>
                </a:lnTo>
                <a:lnTo>
                  <a:pt x="907936" y="193128"/>
                </a:lnTo>
                <a:lnTo>
                  <a:pt x="901719" y="194816"/>
                </a:lnTo>
                <a:lnTo>
                  <a:pt x="896070" y="195411"/>
                </a:lnTo>
                <a:lnTo>
                  <a:pt x="891881" y="196029"/>
                </a:lnTo>
                <a:lnTo>
                  <a:pt x="884492" y="197379"/>
                </a:lnTo>
                <a:lnTo>
                  <a:pt x="866266" y="198121"/>
                </a:lnTo>
                <a:lnTo>
                  <a:pt x="859342" y="198120"/>
                </a:lnTo>
                <a:lnTo>
                  <a:pt x="857214" y="198151"/>
                </a:lnTo>
                <a:lnTo>
                  <a:pt x="855331" y="199308"/>
                </a:lnTo>
                <a:lnTo>
                  <a:pt x="854100" y="199324"/>
                </a:lnTo>
                <a:lnTo>
                  <a:pt x="850401" y="199047"/>
                </a:lnTo>
                <a:lnTo>
                  <a:pt x="846578" y="198711"/>
                </a:lnTo>
                <a:lnTo>
                  <a:pt x="841952" y="198044"/>
                </a:lnTo>
                <a:lnTo>
                  <a:pt x="837815" y="197208"/>
                </a:lnTo>
                <a:lnTo>
                  <a:pt x="833345" y="196379"/>
                </a:lnTo>
                <a:lnTo>
                  <a:pt x="828905" y="195355"/>
                </a:lnTo>
                <a:lnTo>
                  <a:pt x="825637" y="194720"/>
                </a:lnTo>
                <a:lnTo>
                  <a:pt x="820970" y="194188"/>
                </a:lnTo>
                <a:lnTo>
                  <a:pt x="817794" y="193863"/>
                </a:lnTo>
                <a:lnTo>
                  <a:pt x="814011" y="192631"/>
                </a:lnTo>
                <a:lnTo>
                  <a:pt x="809261" y="190386"/>
                </a:lnTo>
                <a:lnTo>
                  <a:pt x="804875" y="188615"/>
                </a:lnTo>
                <a:lnTo>
                  <a:pt x="800740" y="187095"/>
                </a:lnTo>
                <a:lnTo>
                  <a:pt x="793527" y="185175"/>
                </a:lnTo>
                <a:lnTo>
                  <a:pt x="789489" y="183954"/>
                </a:lnTo>
                <a:lnTo>
                  <a:pt x="783452" y="181893"/>
                </a:lnTo>
                <a:lnTo>
                  <a:pt x="771663" y="178862"/>
                </a:lnTo>
                <a:lnTo>
                  <a:pt x="762720" y="176099"/>
                </a:lnTo>
                <a:lnTo>
                  <a:pt x="755940" y="173723"/>
                </a:lnTo>
                <a:lnTo>
                  <a:pt x="751513" y="174150"/>
                </a:lnTo>
                <a:lnTo>
                  <a:pt x="746801" y="173797"/>
                </a:lnTo>
                <a:lnTo>
                  <a:pt x="745446" y="172548"/>
                </a:lnTo>
                <a:lnTo>
                  <a:pt x="745081" y="172712"/>
                </a:lnTo>
                <a:lnTo>
                  <a:pt x="741419" y="169424"/>
                </a:lnTo>
                <a:lnTo>
                  <a:pt x="736572" y="165987"/>
                </a:lnTo>
                <a:lnTo>
                  <a:pt x="731428" y="164310"/>
                </a:lnTo>
                <a:lnTo>
                  <a:pt x="728202" y="163598"/>
                </a:lnTo>
                <a:lnTo>
                  <a:pt x="724847" y="163631"/>
                </a:lnTo>
                <a:lnTo>
                  <a:pt x="721993" y="163242"/>
                </a:lnTo>
                <a:lnTo>
                  <a:pt x="718867" y="163618"/>
                </a:lnTo>
                <a:lnTo>
                  <a:pt x="715024" y="165758"/>
                </a:lnTo>
                <a:lnTo>
                  <a:pt x="714059" y="169119"/>
                </a:lnTo>
                <a:lnTo>
                  <a:pt x="710962" y="172094"/>
                </a:lnTo>
                <a:lnTo>
                  <a:pt x="704771" y="173699"/>
                </a:lnTo>
                <a:lnTo>
                  <a:pt x="690082" y="172822"/>
                </a:lnTo>
                <a:lnTo>
                  <a:pt x="677696" y="172233"/>
                </a:lnTo>
                <a:lnTo>
                  <a:pt x="670331" y="171439"/>
                </a:lnTo>
                <a:lnTo>
                  <a:pt x="665241" y="171664"/>
                </a:lnTo>
                <a:lnTo>
                  <a:pt x="661732" y="171780"/>
                </a:lnTo>
                <a:lnTo>
                  <a:pt x="657337" y="171997"/>
                </a:lnTo>
                <a:lnTo>
                  <a:pt x="655229" y="171064"/>
                </a:lnTo>
                <a:lnTo>
                  <a:pt x="650829" y="169861"/>
                </a:lnTo>
                <a:lnTo>
                  <a:pt x="632838" y="165731"/>
                </a:lnTo>
                <a:lnTo>
                  <a:pt x="626147" y="163877"/>
                </a:lnTo>
                <a:lnTo>
                  <a:pt x="617841" y="160919"/>
                </a:lnTo>
                <a:lnTo>
                  <a:pt x="606272" y="159616"/>
                </a:lnTo>
                <a:lnTo>
                  <a:pt x="601876" y="158754"/>
                </a:lnTo>
                <a:lnTo>
                  <a:pt x="595224" y="156075"/>
                </a:lnTo>
                <a:lnTo>
                  <a:pt x="592203" y="154901"/>
                </a:lnTo>
                <a:lnTo>
                  <a:pt x="588161" y="154198"/>
                </a:lnTo>
                <a:lnTo>
                  <a:pt x="579596" y="152514"/>
                </a:lnTo>
                <a:lnTo>
                  <a:pt x="574928" y="150552"/>
                </a:lnTo>
                <a:lnTo>
                  <a:pt x="571066" y="148995"/>
                </a:lnTo>
                <a:lnTo>
                  <a:pt x="567420" y="147883"/>
                </a:lnTo>
                <a:lnTo>
                  <a:pt x="564228" y="146648"/>
                </a:lnTo>
                <a:lnTo>
                  <a:pt x="559794" y="146024"/>
                </a:lnTo>
                <a:lnTo>
                  <a:pt x="552812" y="145158"/>
                </a:lnTo>
                <a:lnTo>
                  <a:pt x="545856" y="143603"/>
                </a:lnTo>
                <a:lnTo>
                  <a:pt x="542152" y="142697"/>
                </a:lnTo>
                <a:lnTo>
                  <a:pt x="539421" y="141516"/>
                </a:lnTo>
                <a:lnTo>
                  <a:pt x="533838" y="141600"/>
                </a:lnTo>
                <a:lnTo>
                  <a:pt x="530325" y="141971"/>
                </a:lnTo>
                <a:lnTo>
                  <a:pt x="525956" y="143097"/>
                </a:lnTo>
                <a:lnTo>
                  <a:pt x="520030" y="149023"/>
                </a:lnTo>
                <a:lnTo>
                  <a:pt x="518379" y="153537"/>
                </a:lnTo>
                <a:lnTo>
                  <a:pt x="516823" y="159649"/>
                </a:lnTo>
                <a:lnTo>
                  <a:pt x="515252" y="168558"/>
                </a:lnTo>
                <a:lnTo>
                  <a:pt x="512887" y="174566"/>
                </a:lnTo>
                <a:lnTo>
                  <a:pt x="510159" y="178487"/>
                </a:lnTo>
                <a:lnTo>
                  <a:pt x="505928" y="184125"/>
                </a:lnTo>
                <a:lnTo>
                  <a:pt x="504381" y="188821"/>
                </a:lnTo>
                <a:lnTo>
                  <a:pt x="504475" y="193759"/>
                </a:lnTo>
                <a:lnTo>
                  <a:pt x="508669" y="196293"/>
                </a:lnTo>
                <a:lnTo>
                  <a:pt x="513855" y="199384"/>
                </a:lnTo>
                <a:lnTo>
                  <a:pt x="519261" y="202898"/>
                </a:lnTo>
                <a:lnTo>
                  <a:pt x="521440" y="206371"/>
                </a:lnTo>
                <a:lnTo>
                  <a:pt x="525636" y="210785"/>
                </a:lnTo>
                <a:lnTo>
                  <a:pt x="538170" y="217378"/>
                </a:lnTo>
                <a:lnTo>
                  <a:pt x="545173" y="221520"/>
                </a:lnTo>
                <a:lnTo>
                  <a:pt x="550190" y="225766"/>
                </a:lnTo>
                <a:lnTo>
                  <a:pt x="551587" y="229974"/>
                </a:lnTo>
                <a:lnTo>
                  <a:pt x="553595" y="232608"/>
                </a:lnTo>
                <a:lnTo>
                  <a:pt x="556695" y="234670"/>
                </a:lnTo>
                <a:lnTo>
                  <a:pt x="561065" y="236216"/>
                </a:lnTo>
                <a:lnTo>
                  <a:pt x="564257" y="236307"/>
                </a:lnTo>
                <a:lnTo>
                  <a:pt x="565515" y="236536"/>
                </a:lnTo>
                <a:lnTo>
                  <a:pt x="566948" y="240770"/>
                </a:lnTo>
                <a:lnTo>
                  <a:pt x="568338" y="245415"/>
                </a:lnTo>
                <a:lnTo>
                  <a:pt x="574990" y="248585"/>
                </a:lnTo>
                <a:lnTo>
                  <a:pt x="581206" y="246098"/>
                </a:lnTo>
                <a:lnTo>
                  <a:pt x="588256" y="244747"/>
                </a:lnTo>
                <a:lnTo>
                  <a:pt x="594165" y="246245"/>
                </a:lnTo>
                <a:lnTo>
                  <a:pt x="598798" y="248663"/>
                </a:lnTo>
                <a:lnTo>
                  <a:pt x="602766" y="248876"/>
                </a:lnTo>
                <a:lnTo>
                  <a:pt x="611139" y="248706"/>
                </a:lnTo>
                <a:lnTo>
                  <a:pt x="625840" y="251026"/>
                </a:lnTo>
                <a:lnTo>
                  <a:pt x="630901" y="253040"/>
                </a:lnTo>
                <a:lnTo>
                  <a:pt x="639056" y="253575"/>
                </a:lnTo>
                <a:lnTo>
                  <a:pt x="643717" y="258065"/>
                </a:lnTo>
                <a:lnTo>
                  <a:pt x="641994" y="260608"/>
                </a:lnTo>
                <a:lnTo>
                  <a:pt x="636537" y="263173"/>
                </a:lnTo>
                <a:lnTo>
                  <a:pt x="618539" y="262987"/>
                </a:lnTo>
                <a:lnTo>
                  <a:pt x="616391" y="264762"/>
                </a:lnTo>
                <a:lnTo>
                  <a:pt x="617780" y="265617"/>
                </a:lnTo>
                <a:lnTo>
                  <a:pt x="603215" y="264575"/>
                </a:lnTo>
                <a:lnTo>
                  <a:pt x="591048" y="260902"/>
                </a:lnTo>
                <a:lnTo>
                  <a:pt x="581654" y="263368"/>
                </a:lnTo>
                <a:lnTo>
                  <a:pt x="570128" y="264858"/>
                </a:lnTo>
                <a:lnTo>
                  <a:pt x="566179" y="266132"/>
                </a:lnTo>
                <a:lnTo>
                  <a:pt x="558474" y="267505"/>
                </a:lnTo>
                <a:lnTo>
                  <a:pt x="544764" y="268399"/>
                </a:lnTo>
                <a:lnTo>
                  <a:pt x="539726" y="267011"/>
                </a:lnTo>
                <a:lnTo>
                  <a:pt x="532335" y="267374"/>
                </a:lnTo>
                <a:lnTo>
                  <a:pt x="523043" y="270178"/>
                </a:lnTo>
                <a:lnTo>
                  <a:pt x="514759" y="268866"/>
                </a:lnTo>
                <a:lnTo>
                  <a:pt x="506810" y="268002"/>
                </a:lnTo>
                <a:lnTo>
                  <a:pt x="500910" y="273239"/>
                </a:lnTo>
                <a:lnTo>
                  <a:pt x="494683" y="277794"/>
                </a:lnTo>
                <a:lnTo>
                  <a:pt x="486071" y="281176"/>
                </a:lnTo>
                <a:lnTo>
                  <a:pt x="471452" y="288448"/>
                </a:lnTo>
                <a:lnTo>
                  <a:pt x="471531" y="291941"/>
                </a:lnTo>
                <a:lnTo>
                  <a:pt x="479634" y="295705"/>
                </a:lnTo>
                <a:lnTo>
                  <a:pt x="490114" y="300995"/>
                </a:lnTo>
                <a:lnTo>
                  <a:pt x="497598" y="305346"/>
                </a:lnTo>
                <a:lnTo>
                  <a:pt x="502086" y="307680"/>
                </a:lnTo>
                <a:lnTo>
                  <a:pt x="510026" y="306900"/>
                </a:lnTo>
                <a:lnTo>
                  <a:pt x="522580" y="307012"/>
                </a:lnTo>
                <a:lnTo>
                  <a:pt x="530064" y="312793"/>
                </a:lnTo>
                <a:lnTo>
                  <a:pt x="532179" y="313816"/>
                </a:lnTo>
                <a:lnTo>
                  <a:pt x="533830" y="315163"/>
                </a:lnTo>
                <a:lnTo>
                  <a:pt x="531071" y="317373"/>
                </a:lnTo>
                <a:lnTo>
                  <a:pt x="527420" y="318460"/>
                </a:lnTo>
                <a:lnTo>
                  <a:pt x="524363" y="321561"/>
                </a:lnTo>
                <a:lnTo>
                  <a:pt x="520681" y="326807"/>
                </a:lnTo>
                <a:lnTo>
                  <a:pt x="480867" y="320436"/>
                </a:lnTo>
                <a:lnTo>
                  <a:pt x="462901" y="319627"/>
                </a:lnTo>
                <a:lnTo>
                  <a:pt x="458049" y="321206"/>
                </a:lnTo>
                <a:lnTo>
                  <a:pt x="455790" y="323046"/>
                </a:lnTo>
                <a:lnTo>
                  <a:pt x="447687" y="322282"/>
                </a:lnTo>
                <a:lnTo>
                  <a:pt x="437423" y="319092"/>
                </a:lnTo>
                <a:lnTo>
                  <a:pt x="431196" y="318235"/>
                </a:lnTo>
                <a:lnTo>
                  <a:pt x="421664" y="315344"/>
                </a:lnTo>
                <a:lnTo>
                  <a:pt x="410155" y="314424"/>
                </a:lnTo>
                <a:lnTo>
                  <a:pt x="400663" y="313836"/>
                </a:lnTo>
                <a:lnTo>
                  <a:pt x="392847" y="309827"/>
                </a:lnTo>
                <a:lnTo>
                  <a:pt x="380717" y="308779"/>
                </a:lnTo>
                <a:lnTo>
                  <a:pt x="369567" y="308425"/>
                </a:lnTo>
                <a:lnTo>
                  <a:pt x="366444" y="307850"/>
                </a:lnTo>
                <a:lnTo>
                  <a:pt x="364615" y="307584"/>
                </a:lnTo>
                <a:lnTo>
                  <a:pt x="359634" y="307907"/>
                </a:lnTo>
                <a:lnTo>
                  <a:pt x="355231" y="308491"/>
                </a:lnTo>
                <a:lnTo>
                  <a:pt x="348660" y="309035"/>
                </a:lnTo>
                <a:lnTo>
                  <a:pt x="341481" y="308901"/>
                </a:lnTo>
                <a:lnTo>
                  <a:pt x="333920" y="308281"/>
                </a:lnTo>
                <a:lnTo>
                  <a:pt x="326974" y="307413"/>
                </a:lnTo>
                <a:lnTo>
                  <a:pt x="320531" y="306603"/>
                </a:lnTo>
                <a:lnTo>
                  <a:pt x="318326" y="305343"/>
                </a:lnTo>
                <a:lnTo>
                  <a:pt x="318231" y="303451"/>
                </a:lnTo>
                <a:lnTo>
                  <a:pt x="318378" y="302355"/>
                </a:lnTo>
                <a:lnTo>
                  <a:pt x="318990" y="301435"/>
                </a:lnTo>
                <a:lnTo>
                  <a:pt x="320187" y="300615"/>
                </a:lnTo>
                <a:lnTo>
                  <a:pt x="324099" y="296577"/>
                </a:lnTo>
                <a:lnTo>
                  <a:pt x="326015" y="295154"/>
                </a:lnTo>
                <a:lnTo>
                  <a:pt x="329395" y="294095"/>
                </a:lnTo>
                <a:lnTo>
                  <a:pt x="338158" y="291743"/>
                </a:lnTo>
                <a:lnTo>
                  <a:pt x="338649" y="288667"/>
                </a:lnTo>
                <a:lnTo>
                  <a:pt x="337394" y="285107"/>
                </a:lnTo>
                <a:lnTo>
                  <a:pt x="334636" y="283897"/>
                </a:lnTo>
                <a:lnTo>
                  <a:pt x="331163" y="283402"/>
                </a:lnTo>
                <a:lnTo>
                  <a:pt x="326652" y="282721"/>
                </a:lnTo>
                <a:lnTo>
                  <a:pt x="321369" y="280800"/>
                </a:lnTo>
                <a:lnTo>
                  <a:pt x="317732" y="278981"/>
                </a:lnTo>
                <a:lnTo>
                  <a:pt x="315209" y="277580"/>
                </a:lnTo>
                <a:lnTo>
                  <a:pt x="310566" y="277545"/>
                </a:lnTo>
                <a:lnTo>
                  <a:pt x="306627" y="277063"/>
                </a:lnTo>
                <a:lnTo>
                  <a:pt x="301917" y="275575"/>
                </a:lnTo>
                <a:lnTo>
                  <a:pt x="294700" y="275661"/>
                </a:lnTo>
                <a:lnTo>
                  <a:pt x="291853" y="275203"/>
                </a:lnTo>
                <a:lnTo>
                  <a:pt x="289175" y="274561"/>
                </a:lnTo>
                <a:lnTo>
                  <a:pt x="286127" y="273152"/>
                </a:lnTo>
                <a:lnTo>
                  <a:pt x="283435" y="272808"/>
                </a:lnTo>
                <a:lnTo>
                  <a:pt x="280610" y="272927"/>
                </a:lnTo>
                <a:lnTo>
                  <a:pt x="279348" y="273569"/>
                </a:lnTo>
                <a:lnTo>
                  <a:pt x="276760" y="274598"/>
                </a:lnTo>
                <a:lnTo>
                  <a:pt x="273770" y="275793"/>
                </a:lnTo>
                <a:lnTo>
                  <a:pt x="273059" y="277777"/>
                </a:lnTo>
                <a:lnTo>
                  <a:pt x="275338" y="280813"/>
                </a:lnTo>
                <a:lnTo>
                  <a:pt x="281418" y="284670"/>
                </a:lnTo>
                <a:lnTo>
                  <a:pt x="286527" y="286196"/>
                </a:lnTo>
                <a:lnTo>
                  <a:pt x="288314" y="289997"/>
                </a:lnTo>
                <a:lnTo>
                  <a:pt x="291944" y="295448"/>
                </a:lnTo>
                <a:lnTo>
                  <a:pt x="303859" y="302608"/>
                </a:lnTo>
                <a:lnTo>
                  <a:pt x="308071" y="308175"/>
                </a:lnTo>
                <a:lnTo>
                  <a:pt x="300429" y="312720"/>
                </a:lnTo>
                <a:lnTo>
                  <a:pt x="293912" y="317848"/>
                </a:lnTo>
                <a:lnTo>
                  <a:pt x="287306" y="318561"/>
                </a:lnTo>
                <a:lnTo>
                  <a:pt x="277858" y="317849"/>
                </a:lnTo>
                <a:lnTo>
                  <a:pt x="271245" y="316365"/>
                </a:lnTo>
                <a:lnTo>
                  <a:pt x="265157" y="313787"/>
                </a:lnTo>
                <a:lnTo>
                  <a:pt x="255341" y="316395"/>
                </a:lnTo>
                <a:lnTo>
                  <a:pt x="254852" y="316768"/>
                </a:lnTo>
                <a:lnTo>
                  <a:pt x="248265" y="316262"/>
                </a:lnTo>
                <a:lnTo>
                  <a:pt x="228016" y="306353"/>
                </a:lnTo>
                <a:lnTo>
                  <a:pt x="217262" y="300886"/>
                </a:lnTo>
                <a:lnTo>
                  <a:pt x="209466" y="294565"/>
                </a:lnTo>
                <a:lnTo>
                  <a:pt x="212407" y="286629"/>
                </a:lnTo>
                <a:lnTo>
                  <a:pt x="208646" y="282325"/>
                </a:lnTo>
                <a:lnTo>
                  <a:pt x="202090" y="276119"/>
                </a:lnTo>
                <a:lnTo>
                  <a:pt x="198559" y="278836"/>
                </a:lnTo>
                <a:lnTo>
                  <a:pt x="190096" y="280624"/>
                </a:lnTo>
                <a:lnTo>
                  <a:pt x="185841" y="280598"/>
                </a:lnTo>
                <a:lnTo>
                  <a:pt x="176837" y="277452"/>
                </a:lnTo>
                <a:lnTo>
                  <a:pt x="173238" y="277390"/>
                </a:lnTo>
                <a:lnTo>
                  <a:pt x="171818" y="278211"/>
                </a:lnTo>
                <a:lnTo>
                  <a:pt x="161644" y="286592"/>
                </a:lnTo>
                <a:lnTo>
                  <a:pt x="145583" y="286737"/>
                </a:lnTo>
                <a:lnTo>
                  <a:pt x="141681" y="283928"/>
                </a:lnTo>
                <a:lnTo>
                  <a:pt x="137796" y="283733"/>
                </a:lnTo>
                <a:lnTo>
                  <a:pt x="133954" y="284319"/>
                </a:lnTo>
                <a:lnTo>
                  <a:pt x="129349" y="284619"/>
                </a:lnTo>
                <a:lnTo>
                  <a:pt x="119452" y="281269"/>
                </a:lnTo>
                <a:lnTo>
                  <a:pt x="111424" y="280336"/>
                </a:lnTo>
                <a:lnTo>
                  <a:pt x="108154" y="281716"/>
                </a:lnTo>
                <a:lnTo>
                  <a:pt x="105755" y="285513"/>
                </a:lnTo>
                <a:lnTo>
                  <a:pt x="101753" y="288777"/>
                </a:lnTo>
                <a:lnTo>
                  <a:pt x="96312" y="292333"/>
                </a:lnTo>
                <a:lnTo>
                  <a:pt x="90322" y="300717"/>
                </a:lnTo>
                <a:lnTo>
                  <a:pt x="83723" y="303938"/>
                </a:lnTo>
                <a:lnTo>
                  <a:pt x="79052" y="305969"/>
                </a:lnTo>
                <a:lnTo>
                  <a:pt x="70875" y="315921"/>
                </a:lnTo>
                <a:lnTo>
                  <a:pt x="61954" y="326482"/>
                </a:lnTo>
                <a:lnTo>
                  <a:pt x="54156" y="336717"/>
                </a:lnTo>
                <a:lnTo>
                  <a:pt x="46197" y="341958"/>
                </a:lnTo>
                <a:lnTo>
                  <a:pt x="41318" y="346426"/>
                </a:lnTo>
                <a:lnTo>
                  <a:pt x="35741" y="352079"/>
                </a:lnTo>
                <a:lnTo>
                  <a:pt x="33778" y="354122"/>
                </a:lnTo>
                <a:lnTo>
                  <a:pt x="27213" y="355568"/>
                </a:lnTo>
                <a:lnTo>
                  <a:pt x="20616" y="356321"/>
                </a:lnTo>
                <a:lnTo>
                  <a:pt x="15188" y="358511"/>
                </a:lnTo>
                <a:lnTo>
                  <a:pt x="14507" y="360689"/>
                </a:lnTo>
                <a:lnTo>
                  <a:pt x="13473" y="367006"/>
                </a:lnTo>
                <a:lnTo>
                  <a:pt x="11403" y="381162"/>
                </a:lnTo>
                <a:lnTo>
                  <a:pt x="11422" y="384306"/>
                </a:lnTo>
                <a:lnTo>
                  <a:pt x="11904" y="388674"/>
                </a:lnTo>
                <a:lnTo>
                  <a:pt x="11901" y="395052"/>
                </a:lnTo>
                <a:lnTo>
                  <a:pt x="12909" y="401521"/>
                </a:lnTo>
                <a:lnTo>
                  <a:pt x="10580" y="408359"/>
                </a:lnTo>
                <a:lnTo>
                  <a:pt x="9086" y="414545"/>
                </a:lnTo>
                <a:lnTo>
                  <a:pt x="13130" y="423811"/>
                </a:lnTo>
                <a:lnTo>
                  <a:pt x="14858" y="432836"/>
                </a:lnTo>
                <a:lnTo>
                  <a:pt x="11353" y="441958"/>
                </a:lnTo>
                <a:lnTo>
                  <a:pt x="4741" y="445948"/>
                </a:lnTo>
                <a:lnTo>
                  <a:pt x="4559" y="449055"/>
                </a:lnTo>
                <a:lnTo>
                  <a:pt x="4152" y="456458"/>
                </a:lnTo>
                <a:lnTo>
                  <a:pt x="2954" y="460055"/>
                </a:lnTo>
                <a:lnTo>
                  <a:pt x="2028" y="461908"/>
                </a:lnTo>
                <a:lnTo>
                  <a:pt x="0" y="463764"/>
                </a:lnTo>
                <a:lnTo>
                  <a:pt x="2960" y="468387"/>
                </a:lnTo>
                <a:lnTo>
                  <a:pt x="8216" y="473650"/>
                </a:lnTo>
                <a:lnTo>
                  <a:pt x="12758" y="474520"/>
                </a:lnTo>
                <a:lnTo>
                  <a:pt x="16411" y="475517"/>
                </a:lnTo>
                <a:lnTo>
                  <a:pt x="21590" y="475954"/>
                </a:lnTo>
                <a:lnTo>
                  <a:pt x="28109" y="475205"/>
                </a:lnTo>
                <a:lnTo>
                  <a:pt x="31016" y="475072"/>
                </a:lnTo>
                <a:lnTo>
                  <a:pt x="34500" y="473899"/>
                </a:lnTo>
                <a:lnTo>
                  <a:pt x="37337" y="471886"/>
                </a:lnTo>
                <a:lnTo>
                  <a:pt x="39780" y="472438"/>
                </a:lnTo>
                <a:lnTo>
                  <a:pt x="43148" y="474150"/>
                </a:lnTo>
                <a:lnTo>
                  <a:pt x="46746" y="475613"/>
                </a:lnTo>
                <a:lnTo>
                  <a:pt x="52780" y="474399"/>
                </a:lnTo>
                <a:lnTo>
                  <a:pt x="58000" y="472376"/>
                </a:lnTo>
                <a:lnTo>
                  <a:pt x="62618" y="470631"/>
                </a:lnTo>
                <a:lnTo>
                  <a:pt x="67571" y="470121"/>
                </a:lnTo>
                <a:lnTo>
                  <a:pt x="72547" y="470355"/>
                </a:lnTo>
                <a:lnTo>
                  <a:pt x="75588" y="470291"/>
                </a:lnTo>
                <a:lnTo>
                  <a:pt x="80844" y="470237"/>
                </a:lnTo>
                <a:lnTo>
                  <a:pt x="83843" y="469524"/>
                </a:lnTo>
                <a:lnTo>
                  <a:pt x="84331" y="468557"/>
                </a:lnTo>
                <a:lnTo>
                  <a:pt x="87162" y="467871"/>
                </a:lnTo>
                <a:lnTo>
                  <a:pt x="91322" y="467655"/>
                </a:lnTo>
                <a:lnTo>
                  <a:pt x="97520" y="468143"/>
                </a:lnTo>
                <a:lnTo>
                  <a:pt x="100612" y="467868"/>
                </a:lnTo>
                <a:lnTo>
                  <a:pt x="103333" y="467457"/>
                </a:lnTo>
                <a:lnTo>
                  <a:pt x="108131" y="466892"/>
                </a:lnTo>
                <a:lnTo>
                  <a:pt x="110425" y="466297"/>
                </a:lnTo>
                <a:lnTo>
                  <a:pt x="115923" y="465271"/>
                </a:lnTo>
                <a:lnTo>
                  <a:pt x="124911" y="466380"/>
                </a:lnTo>
                <a:lnTo>
                  <a:pt x="133293" y="468262"/>
                </a:lnTo>
                <a:lnTo>
                  <a:pt x="141488" y="466799"/>
                </a:lnTo>
                <a:lnTo>
                  <a:pt x="149456" y="465957"/>
                </a:lnTo>
                <a:lnTo>
                  <a:pt x="156045" y="469666"/>
                </a:lnTo>
                <a:lnTo>
                  <a:pt x="156974" y="475451"/>
                </a:lnTo>
                <a:lnTo>
                  <a:pt x="154962" y="480497"/>
                </a:lnTo>
                <a:lnTo>
                  <a:pt x="152686" y="486406"/>
                </a:lnTo>
                <a:lnTo>
                  <a:pt x="149353" y="488147"/>
                </a:lnTo>
                <a:lnTo>
                  <a:pt x="144423" y="488423"/>
                </a:lnTo>
                <a:lnTo>
                  <a:pt x="141808" y="489740"/>
                </a:lnTo>
                <a:lnTo>
                  <a:pt x="139821" y="493135"/>
                </a:lnTo>
                <a:lnTo>
                  <a:pt x="138028" y="496932"/>
                </a:lnTo>
                <a:lnTo>
                  <a:pt x="136090" y="498993"/>
                </a:lnTo>
                <a:lnTo>
                  <a:pt x="132368" y="500962"/>
                </a:lnTo>
                <a:lnTo>
                  <a:pt x="128492" y="505077"/>
                </a:lnTo>
                <a:lnTo>
                  <a:pt x="126038" y="507712"/>
                </a:lnTo>
                <a:lnTo>
                  <a:pt x="120159" y="511121"/>
                </a:lnTo>
                <a:lnTo>
                  <a:pt x="109470" y="511565"/>
                </a:lnTo>
                <a:lnTo>
                  <a:pt x="104180" y="509487"/>
                </a:lnTo>
                <a:lnTo>
                  <a:pt x="103333" y="505586"/>
                </a:lnTo>
                <a:lnTo>
                  <a:pt x="101083" y="506216"/>
                </a:lnTo>
                <a:lnTo>
                  <a:pt x="100520" y="512328"/>
                </a:lnTo>
                <a:lnTo>
                  <a:pt x="102806" y="521279"/>
                </a:lnTo>
                <a:lnTo>
                  <a:pt x="110104" y="526914"/>
                </a:lnTo>
                <a:lnTo>
                  <a:pt x="112696" y="531682"/>
                </a:lnTo>
                <a:lnTo>
                  <a:pt x="118225" y="537400"/>
                </a:lnTo>
                <a:lnTo>
                  <a:pt x="123375" y="544249"/>
                </a:lnTo>
                <a:lnTo>
                  <a:pt x="125250" y="549770"/>
                </a:lnTo>
                <a:lnTo>
                  <a:pt x="126359" y="552191"/>
                </a:lnTo>
                <a:lnTo>
                  <a:pt x="130579" y="553299"/>
                </a:lnTo>
                <a:lnTo>
                  <a:pt x="132263" y="553581"/>
                </a:lnTo>
                <a:lnTo>
                  <a:pt x="133921" y="555522"/>
                </a:lnTo>
                <a:lnTo>
                  <a:pt x="142633" y="565163"/>
                </a:lnTo>
                <a:lnTo>
                  <a:pt x="146750" y="569453"/>
                </a:lnTo>
                <a:lnTo>
                  <a:pt x="147992" y="571666"/>
                </a:lnTo>
                <a:lnTo>
                  <a:pt x="148513" y="576945"/>
                </a:lnTo>
                <a:lnTo>
                  <a:pt x="147839" y="582117"/>
                </a:lnTo>
                <a:lnTo>
                  <a:pt x="144867" y="583275"/>
                </a:lnTo>
                <a:lnTo>
                  <a:pt x="139135" y="585184"/>
                </a:lnTo>
                <a:lnTo>
                  <a:pt x="138146" y="592189"/>
                </a:lnTo>
                <a:lnTo>
                  <a:pt x="137736" y="597637"/>
                </a:lnTo>
                <a:lnTo>
                  <a:pt x="138167" y="602572"/>
                </a:lnTo>
                <a:lnTo>
                  <a:pt x="142766" y="605910"/>
                </a:lnTo>
                <a:lnTo>
                  <a:pt x="143918" y="609960"/>
                </a:lnTo>
                <a:lnTo>
                  <a:pt x="151470" y="612880"/>
                </a:lnTo>
                <a:lnTo>
                  <a:pt x="166793" y="611649"/>
                </a:lnTo>
                <a:lnTo>
                  <a:pt x="170888" y="615470"/>
                </a:lnTo>
                <a:lnTo>
                  <a:pt x="174080" y="614581"/>
                </a:lnTo>
                <a:lnTo>
                  <a:pt x="180496" y="613351"/>
                </a:lnTo>
                <a:lnTo>
                  <a:pt x="182370" y="614800"/>
                </a:lnTo>
                <a:lnTo>
                  <a:pt x="183390" y="619561"/>
                </a:lnTo>
                <a:lnTo>
                  <a:pt x="184615" y="625784"/>
                </a:lnTo>
                <a:lnTo>
                  <a:pt x="182916" y="629113"/>
                </a:lnTo>
                <a:lnTo>
                  <a:pt x="177406" y="628259"/>
                </a:lnTo>
                <a:lnTo>
                  <a:pt x="172732" y="627320"/>
                </a:lnTo>
                <a:lnTo>
                  <a:pt x="169001" y="626261"/>
                </a:lnTo>
                <a:lnTo>
                  <a:pt x="166469" y="627555"/>
                </a:lnTo>
                <a:lnTo>
                  <a:pt x="166107" y="629066"/>
                </a:lnTo>
                <a:lnTo>
                  <a:pt x="165208" y="633043"/>
                </a:lnTo>
                <a:lnTo>
                  <a:pt x="160744" y="634423"/>
                </a:lnTo>
                <a:lnTo>
                  <a:pt x="158890" y="634684"/>
                </a:lnTo>
                <a:lnTo>
                  <a:pt x="158242" y="637676"/>
                </a:lnTo>
                <a:lnTo>
                  <a:pt x="160535" y="644242"/>
                </a:lnTo>
                <a:lnTo>
                  <a:pt x="156718" y="650102"/>
                </a:lnTo>
                <a:lnTo>
                  <a:pt x="149956" y="651113"/>
                </a:lnTo>
                <a:lnTo>
                  <a:pt x="147808" y="650341"/>
                </a:lnTo>
                <a:lnTo>
                  <a:pt x="142101" y="648909"/>
                </a:lnTo>
                <a:lnTo>
                  <a:pt x="138341" y="651443"/>
                </a:lnTo>
                <a:lnTo>
                  <a:pt x="133200" y="653460"/>
                </a:lnTo>
                <a:lnTo>
                  <a:pt x="129658" y="656349"/>
                </a:lnTo>
                <a:lnTo>
                  <a:pt x="128915" y="660236"/>
                </a:lnTo>
                <a:lnTo>
                  <a:pt x="127609" y="663330"/>
                </a:lnTo>
                <a:lnTo>
                  <a:pt x="128160" y="664922"/>
                </a:lnTo>
                <a:lnTo>
                  <a:pt x="130498" y="671658"/>
                </a:lnTo>
                <a:lnTo>
                  <a:pt x="133703" y="676505"/>
                </a:lnTo>
                <a:lnTo>
                  <a:pt x="134364" y="677023"/>
                </a:lnTo>
                <a:lnTo>
                  <a:pt x="140130" y="678072"/>
                </a:lnTo>
                <a:lnTo>
                  <a:pt x="147079" y="680196"/>
                </a:lnTo>
                <a:lnTo>
                  <a:pt x="147462" y="683190"/>
                </a:lnTo>
                <a:lnTo>
                  <a:pt x="147743" y="687235"/>
                </a:lnTo>
                <a:lnTo>
                  <a:pt x="150762" y="691427"/>
                </a:lnTo>
                <a:lnTo>
                  <a:pt x="152095" y="695197"/>
                </a:lnTo>
                <a:lnTo>
                  <a:pt x="152793" y="700821"/>
                </a:lnTo>
                <a:lnTo>
                  <a:pt x="154317" y="703699"/>
                </a:lnTo>
                <a:lnTo>
                  <a:pt x="155945" y="705166"/>
                </a:lnTo>
                <a:lnTo>
                  <a:pt x="158112" y="706221"/>
                </a:lnTo>
                <a:lnTo>
                  <a:pt x="159516" y="709048"/>
                </a:lnTo>
                <a:lnTo>
                  <a:pt x="162009" y="713669"/>
                </a:lnTo>
                <a:lnTo>
                  <a:pt x="166326" y="718859"/>
                </a:lnTo>
                <a:lnTo>
                  <a:pt x="170488" y="719304"/>
                </a:lnTo>
                <a:lnTo>
                  <a:pt x="174286" y="718577"/>
                </a:lnTo>
                <a:lnTo>
                  <a:pt x="175727" y="717134"/>
                </a:lnTo>
                <a:lnTo>
                  <a:pt x="178028" y="716312"/>
                </a:lnTo>
                <a:lnTo>
                  <a:pt x="180237" y="715694"/>
                </a:lnTo>
                <a:lnTo>
                  <a:pt x="182805" y="716115"/>
                </a:lnTo>
                <a:lnTo>
                  <a:pt x="185845" y="717068"/>
                </a:lnTo>
                <a:lnTo>
                  <a:pt x="188697" y="717923"/>
                </a:lnTo>
                <a:lnTo>
                  <a:pt x="190291" y="717965"/>
                </a:lnTo>
                <a:lnTo>
                  <a:pt x="191360" y="717575"/>
                </a:lnTo>
                <a:lnTo>
                  <a:pt x="192489" y="716795"/>
                </a:lnTo>
                <a:lnTo>
                  <a:pt x="193387" y="716520"/>
                </a:lnTo>
                <a:lnTo>
                  <a:pt x="195173" y="716283"/>
                </a:lnTo>
                <a:lnTo>
                  <a:pt x="197315" y="716157"/>
                </a:lnTo>
                <a:lnTo>
                  <a:pt x="199199" y="716350"/>
                </a:lnTo>
                <a:lnTo>
                  <a:pt x="202651" y="717620"/>
                </a:lnTo>
                <a:lnTo>
                  <a:pt x="204085" y="718436"/>
                </a:lnTo>
                <a:lnTo>
                  <a:pt x="204691" y="719408"/>
                </a:lnTo>
                <a:lnTo>
                  <a:pt x="204091" y="720866"/>
                </a:lnTo>
                <a:lnTo>
                  <a:pt x="202886" y="722720"/>
                </a:lnTo>
                <a:lnTo>
                  <a:pt x="201206" y="724440"/>
                </a:lnTo>
                <a:lnTo>
                  <a:pt x="199950" y="726167"/>
                </a:lnTo>
                <a:lnTo>
                  <a:pt x="199243" y="727465"/>
                </a:lnTo>
                <a:lnTo>
                  <a:pt x="197952" y="729348"/>
                </a:lnTo>
                <a:lnTo>
                  <a:pt x="193218" y="729144"/>
                </a:lnTo>
                <a:lnTo>
                  <a:pt x="189350" y="728552"/>
                </a:lnTo>
                <a:lnTo>
                  <a:pt x="184802" y="727797"/>
                </a:lnTo>
                <a:lnTo>
                  <a:pt x="181559" y="727404"/>
                </a:lnTo>
                <a:lnTo>
                  <a:pt x="179128" y="727153"/>
                </a:lnTo>
                <a:lnTo>
                  <a:pt x="178026" y="727330"/>
                </a:lnTo>
                <a:lnTo>
                  <a:pt x="175892" y="727670"/>
                </a:lnTo>
                <a:lnTo>
                  <a:pt x="173589" y="728163"/>
                </a:lnTo>
                <a:lnTo>
                  <a:pt x="172385" y="728739"/>
                </a:lnTo>
                <a:lnTo>
                  <a:pt x="170098" y="729735"/>
                </a:lnTo>
                <a:lnTo>
                  <a:pt x="167575" y="731179"/>
                </a:lnTo>
                <a:lnTo>
                  <a:pt x="163002" y="733317"/>
                </a:lnTo>
                <a:lnTo>
                  <a:pt x="155588" y="733960"/>
                </a:lnTo>
                <a:lnTo>
                  <a:pt x="139626" y="733442"/>
                </a:lnTo>
                <a:lnTo>
                  <a:pt x="135857" y="730446"/>
                </a:lnTo>
                <a:lnTo>
                  <a:pt x="132874" y="725907"/>
                </a:lnTo>
                <a:lnTo>
                  <a:pt x="129786" y="722235"/>
                </a:lnTo>
                <a:lnTo>
                  <a:pt x="126873" y="719657"/>
                </a:lnTo>
                <a:lnTo>
                  <a:pt x="122921" y="717755"/>
                </a:lnTo>
                <a:lnTo>
                  <a:pt x="120160" y="717851"/>
                </a:lnTo>
                <a:lnTo>
                  <a:pt x="119639" y="719554"/>
                </a:lnTo>
                <a:lnTo>
                  <a:pt x="118392" y="723184"/>
                </a:lnTo>
                <a:lnTo>
                  <a:pt x="117119" y="726660"/>
                </a:lnTo>
                <a:lnTo>
                  <a:pt x="116895" y="729931"/>
                </a:lnTo>
                <a:lnTo>
                  <a:pt x="117580" y="734904"/>
                </a:lnTo>
                <a:lnTo>
                  <a:pt x="117538" y="738051"/>
                </a:lnTo>
                <a:lnTo>
                  <a:pt x="114261" y="739307"/>
                </a:lnTo>
                <a:lnTo>
                  <a:pt x="111521" y="736794"/>
                </a:lnTo>
                <a:lnTo>
                  <a:pt x="110978" y="733620"/>
                </a:lnTo>
                <a:lnTo>
                  <a:pt x="110842" y="728355"/>
                </a:lnTo>
                <a:lnTo>
                  <a:pt x="108542" y="724904"/>
                </a:lnTo>
                <a:lnTo>
                  <a:pt x="105157" y="722808"/>
                </a:lnTo>
                <a:lnTo>
                  <a:pt x="103754" y="719326"/>
                </a:lnTo>
                <a:lnTo>
                  <a:pt x="103852" y="710479"/>
                </a:lnTo>
                <a:lnTo>
                  <a:pt x="106523" y="707223"/>
                </a:lnTo>
                <a:lnTo>
                  <a:pt x="109925" y="706229"/>
                </a:lnTo>
                <a:lnTo>
                  <a:pt x="108904" y="698464"/>
                </a:lnTo>
                <a:lnTo>
                  <a:pt x="107942" y="695313"/>
                </a:lnTo>
                <a:lnTo>
                  <a:pt x="106632" y="693461"/>
                </a:lnTo>
                <a:lnTo>
                  <a:pt x="104111" y="692068"/>
                </a:lnTo>
                <a:lnTo>
                  <a:pt x="102575" y="690783"/>
                </a:lnTo>
                <a:lnTo>
                  <a:pt x="101082" y="689051"/>
                </a:lnTo>
                <a:lnTo>
                  <a:pt x="99118" y="685042"/>
                </a:lnTo>
                <a:lnTo>
                  <a:pt x="98025" y="682450"/>
                </a:lnTo>
                <a:lnTo>
                  <a:pt x="94696" y="676809"/>
                </a:lnTo>
                <a:lnTo>
                  <a:pt x="92907" y="674602"/>
                </a:lnTo>
                <a:lnTo>
                  <a:pt x="92389" y="673614"/>
                </a:lnTo>
                <a:lnTo>
                  <a:pt x="91584" y="670806"/>
                </a:lnTo>
                <a:lnTo>
                  <a:pt x="90132" y="666817"/>
                </a:lnTo>
                <a:lnTo>
                  <a:pt x="88634" y="664004"/>
                </a:lnTo>
                <a:lnTo>
                  <a:pt x="87042" y="661823"/>
                </a:lnTo>
                <a:lnTo>
                  <a:pt x="84077" y="659098"/>
                </a:lnTo>
                <a:lnTo>
                  <a:pt x="80402" y="656682"/>
                </a:lnTo>
                <a:lnTo>
                  <a:pt x="73461" y="654435"/>
                </a:lnTo>
                <a:lnTo>
                  <a:pt x="61779" y="656453"/>
                </a:lnTo>
                <a:lnTo>
                  <a:pt x="60486" y="659590"/>
                </a:lnTo>
                <a:lnTo>
                  <a:pt x="60300" y="664664"/>
                </a:lnTo>
                <a:lnTo>
                  <a:pt x="60435" y="678521"/>
                </a:lnTo>
                <a:lnTo>
                  <a:pt x="62169" y="683986"/>
                </a:lnTo>
                <a:lnTo>
                  <a:pt x="66914" y="692270"/>
                </a:lnTo>
                <a:lnTo>
                  <a:pt x="67011" y="697994"/>
                </a:lnTo>
                <a:lnTo>
                  <a:pt x="66394" y="700648"/>
                </a:lnTo>
                <a:lnTo>
                  <a:pt x="65575" y="703661"/>
                </a:lnTo>
                <a:lnTo>
                  <a:pt x="66977" y="706170"/>
                </a:lnTo>
                <a:lnTo>
                  <a:pt x="76276" y="707017"/>
                </a:lnTo>
                <a:lnTo>
                  <a:pt x="81870" y="711448"/>
                </a:lnTo>
                <a:lnTo>
                  <a:pt x="83092" y="717137"/>
                </a:lnTo>
                <a:lnTo>
                  <a:pt x="78727" y="718335"/>
                </a:lnTo>
                <a:lnTo>
                  <a:pt x="77827" y="721609"/>
                </a:lnTo>
                <a:lnTo>
                  <a:pt x="73405" y="730422"/>
                </a:lnTo>
                <a:lnTo>
                  <a:pt x="67879" y="730575"/>
                </a:lnTo>
                <a:lnTo>
                  <a:pt x="63429" y="729094"/>
                </a:lnTo>
                <a:lnTo>
                  <a:pt x="61588" y="729089"/>
                </a:lnTo>
                <a:lnTo>
                  <a:pt x="60303" y="730398"/>
                </a:lnTo>
                <a:lnTo>
                  <a:pt x="58244" y="732934"/>
                </a:lnTo>
                <a:lnTo>
                  <a:pt x="55040" y="735581"/>
                </a:lnTo>
                <a:lnTo>
                  <a:pt x="48466" y="738433"/>
                </a:lnTo>
                <a:lnTo>
                  <a:pt x="41445" y="740638"/>
                </a:lnTo>
                <a:lnTo>
                  <a:pt x="39105" y="742063"/>
                </a:lnTo>
                <a:lnTo>
                  <a:pt x="38667" y="743531"/>
                </a:lnTo>
                <a:lnTo>
                  <a:pt x="41384" y="748629"/>
                </a:lnTo>
                <a:lnTo>
                  <a:pt x="43630" y="750707"/>
                </a:lnTo>
                <a:lnTo>
                  <a:pt x="47549" y="750150"/>
                </a:lnTo>
                <a:lnTo>
                  <a:pt x="53141" y="751229"/>
                </a:lnTo>
                <a:lnTo>
                  <a:pt x="54403" y="753380"/>
                </a:lnTo>
                <a:lnTo>
                  <a:pt x="65279" y="755179"/>
                </a:lnTo>
                <a:lnTo>
                  <a:pt x="71592" y="760227"/>
                </a:lnTo>
                <a:lnTo>
                  <a:pt x="74142" y="762368"/>
                </a:lnTo>
                <a:lnTo>
                  <a:pt x="77092" y="763483"/>
                </a:lnTo>
                <a:lnTo>
                  <a:pt x="79981" y="766216"/>
                </a:lnTo>
                <a:lnTo>
                  <a:pt x="82326" y="767209"/>
                </a:lnTo>
                <a:lnTo>
                  <a:pt x="90279" y="769561"/>
                </a:lnTo>
                <a:lnTo>
                  <a:pt x="92513" y="772025"/>
                </a:lnTo>
                <a:lnTo>
                  <a:pt x="95079" y="776793"/>
                </a:lnTo>
                <a:lnTo>
                  <a:pt x="97017" y="781106"/>
                </a:lnTo>
                <a:lnTo>
                  <a:pt x="101120" y="781981"/>
                </a:lnTo>
                <a:lnTo>
                  <a:pt x="103156" y="784966"/>
                </a:lnTo>
                <a:lnTo>
                  <a:pt x="105027" y="787484"/>
                </a:lnTo>
                <a:lnTo>
                  <a:pt x="106937" y="786720"/>
                </a:lnTo>
                <a:lnTo>
                  <a:pt x="108623" y="781375"/>
                </a:lnTo>
                <a:lnTo>
                  <a:pt x="112921" y="779077"/>
                </a:lnTo>
                <a:lnTo>
                  <a:pt x="113711" y="775983"/>
                </a:lnTo>
                <a:lnTo>
                  <a:pt x="113250" y="771038"/>
                </a:lnTo>
                <a:lnTo>
                  <a:pt x="114356" y="767444"/>
                </a:lnTo>
                <a:lnTo>
                  <a:pt x="138858" y="768706"/>
                </a:lnTo>
                <a:lnTo>
                  <a:pt x="139428" y="775084"/>
                </a:lnTo>
                <a:lnTo>
                  <a:pt x="138155" y="777504"/>
                </a:lnTo>
                <a:lnTo>
                  <a:pt x="136656" y="780121"/>
                </a:lnTo>
                <a:lnTo>
                  <a:pt x="138245" y="782422"/>
                </a:lnTo>
                <a:lnTo>
                  <a:pt x="144948" y="784418"/>
                </a:lnTo>
                <a:lnTo>
                  <a:pt x="150171" y="793492"/>
                </a:lnTo>
                <a:lnTo>
                  <a:pt x="155370" y="804744"/>
                </a:lnTo>
                <a:lnTo>
                  <a:pt x="158277" y="804745"/>
                </a:lnTo>
                <a:lnTo>
                  <a:pt x="172282" y="801763"/>
                </a:lnTo>
                <a:lnTo>
                  <a:pt x="182574" y="805207"/>
                </a:lnTo>
                <a:lnTo>
                  <a:pt x="195882" y="814560"/>
                </a:lnTo>
                <a:lnTo>
                  <a:pt x="199049" y="818330"/>
                </a:lnTo>
                <a:lnTo>
                  <a:pt x="200523" y="820808"/>
                </a:lnTo>
                <a:lnTo>
                  <a:pt x="205495" y="822656"/>
                </a:lnTo>
                <a:lnTo>
                  <a:pt x="209448" y="824620"/>
                </a:lnTo>
                <a:lnTo>
                  <a:pt x="222029" y="827139"/>
                </a:lnTo>
                <a:lnTo>
                  <a:pt x="227324" y="832971"/>
                </a:lnTo>
                <a:lnTo>
                  <a:pt x="228304" y="838675"/>
                </a:lnTo>
                <a:lnTo>
                  <a:pt x="229232" y="844713"/>
                </a:lnTo>
                <a:lnTo>
                  <a:pt x="223511" y="848467"/>
                </a:lnTo>
                <a:lnTo>
                  <a:pt x="222946" y="855462"/>
                </a:lnTo>
                <a:lnTo>
                  <a:pt x="225728" y="866057"/>
                </a:lnTo>
                <a:lnTo>
                  <a:pt x="225798" y="874346"/>
                </a:lnTo>
                <a:lnTo>
                  <a:pt x="218172" y="884440"/>
                </a:lnTo>
                <a:lnTo>
                  <a:pt x="213761" y="886383"/>
                </a:lnTo>
                <a:lnTo>
                  <a:pt x="205416" y="885628"/>
                </a:lnTo>
                <a:lnTo>
                  <a:pt x="201822" y="885133"/>
                </a:lnTo>
                <a:lnTo>
                  <a:pt x="198030" y="885164"/>
                </a:lnTo>
                <a:lnTo>
                  <a:pt x="195945" y="886213"/>
                </a:lnTo>
                <a:lnTo>
                  <a:pt x="193207" y="885820"/>
                </a:lnTo>
                <a:lnTo>
                  <a:pt x="188068" y="885180"/>
                </a:lnTo>
                <a:lnTo>
                  <a:pt x="185095" y="889516"/>
                </a:lnTo>
                <a:lnTo>
                  <a:pt x="193196" y="893952"/>
                </a:lnTo>
                <a:lnTo>
                  <a:pt x="197566" y="895153"/>
                </a:lnTo>
                <a:lnTo>
                  <a:pt x="199789" y="896518"/>
                </a:lnTo>
                <a:lnTo>
                  <a:pt x="202014" y="898228"/>
                </a:lnTo>
                <a:lnTo>
                  <a:pt x="204971" y="900467"/>
                </a:lnTo>
                <a:lnTo>
                  <a:pt x="206372" y="903628"/>
                </a:lnTo>
                <a:lnTo>
                  <a:pt x="207083" y="905804"/>
                </a:lnTo>
                <a:lnTo>
                  <a:pt x="208281" y="908449"/>
                </a:lnTo>
                <a:lnTo>
                  <a:pt x="210594" y="911017"/>
                </a:lnTo>
                <a:lnTo>
                  <a:pt x="212005" y="914363"/>
                </a:lnTo>
                <a:lnTo>
                  <a:pt x="213821" y="924640"/>
                </a:lnTo>
                <a:lnTo>
                  <a:pt x="214665" y="927209"/>
                </a:lnTo>
                <a:lnTo>
                  <a:pt x="215767" y="929864"/>
                </a:lnTo>
                <a:lnTo>
                  <a:pt x="216306" y="932198"/>
                </a:lnTo>
                <a:lnTo>
                  <a:pt x="215031" y="934837"/>
                </a:lnTo>
                <a:lnTo>
                  <a:pt x="214724" y="936021"/>
                </a:lnTo>
                <a:lnTo>
                  <a:pt x="216195" y="937479"/>
                </a:lnTo>
                <a:lnTo>
                  <a:pt x="219828" y="938744"/>
                </a:lnTo>
                <a:lnTo>
                  <a:pt x="221491" y="939653"/>
                </a:lnTo>
                <a:lnTo>
                  <a:pt x="223358" y="943784"/>
                </a:lnTo>
                <a:lnTo>
                  <a:pt x="222939" y="951822"/>
                </a:lnTo>
                <a:lnTo>
                  <a:pt x="222637" y="956716"/>
                </a:lnTo>
                <a:lnTo>
                  <a:pt x="222508" y="962366"/>
                </a:lnTo>
                <a:lnTo>
                  <a:pt x="231403" y="966708"/>
                </a:lnTo>
                <a:lnTo>
                  <a:pt x="236146" y="966839"/>
                </a:lnTo>
                <a:lnTo>
                  <a:pt x="241131" y="966804"/>
                </a:lnTo>
                <a:lnTo>
                  <a:pt x="249919" y="967079"/>
                </a:lnTo>
                <a:lnTo>
                  <a:pt x="250533" y="967463"/>
                </a:lnTo>
                <a:lnTo>
                  <a:pt x="253476" y="971071"/>
                </a:lnTo>
                <a:lnTo>
                  <a:pt x="256428" y="976111"/>
                </a:lnTo>
                <a:lnTo>
                  <a:pt x="261489" y="976562"/>
                </a:lnTo>
                <a:lnTo>
                  <a:pt x="265247" y="975529"/>
                </a:lnTo>
                <a:lnTo>
                  <a:pt x="268008" y="976395"/>
                </a:lnTo>
                <a:lnTo>
                  <a:pt x="269332" y="978256"/>
                </a:lnTo>
                <a:lnTo>
                  <a:pt x="269440" y="981379"/>
                </a:lnTo>
                <a:lnTo>
                  <a:pt x="269093" y="984372"/>
                </a:lnTo>
                <a:lnTo>
                  <a:pt x="269737" y="986006"/>
                </a:lnTo>
                <a:lnTo>
                  <a:pt x="272304" y="986216"/>
                </a:lnTo>
                <a:lnTo>
                  <a:pt x="275660" y="985711"/>
                </a:lnTo>
                <a:lnTo>
                  <a:pt x="276883" y="988621"/>
                </a:lnTo>
                <a:lnTo>
                  <a:pt x="277895" y="992403"/>
                </a:lnTo>
                <a:lnTo>
                  <a:pt x="280444" y="992604"/>
                </a:lnTo>
                <a:lnTo>
                  <a:pt x="281663" y="992205"/>
                </a:lnTo>
                <a:lnTo>
                  <a:pt x="282894" y="990657"/>
                </a:lnTo>
                <a:lnTo>
                  <a:pt x="285187" y="987273"/>
                </a:lnTo>
                <a:lnTo>
                  <a:pt x="286265" y="986765"/>
                </a:lnTo>
                <a:lnTo>
                  <a:pt x="289123" y="986784"/>
                </a:lnTo>
                <a:lnTo>
                  <a:pt x="293100" y="988563"/>
                </a:lnTo>
                <a:lnTo>
                  <a:pt x="297279" y="989535"/>
                </a:lnTo>
                <a:lnTo>
                  <a:pt x="291418" y="998855"/>
                </a:lnTo>
                <a:lnTo>
                  <a:pt x="292156" y="1004097"/>
                </a:lnTo>
                <a:lnTo>
                  <a:pt x="289893" y="1004682"/>
                </a:lnTo>
                <a:lnTo>
                  <a:pt x="284902" y="1004530"/>
                </a:lnTo>
                <a:lnTo>
                  <a:pt x="282637" y="1005860"/>
                </a:lnTo>
                <a:lnTo>
                  <a:pt x="283852" y="1010215"/>
                </a:lnTo>
                <a:lnTo>
                  <a:pt x="285672" y="1014388"/>
                </a:lnTo>
                <a:lnTo>
                  <a:pt x="285494" y="1015820"/>
                </a:lnTo>
                <a:lnTo>
                  <a:pt x="283603" y="1018592"/>
                </a:lnTo>
                <a:lnTo>
                  <a:pt x="280276" y="1020707"/>
                </a:lnTo>
                <a:lnTo>
                  <a:pt x="276908" y="1021540"/>
                </a:lnTo>
                <a:lnTo>
                  <a:pt x="274552" y="1022212"/>
                </a:lnTo>
                <a:lnTo>
                  <a:pt x="271009" y="1023327"/>
                </a:lnTo>
                <a:lnTo>
                  <a:pt x="269414" y="1023437"/>
                </a:lnTo>
                <a:lnTo>
                  <a:pt x="266726" y="1021934"/>
                </a:lnTo>
                <a:lnTo>
                  <a:pt x="262989" y="1018211"/>
                </a:lnTo>
                <a:lnTo>
                  <a:pt x="260884" y="1017389"/>
                </a:lnTo>
                <a:lnTo>
                  <a:pt x="258715" y="1016874"/>
                </a:lnTo>
                <a:lnTo>
                  <a:pt x="256969" y="1016009"/>
                </a:lnTo>
                <a:lnTo>
                  <a:pt x="255536" y="1012788"/>
                </a:lnTo>
                <a:lnTo>
                  <a:pt x="254314" y="1010601"/>
                </a:lnTo>
                <a:lnTo>
                  <a:pt x="252528" y="1009710"/>
                </a:lnTo>
                <a:lnTo>
                  <a:pt x="250873" y="1009807"/>
                </a:lnTo>
                <a:lnTo>
                  <a:pt x="247492" y="1010043"/>
                </a:lnTo>
                <a:lnTo>
                  <a:pt x="242977" y="1009142"/>
                </a:lnTo>
                <a:lnTo>
                  <a:pt x="242378" y="1009664"/>
                </a:lnTo>
                <a:lnTo>
                  <a:pt x="241636" y="1011000"/>
                </a:lnTo>
                <a:lnTo>
                  <a:pt x="241034" y="1012929"/>
                </a:lnTo>
                <a:lnTo>
                  <a:pt x="239514" y="1013858"/>
                </a:lnTo>
                <a:lnTo>
                  <a:pt x="236876" y="1013448"/>
                </a:lnTo>
                <a:lnTo>
                  <a:pt x="234269" y="1012738"/>
                </a:lnTo>
                <a:lnTo>
                  <a:pt x="231858" y="1013049"/>
                </a:lnTo>
                <a:lnTo>
                  <a:pt x="230823" y="1015036"/>
                </a:lnTo>
                <a:lnTo>
                  <a:pt x="231405" y="1016597"/>
                </a:lnTo>
                <a:lnTo>
                  <a:pt x="233579" y="1018458"/>
                </a:lnTo>
                <a:lnTo>
                  <a:pt x="234449" y="1021702"/>
                </a:lnTo>
                <a:lnTo>
                  <a:pt x="230506" y="1022420"/>
                </a:lnTo>
                <a:lnTo>
                  <a:pt x="228966" y="1024088"/>
                </a:lnTo>
                <a:lnTo>
                  <a:pt x="228676" y="1031202"/>
                </a:lnTo>
                <a:lnTo>
                  <a:pt x="230672" y="1034704"/>
                </a:lnTo>
                <a:lnTo>
                  <a:pt x="234032" y="1038708"/>
                </a:lnTo>
                <a:lnTo>
                  <a:pt x="235870" y="1042874"/>
                </a:lnTo>
                <a:lnTo>
                  <a:pt x="236795" y="1048101"/>
                </a:lnTo>
                <a:lnTo>
                  <a:pt x="240294" y="1051073"/>
                </a:lnTo>
                <a:lnTo>
                  <a:pt x="243681" y="1050423"/>
                </a:lnTo>
                <a:lnTo>
                  <a:pt x="244071" y="1047656"/>
                </a:lnTo>
                <a:lnTo>
                  <a:pt x="246298" y="1044779"/>
                </a:lnTo>
                <a:lnTo>
                  <a:pt x="248989" y="1042406"/>
                </a:lnTo>
                <a:lnTo>
                  <a:pt x="251355" y="1040849"/>
                </a:lnTo>
                <a:lnTo>
                  <a:pt x="252806" y="1039878"/>
                </a:lnTo>
                <a:lnTo>
                  <a:pt x="253677" y="1039663"/>
                </a:lnTo>
                <a:lnTo>
                  <a:pt x="257494" y="1039861"/>
                </a:lnTo>
                <a:lnTo>
                  <a:pt x="260488" y="1040581"/>
                </a:lnTo>
                <a:lnTo>
                  <a:pt x="264502" y="1042132"/>
                </a:lnTo>
                <a:lnTo>
                  <a:pt x="266617" y="1042914"/>
                </a:lnTo>
                <a:lnTo>
                  <a:pt x="268082" y="1044283"/>
                </a:lnTo>
                <a:lnTo>
                  <a:pt x="269286" y="1046162"/>
                </a:lnTo>
                <a:lnTo>
                  <a:pt x="269254" y="1048340"/>
                </a:lnTo>
                <a:lnTo>
                  <a:pt x="270093" y="1050910"/>
                </a:lnTo>
                <a:lnTo>
                  <a:pt x="272136" y="1053313"/>
                </a:lnTo>
                <a:lnTo>
                  <a:pt x="274004" y="1053689"/>
                </a:lnTo>
                <a:lnTo>
                  <a:pt x="275987" y="1053068"/>
                </a:lnTo>
                <a:lnTo>
                  <a:pt x="276867" y="1052050"/>
                </a:lnTo>
                <a:lnTo>
                  <a:pt x="276683" y="1051485"/>
                </a:lnTo>
                <a:lnTo>
                  <a:pt x="278533" y="1050916"/>
                </a:lnTo>
                <a:lnTo>
                  <a:pt x="280918" y="1050787"/>
                </a:lnTo>
                <a:lnTo>
                  <a:pt x="280222" y="1050731"/>
                </a:lnTo>
                <a:lnTo>
                  <a:pt x="284788" y="1051657"/>
                </a:lnTo>
                <a:lnTo>
                  <a:pt x="291409" y="1052099"/>
                </a:lnTo>
                <a:lnTo>
                  <a:pt x="293229" y="1053415"/>
                </a:lnTo>
                <a:lnTo>
                  <a:pt x="296716" y="1053882"/>
                </a:lnTo>
                <a:lnTo>
                  <a:pt x="304758" y="1053283"/>
                </a:lnTo>
                <a:lnTo>
                  <a:pt x="306361" y="1052093"/>
                </a:lnTo>
                <a:lnTo>
                  <a:pt x="312217" y="1051101"/>
                </a:lnTo>
                <a:lnTo>
                  <a:pt x="315471" y="1051282"/>
                </a:lnTo>
                <a:lnTo>
                  <a:pt x="320124" y="1052968"/>
                </a:lnTo>
                <a:lnTo>
                  <a:pt x="321812" y="1053361"/>
                </a:lnTo>
                <a:lnTo>
                  <a:pt x="324238" y="1053562"/>
                </a:lnTo>
                <a:lnTo>
                  <a:pt x="327118" y="1053828"/>
                </a:lnTo>
                <a:lnTo>
                  <a:pt x="329361" y="1053746"/>
                </a:lnTo>
                <a:lnTo>
                  <a:pt x="330993" y="1053490"/>
                </a:lnTo>
                <a:lnTo>
                  <a:pt x="332647" y="1052364"/>
                </a:lnTo>
                <a:lnTo>
                  <a:pt x="333062" y="1052027"/>
                </a:lnTo>
                <a:lnTo>
                  <a:pt x="334825" y="1051897"/>
                </a:lnTo>
                <a:lnTo>
                  <a:pt x="338281" y="1051860"/>
                </a:lnTo>
                <a:lnTo>
                  <a:pt x="340038" y="1051680"/>
                </a:lnTo>
                <a:lnTo>
                  <a:pt x="342888" y="1051515"/>
                </a:lnTo>
                <a:lnTo>
                  <a:pt x="346701" y="1051333"/>
                </a:lnTo>
                <a:lnTo>
                  <a:pt x="348946" y="1050513"/>
                </a:lnTo>
                <a:lnTo>
                  <a:pt x="351184" y="1049151"/>
                </a:lnTo>
                <a:lnTo>
                  <a:pt x="352253" y="1048207"/>
                </a:lnTo>
                <a:lnTo>
                  <a:pt x="353197" y="1047721"/>
                </a:lnTo>
                <a:lnTo>
                  <a:pt x="355594" y="1048063"/>
                </a:lnTo>
                <a:lnTo>
                  <a:pt x="357023" y="1049049"/>
                </a:lnTo>
                <a:lnTo>
                  <a:pt x="358736" y="1049734"/>
                </a:lnTo>
                <a:lnTo>
                  <a:pt x="359593" y="1050096"/>
                </a:lnTo>
                <a:lnTo>
                  <a:pt x="362392" y="1051612"/>
                </a:lnTo>
                <a:lnTo>
                  <a:pt x="364655" y="1052445"/>
                </a:lnTo>
                <a:lnTo>
                  <a:pt x="367606" y="1053021"/>
                </a:lnTo>
                <a:lnTo>
                  <a:pt x="370192" y="1052565"/>
                </a:lnTo>
                <a:lnTo>
                  <a:pt x="370853" y="1052357"/>
                </a:lnTo>
                <a:lnTo>
                  <a:pt x="372189" y="1051935"/>
                </a:lnTo>
                <a:lnTo>
                  <a:pt x="374603" y="1051963"/>
                </a:lnTo>
                <a:lnTo>
                  <a:pt x="377126" y="1052235"/>
                </a:lnTo>
                <a:lnTo>
                  <a:pt x="379337" y="1052196"/>
                </a:lnTo>
                <a:lnTo>
                  <a:pt x="384963" y="1052330"/>
                </a:lnTo>
                <a:lnTo>
                  <a:pt x="388163" y="1052491"/>
                </a:lnTo>
                <a:lnTo>
                  <a:pt x="392061" y="1052589"/>
                </a:lnTo>
                <a:lnTo>
                  <a:pt x="394898" y="1052310"/>
                </a:lnTo>
                <a:lnTo>
                  <a:pt x="398528" y="1052143"/>
                </a:lnTo>
                <a:lnTo>
                  <a:pt x="400343" y="1052105"/>
                </a:lnTo>
                <a:lnTo>
                  <a:pt x="401979" y="1052248"/>
                </a:lnTo>
                <a:lnTo>
                  <a:pt x="405085" y="1052511"/>
                </a:lnTo>
                <a:lnTo>
                  <a:pt x="407668" y="1052994"/>
                </a:lnTo>
                <a:lnTo>
                  <a:pt x="408702" y="1052523"/>
                </a:lnTo>
                <a:lnTo>
                  <a:pt x="411056" y="1051214"/>
                </a:lnTo>
                <a:lnTo>
                  <a:pt x="412882" y="1051091"/>
                </a:lnTo>
                <a:lnTo>
                  <a:pt x="416051" y="1050858"/>
                </a:lnTo>
                <a:lnTo>
                  <a:pt x="420408" y="1050960"/>
                </a:lnTo>
                <a:lnTo>
                  <a:pt x="424004" y="1050521"/>
                </a:lnTo>
                <a:lnTo>
                  <a:pt x="428631" y="1052312"/>
                </a:lnTo>
                <a:lnTo>
                  <a:pt x="427651" y="1055625"/>
                </a:lnTo>
                <a:lnTo>
                  <a:pt x="423007" y="1055967"/>
                </a:lnTo>
                <a:lnTo>
                  <a:pt x="419571" y="1057033"/>
                </a:lnTo>
                <a:lnTo>
                  <a:pt x="418291" y="1058902"/>
                </a:lnTo>
                <a:lnTo>
                  <a:pt x="416218" y="1060082"/>
                </a:lnTo>
                <a:lnTo>
                  <a:pt x="413544" y="1060639"/>
                </a:lnTo>
                <a:lnTo>
                  <a:pt x="409471" y="1064962"/>
                </a:lnTo>
                <a:lnTo>
                  <a:pt x="407086" y="1068423"/>
                </a:lnTo>
                <a:lnTo>
                  <a:pt x="401584" y="1070007"/>
                </a:lnTo>
                <a:lnTo>
                  <a:pt x="396757" y="1071641"/>
                </a:lnTo>
                <a:lnTo>
                  <a:pt x="388685" y="1070767"/>
                </a:lnTo>
                <a:lnTo>
                  <a:pt x="385226" y="1071950"/>
                </a:lnTo>
                <a:lnTo>
                  <a:pt x="380037" y="1076755"/>
                </a:lnTo>
                <a:lnTo>
                  <a:pt x="377795" y="1079221"/>
                </a:lnTo>
                <a:lnTo>
                  <a:pt x="378919" y="1081058"/>
                </a:lnTo>
                <a:lnTo>
                  <a:pt x="380612" y="1082515"/>
                </a:lnTo>
                <a:lnTo>
                  <a:pt x="378358" y="1084043"/>
                </a:lnTo>
                <a:lnTo>
                  <a:pt x="375488" y="1085926"/>
                </a:lnTo>
                <a:lnTo>
                  <a:pt x="373900" y="1087748"/>
                </a:lnTo>
                <a:lnTo>
                  <a:pt x="374218" y="1089413"/>
                </a:lnTo>
                <a:lnTo>
                  <a:pt x="375638" y="1090549"/>
                </a:lnTo>
                <a:lnTo>
                  <a:pt x="377991" y="1091393"/>
                </a:lnTo>
                <a:lnTo>
                  <a:pt x="380728" y="1091718"/>
                </a:lnTo>
                <a:lnTo>
                  <a:pt x="382633" y="1093623"/>
                </a:lnTo>
                <a:lnTo>
                  <a:pt x="380253" y="1098692"/>
                </a:lnTo>
                <a:lnTo>
                  <a:pt x="377926" y="1098951"/>
                </a:lnTo>
                <a:lnTo>
                  <a:pt x="371800" y="1098992"/>
                </a:lnTo>
                <a:lnTo>
                  <a:pt x="366448" y="1099106"/>
                </a:lnTo>
                <a:lnTo>
                  <a:pt x="365480" y="1098331"/>
                </a:lnTo>
                <a:lnTo>
                  <a:pt x="362015" y="1097960"/>
                </a:lnTo>
                <a:lnTo>
                  <a:pt x="356612" y="1097699"/>
                </a:lnTo>
                <a:lnTo>
                  <a:pt x="352654" y="1097413"/>
                </a:lnTo>
                <a:lnTo>
                  <a:pt x="350400" y="1096913"/>
                </a:lnTo>
                <a:lnTo>
                  <a:pt x="348962" y="1095614"/>
                </a:lnTo>
                <a:lnTo>
                  <a:pt x="346467" y="1095777"/>
                </a:lnTo>
                <a:lnTo>
                  <a:pt x="344064" y="1096045"/>
                </a:lnTo>
                <a:lnTo>
                  <a:pt x="343820" y="1096366"/>
                </a:lnTo>
                <a:lnTo>
                  <a:pt x="334255" y="1094420"/>
                </a:lnTo>
                <a:lnTo>
                  <a:pt x="328738" y="1094553"/>
                </a:lnTo>
                <a:lnTo>
                  <a:pt x="326226" y="1097440"/>
                </a:lnTo>
                <a:lnTo>
                  <a:pt x="324740" y="1098785"/>
                </a:lnTo>
                <a:lnTo>
                  <a:pt x="322945" y="1099509"/>
                </a:lnTo>
                <a:lnTo>
                  <a:pt x="320596" y="1099639"/>
                </a:lnTo>
                <a:lnTo>
                  <a:pt x="318700" y="1099117"/>
                </a:lnTo>
                <a:lnTo>
                  <a:pt x="314992" y="1097289"/>
                </a:lnTo>
                <a:lnTo>
                  <a:pt x="311174" y="1095173"/>
                </a:lnTo>
                <a:lnTo>
                  <a:pt x="307221" y="1092669"/>
                </a:lnTo>
                <a:lnTo>
                  <a:pt x="305966" y="1091817"/>
                </a:lnTo>
                <a:lnTo>
                  <a:pt x="304538" y="1092988"/>
                </a:lnTo>
                <a:lnTo>
                  <a:pt x="303852" y="1095990"/>
                </a:lnTo>
                <a:lnTo>
                  <a:pt x="300901" y="1097547"/>
                </a:lnTo>
                <a:lnTo>
                  <a:pt x="294726" y="1098286"/>
                </a:lnTo>
                <a:lnTo>
                  <a:pt x="291477" y="1098476"/>
                </a:lnTo>
                <a:lnTo>
                  <a:pt x="288933" y="1098828"/>
                </a:lnTo>
                <a:lnTo>
                  <a:pt x="285820" y="1099182"/>
                </a:lnTo>
                <a:lnTo>
                  <a:pt x="283030" y="1099269"/>
                </a:lnTo>
                <a:lnTo>
                  <a:pt x="279050" y="1099180"/>
                </a:lnTo>
                <a:lnTo>
                  <a:pt x="275030" y="1099283"/>
                </a:lnTo>
                <a:lnTo>
                  <a:pt x="272729" y="1098583"/>
                </a:lnTo>
                <a:lnTo>
                  <a:pt x="270312" y="1098452"/>
                </a:lnTo>
                <a:lnTo>
                  <a:pt x="267065" y="1099472"/>
                </a:lnTo>
                <a:lnTo>
                  <a:pt x="265650" y="1101971"/>
                </a:lnTo>
                <a:lnTo>
                  <a:pt x="265335" y="1103818"/>
                </a:lnTo>
                <a:lnTo>
                  <a:pt x="263936" y="1105659"/>
                </a:lnTo>
                <a:lnTo>
                  <a:pt x="260790" y="1105949"/>
                </a:lnTo>
                <a:lnTo>
                  <a:pt x="257313" y="1106902"/>
                </a:lnTo>
                <a:lnTo>
                  <a:pt x="254772" y="1108881"/>
                </a:lnTo>
                <a:lnTo>
                  <a:pt x="256438" y="1112334"/>
                </a:lnTo>
                <a:lnTo>
                  <a:pt x="258372" y="1115079"/>
                </a:lnTo>
                <a:lnTo>
                  <a:pt x="259324" y="1116818"/>
                </a:lnTo>
                <a:lnTo>
                  <a:pt x="262684" y="1118497"/>
                </a:lnTo>
                <a:lnTo>
                  <a:pt x="265454" y="1119777"/>
                </a:lnTo>
                <a:lnTo>
                  <a:pt x="267253" y="1120489"/>
                </a:lnTo>
                <a:lnTo>
                  <a:pt x="270334" y="1122017"/>
                </a:lnTo>
                <a:lnTo>
                  <a:pt x="272629" y="1122720"/>
                </a:lnTo>
                <a:lnTo>
                  <a:pt x="275041" y="1123040"/>
                </a:lnTo>
                <a:lnTo>
                  <a:pt x="277440" y="1121000"/>
                </a:lnTo>
                <a:lnTo>
                  <a:pt x="279002" y="1119780"/>
                </a:lnTo>
                <a:lnTo>
                  <a:pt x="280259" y="1118942"/>
                </a:lnTo>
                <a:lnTo>
                  <a:pt x="283423" y="1118877"/>
                </a:lnTo>
                <a:lnTo>
                  <a:pt x="285933" y="1119181"/>
                </a:lnTo>
                <a:lnTo>
                  <a:pt x="288107" y="1119691"/>
                </a:lnTo>
                <a:lnTo>
                  <a:pt x="291719" y="1120340"/>
                </a:lnTo>
                <a:lnTo>
                  <a:pt x="295011" y="1120065"/>
                </a:lnTo>
                <a:lnTo>
                  <a:pt x="297101" y="1119455"/>
                </a:lnTo>
                <a:lnTo>
                  <a:pt x="300649" y="1119801"/>
                </a:lnTo>
                <a:lnTo>
                  <a:pt x="305218" y="1120006"/>
                </a:lnTo>
                <a:lnTo>
                  <a:pt x="309665" y="1120109"/>
                </a:lnTo>
                <a:lnTo>
                  <a:pt x="310347" y="1120272"/>
                </a:lnTo>
                <a:lnTo>
                  <a:pt x="312327" y="1118810"/>
                </a:lnTo>
                <a:lnTo>
                  <a:pt x="313717" y="1116351"/>
                </a:lnTo>
                <a:lnTo>
                  <a:pt x="314641" y="1114200"/>
                </a:lnTo>
                <a:lnTo>
                  <a:pt x="315585" y="1112415"/>
                </a:lnTo>
                <a:lnTo>
                  <a:pt x="316175" y="1110755"/>
                </a:lnTo>
                <a:lnTo>
                  <a:pt x="317116" y="1109646"/>
                </a:lnTo>
                <a:lnTo>
                  <a:pt x="318693" y="1108543"/>
                </a:lnTo>
                <a:lnTo>
                  <a:pt x="321772" y="1107096"/>
                </a:lnTo>
                <a:lnTo>
                  <a:pt x="323102" y="1106055"/>
                </a:lnTo>
                <a:lnTo>
                  <a:pt x="325513" y="1105413"/>
                </a:lnTo>
                <a:lnTo>
                  <a:pt x="328119" y="1105183"/>
                </a:lnTo>
                <a:lnTo>
                  <a:pt x="331024" y="1105406"/>
                </a:lnTo>
                <a:lnTo>
                  <a:pt x="333406" y="1105791"/>
                </a:lnTo>
                <a:lnTo>
                  <a:pt x="335450" y="1106071"/>
                </a:lnTo>
                <a:lnTo>
                  <a:pt x="337025" y="1106774"/>
                </a:lnTo>
                <a:lnTo>
                  <a:pt x="340864" y="1108049"/>
                </a:lnTo>
                <a:lnTo>
                  <a:pt x="343902" y="1108933"/>
                </a:lnTo>
                <a:lnTo>
                  <a:pt x="345387" y="1109785"/>
                </a:lnTo>
                <a:lnTo>
                  <a:pt x="349103" y="1110521"/>
                </a:lnTo>
                <a:lnTo>
                  <a:pt x="353041" y="1110676"/>
                </a:lnTo>
                <a:lnTo>
                  <a:pt x="353942" y="1108997"/>
                </a:lnTo>
                <a:lnTo>
                  <a:pt x="356197" y="1108586"/>
                </a:lnTo>
                <a:lnTo>
                  <a:pt x="361442" y="1109705"/>
                </a:lnTo>
                <a:lnTo>
                  <a:pt x="363195" y="1110369"/>
                </a:lnTo>
                <a:lnTo>
                  <a:pt x="365064" y="1109419"/>
                </a:lnTo>
                <a:lnTo>
                  <a:pt x="365386" y="1108953"/>
                </a:lnTo>
                <a:lnTo>
                  <a:pt x="367781" y="1108702"/>
                </a:lnTo>
                <a:lnTo>
                  <a:pt x="370152" y="1108972"/>
                </a:lnTo>
                <a:lnTo>
                  <a:pt x="372709" y="1109075"/>
                </a:lnTo>
                <a:lnTo>
                  <a:pt x="375741" y="1109064"/>
                </a:lnTo>
                <a:lnTo>
                  <a:pt x="376790" y="1108822"/>
                </a:lnTo>
                <a:lnTo>
                  <a:pt x="379191" y="1107916"/>
                </a:lnTo>
                <a:lnTo>
                  <a:pt x="380992" y="1107339"/>
                </a:lnTo>
                <a:lnTo>
                  <a:pt x="382785" y="1106037"/>
                </a:lnTo>
                <a:lnTo>
                  <a:pt x="384380" y="1103980"/>
                </a:lnTo>
                <a:lnTo>
                  <a:pt x="389273" y="1100743"/>
                </a:lnTo>
                <a:lnTo>
                  <a:pt x="395946" y="1103819"/>
                </a:lnTo>
                <a:lnTo>
                  <a:pt x="395893" y="1105833"/>
                </a:lnTo>
                <a:lnTo>
                  <a:pt x="395609" y="1107881"/>
                </a:lnTo>
                <a:lnTo>
                  <a:pt x="394661" y="1109246"/>
                </a:lnTo>
                <a:lnTo>
                  <a:pt x="393061" y="1110537"/>
                </a:lnTo>
                <a:lnTo>
                  <a:pt x="390569" y="1110103"/>
                </a:lnTo>
                <a:lnTo>
                  <a:pt x="388969" y="1110898"/>
                </a:lnTo>
                <a:lnTo>
                  <a:pt x="388703" y="1112327"/>
                </a:lnTo>
                <a:lnTo>
                  <a:pt x="389879" y="1113522"/>
                </a:lnTo>
                <a:lnTo>
                  <a:pt x="390805" y="1115658"/>
                </a:lnTo>
                <a:lnTo>
                  <a:pt x="391578" y="1118203"/>
                </a:lnTo>
                <a:lnTo>
                  <a:pt x="386233" y="1117868"/>
                </a:lnTo>
                <a:lnTo>
                  <a:pt x="380670" y="1117159"/>
                </a:lnTo>
                <a:lnTo>
                  <a:pt x="376870" y="1118895"/>
                </a:lnTo>
                <a:lnTo>
                  <a:pt x="373672" y="1121450"/>
                </a:lnTo>
                <a:lnTo>
                  <a:pt x="371461" y="1123316"/>
                </a:lnTo>
                <a:lnTo>
                  <a:pt x="371328" y="1125516"/>
                </a:lnTo>
                <a:lnTo>
                  <a:pt x="373354" y="1126754"/>
                </a:lnTo>
                <a:lnTo>
                  <a:pt x="376161" y="1127443"/>
                </a:lnTo>
                <a:lnTo>
                  <a:pt x="380325" y="1129141"/>
                </a:lnTo>
                <a:lnTo>
                  <a:pt x="383390" y="1131175"/>
                </a:lnTo>
                <a:lnTo>
                  <a:pt x="385425" y="1132862"/>
                </a:lnTo>
                <a:lnTo>
                  <a:pt x="385043" y="1142476"/>
                </a:lnTo>
                <a:lnTo>
                  <a:pt x="371883" y="1142391"/>
                </a:lnTo>
                <a:lnTo>
                  <a:pt x="368923" y="1143359"/>
                </a:lnTo>
                <a:lnTo>
                  <a:pt x="370171" y="1146738"/>
                </a:lnTo>
                <a:lnTo>
                  <a:pt x="370774" y="1147952"/>
                </a:lnTo>
                <a:lnTo>
                  <a:pt x="371911" y="1149305"/>
                </a:lnTo>
                <a:lnTo>
                  <a:pt x="373609" y="1151410"/>
                </a:lnTo>
                <a:lnTo>
                  <a:pt x="374350" y="1153192"/>
                </a:lnTo>
                <a:lnTo>
                  <a:pt x="375370" y="1154194"/>
                </a:lnTo>
                <a:lnTo>
                  <a:pt x="377787" y="1154068"/>
                </a:lnTo>
                <a:lnTo>
                  <a:pt x="378697" y="1154511"/>
                </a:lnTo>
                <a:lnTo>
                  <a:pt x="380034" y="1154495"/>
                </a:lnTo>
                <a:lnTo>
                  <a:pt x="381772" y="1154796"/>
                </a:lnTo>
                <a:lnTo>
                  <a:pt x="382878" y="1154167"/>
                </a:lnTo>
                <a:lnTo>
                  <a:pt x="383722" y="1153017"/>
                </a:lnTo>
                <a:lnTo>
                  <a:pt x="384328" y="1151660"/>
                </a:lnTo>
                <a:lnTo>
                  <a:pt x="385157" y="1150201"/>
                </a:lnTo>
                <a:lnTo>
                  <a:pt x="385574" y="1149406"/>
                </a:lnTo>
                <a:lnTo>
                  <a:pt x="387068" y="1148115"/>
                </a:lnTo>
                <a:lnTo>
                  <a:pt x="388953" y="1147885"/>
                </a:lnTo>
                <a:lnTo>
                  <a:pt x="392270" y="1147896"/>
                </a:lnTo>
                <a:lnTo>
                  <a:pt x="394717" y="1147516"/>
                </a:lnTo>
                <a:lnTo>
                  <a:pt x="397577" y="1147405"/>
                </a:lnTo>
                <a:lnTo>
                  <a:pt x="399993" y="1145568"/>
                </a:lnTo>
                <a:lnTo>
                  <a:pt x="399452" y="1137741"/>
                </a:lnTo>
                <a:lnTo>
                  <a:pt x="401807" y="1136289"/>
                </a:lnTo>
                <a:lnTo>
                  <a:pt x="404229" y="1134927"/>
                </a:lnTo>
                <a:lnTo>
                  <a:pt x="405180" y="1132706"/>
                </a:lnTo>
                <a:lnTo>
                  <a:pt x="405909" y="1130834"/>
                </a:lnTo>
                <a:lnTo>
                  <a:pt x="407052" y="1129687"/>
                </a:lnTo>
                <a:lnTo>
                  <a:pt x="408181" y="1128397"/>
                </a:lnTo>
                <a:lnTo>
                  <a:pt x="410955" y="1128199"/>
                </a:lnTo>
                <a:lnTo>
                  <a:pt x="413405" y="1128246"/>
                </a:lnTo>
                <a:lnTo>
                  <a:pt x="414839" y="1128138"/>
                </a:lnTo>
                <a:lnTo>
                  <a:pt x="416982" y="1125683"/>
                </a:lnTo>
                <a:lnTo>
                  <a:pt x="418804" y="1124348"/>
                </a:lnTo>
                <a:lnTo>
                  <a:pt x="424902" y="1122070"/>
                </a:lnTo>
                <a:lnTo>
                  <a:pt x="426264" y="1120198"/>
                </a:lnTo>
                <a:lnTo>
                  <a:pt x="425658" y="1118117"/>
                </a:lnTo>
                <a:lnTo>
                  <a:pt x="423482" y="1115437"/>
                </a:lnTo>
                <a:lnTo>
                  <a:pt x="422575" y="1114485"/>
                </a:lnTo>
                <a:lnTo>
                  <a:pt x="420562" y="1113092"/>
                </a:lnTo>
                <a:lnTo>
                  <a:pt x="419107" y="1111841"/>
                </a:lnTo>
                <a:lnTo>
                  <a:pt x="418667" y="1109304"/>
                </a:lnTo>
                <a:lnTo>
                  <a:pt x="417948" y="1105953"/>
                </a:lnTo>
                <a:lnTo>
                  <a:pt x="416954" y="1099255"/>
                </a:lnTo>
                <a:lnTo>
                  <a:pt x="416656" y="1098305"/>
                </a:lnTo>
                <a:lnTo>
                  <a:pt x="416181" y="1096524"/>
                </a:lnTo>
                <a:lnTo>
                  <a:pt x="415779" y="1095191"/>
                </a:lnTo>
                <a:lnTo>
                  <a:pt x="417499" y="1093853"/>
                </a:lnTo>
                <a:lnTo>
                  <a:pt x="418907" y="1093586"/>
                </a:lnTo>
                <a:lnTo>
                  <a:pt x="420781" y="1093726"/>
                </a:lnTo>
                <a:lnTo>
                  <a:pt x="422079" y="1093814"/>
                </a:lnTo>
                <a:lnTo>
                  <a:pt x="423874" y="1094844"/>
                </a:lnTo>
                <a:lnTo>
                  <a:pt x="425631" y="1096286"/>
                </a:lnTo>
                <a:lnTo>
                  <a:pt x="425815" y="1098374"/>
                </a:lnTo>
                <a:lnTo>
                  <a:pt x="425165" y="1099496"/>
                </a:lnTo>
                <a:lnTo>
                  <a:pt x="424104" y="1100022"/>
                </a:lnTo>
                <a:lnTo>
                  <a:pt x="423204" y="1100423"/>
                </a:lnTo>
                <a:lnTo>
                  <a:pt x="423127" y="1101536"/>
                </a:lnTo>
                <a:lnTo>
                  <a:pt x="423157" y="1102838"/>
                </a:lnTo>
                <a:lnTo>
                  <a:pt x="423222" y="1104680"/>
                </a:lnTo>
                <a:lnTo>
                  <a:pt x="424141" y="1105516"/>
                </a:lnTo>
                <a:lnTo>
                  <a:pt x="426676" y="1106411"/>
                </a:lnTo>
                <a:lnTo>
                  <a:pt x="427646" y="1106379"/>
                </a:lnTo>
                <a:lnTo>
                  <a:pt x="429048" y="1105786"/>
                </a:lnTo>
                <a:lnTo>
                  <a:pt x="430431" y="1104836"/>
                </a:lnTo>
                <a:lnTo>
                  <a:pt x="431067" y="1104099"/>
                </a:lnTo>
                <a:lnTo>
                  <a:pt x="433129" y="1103710"/>
                </a:lnTo>
                <a:lnTo>
                  <a:pt x="434107" y="1103762"/>
                </a:lnTo>
                <a:lnTo>
                  <a:pt x="435750" y="1104009"/>
                </a:lnTo>
                <a:lnTo>
                  <a:pt x="437280" y="1104424"/>
                </a:lnTo>
                <a:lnTo>
                  <a:pt x="439240" y="1105719"/>
                </a:lnTo>
                <a:lnTo>
                  <a:pt x="441023" y="1107094"/>
                </a:lnTo>
                <a:lnTo>
                  <a:pt x="443383" y="1108146"/>
                </a:lnTo>
                <a:lnTo>
                  <a:pt x="444799" y="1108751"/>
                </a:lnTo>
                <a:lnTo>
                  <a:pt x="446193" y="1109134"/>
                </a:lnTo>
                <a:lnTo>
                  <a:pt x="447387" y="1109038"/>
                </a:lnTo>
                <a:lnTo>
                  <a:pt x="448048" y="1108382"/>
                </a:lnTo>
                <a:lnTo>
                  <a:pt x="448233" y="1107786"/>
                </a:lnTo>
                <a:lnTo>
                  <a:pt x="448347" y="1107393"/>
                </a:lnTo>
                <a:lnTo>
                  <a:pt x="448901" y="1106804"/>
                </a:lnTo>
                <a:lnTo>
                  <a:pt x="448629" y="1104587"/>
                </a:lnTo>
                <a:lnTo>
                  <a:pt x="449583" y="1104765"/>
                </a:lnTo>
                <a:lnTo>
                  <a:pt x="446293" y="1101883"/>
                </a:lnTo>
                <a:lnTo>
                  <a:pt x="444330" y="1100394"/>
                </a:lnTo>
                <a:lnTo>
                  <a:pt x="444078" y="1100275"/>
                </a:lnTo>
                <a:lnTo>
                  <a:pt x="442622" y="1098774"/>
                </a:lnTo>
                <a:lnTo>
                  <a:pt x="442296" y="1097882"/>
                </a:lnTo>
                <a:lnTo>
                  <a:pt x="442648" y="1095127"/>
                </a:lnTo>
                <a:lnTo>
                  <a:pt x="442871" y="1094729"/>
                </a:lnTo>
                <a:lnTo>
                  <a:pt x="444210" y="1094613"/>
                </a:lnTo>
                <a:lnTo>
                  <a:pt x="446074" y="1095029"/>
                </a:lnTo>
                <a:lnTo>
                  <a:pt x="447423" y="1095874"/>
                </a:lnTo>
                <a:lnTo>
                  <a:pt x="449136" y="1096004"/>
                </a:lnTo>
                <a:lnTo>
                  <a:pt x="450369" y="1096019"/>
                </a:lnTo>
                <a:lnTo>
                  <a:pt x="451426" y="1094568"/>
                </a:lnTo>
                <a:lnTo>
                  <a:pt x="452157" y="1093395"/>
                </a:lnTo>
                <a:lnTo>
                  <a:pt x="453882" y="1092333"/>
                </a:lnTo>
                <a:lnTo>
                  <a:pt x="456114" y="1092875"/>
                </a:lnTo>
                <a:lnTo>
                  <a:pt x="458231" y="1093324"/>
                </a:lnTo>
                <a:lnTo>
                  <a:pt x="457679" y="1094502"/>
                </a:lnTo>
                <a:lnTo>
                  <a:pt x="456827" y="1095615"/>
                </a:lnTo>
                <a:lnTo>
                  <a:pt x="456341" y="1096763"/>
                </a:lnTo>
                <a:lnTo>
                  <a:pt x="455643" y="1098429"/>
                </a:lnTo>
                <a:lnTo>
                  <a:pt x="456813" y="1100014"/>
                </a:lnTo>
                <a:lnTo>
                  <a:pt x="457979" y="1101255"/>
                </a:lnTo>
                <a:lnTo>
                  <a:pt x="459504" y="1103021"/>
                </a:lnTo>
                <a:lnTo>
                  <a:pt x="460061" y="1104562"/>
                </a:lnTo>
                <a:lnTo>
                  <a:pt x="461502" y="1105933"/>
                </a:lnTo>
                <a:lnTo>
                  <a:pt x="461511" y="1106003"/>
                </a:lnTo>
                <a:lnTo>
                  <a:pt x="463731" y="1107680"/>
                </a:lnTo>
                <a:lnTo>
                  <a:pt x="465466" y="1108958"/>
                </a:lnTo>
                <a:lnTo>
                  <a:pt x="466944" y="1110379"/>
                </a:lnTo>
                <a:lnTo>
                  <a:pt x="467336" y="1111299"/>
                </a:lnTo>
                <a:lnTo>
                  <a:pt x="467870" y="1111645"/>
                </a:lnTo>
                <a:lnTo>
                  <a:pt x="469062" y="1112516"/>
                </a:lnTo>
                <a:lnTo>
                  <a:pt x="470511" y="1111779"/>
                </a:lnTo>
                <a:lnTo>
                  <a:pt x="471642" y="1110864"/>
                </a:lnTo>
                <a:lnTo>
                  <a:pt x="471906" y="1110314"/>
                </a:lnTo>
                <a:lnTo>
                  <a:pt x="474242" y="1108559"/>
                </a:lnTo>
                <a:lnTo>
                  <a:pt x="475661" y="1107981"/>
                </a:lnTo>
                <a:lnTo>
                  <a:pt x="477280" y="1108038"/>
                </a:lnTo>
                <a:lnTo>
                  <a:pt x="479106" y="1108663"/>
                </a:lnTo>
                <a:lnTo>
                  <a:pt x="480476" y="1109346"/>
                </a:lnTo>
                <a:lnTo>
                  <a:pt x="481943" y="1109966"/>
                </a:lnTo>
                <a:lnTo>
                  <a:pt x="484357" y="1110764"/>
                </a:lnTo>
                <a:lnTo>
                  <a:pt x="486433" y="1111369"/>
                </a:lnTo>
                <a:lnTo>
                  <a:pt x="487475" y="1113739"/>
                </a:lnTo>
                <a:lnTo>
                  <a:pt x="487307" y="1115490"/>
                </a:lnTo>
                <a:lnTo>
                  <a:pt x="486977" y="1118377"/>
                </a:lnTo>
                <a:lnTo>
                  <a:pt x="486689" y="1120444"/>
                </a:lnTo>
                <a:lnTo>
                  <a:pt x="486451" y="1121231"/>
                </a:lnTo>
                <a:lnTo>
                  <a:pt x="487156" y="1123257"/>
                </a:lnTo>
                <a:lnTo>
                  <a:pt x="487980" y="1125502"/>
                </a:lnTo>
                <a:lnTo>
                  <a:pt x="488270" y="1127839"/>
                </a:lnTo>
                <a:lnTo>
                  <a:pt x="488186" y="1129081"/>
                </a:lnTo>
                <a:lnTo>
                  <a:pt x="487620" y="1130538"/>
                </a:lnTo>
                <a:lnTo>
                  <a:pt x="488373" y="1132254"/>
                </a:lnTo>
                <a:lnTo>
                  <a:pt x="489999" y="1134106"/>
                </a:lnTo>
                <a:lnTo>
                  <a:pt x="491525" y="1133876"/>
                </a:lnTo>
                <a:lnTo>
                  <a:pt x="493040" y="1133484"/>
                </a:lnTo>
                <a:lnTo>
                  <a:pt x="493684" y="1133246"/>
                </a:lnTo>
                <a:lnTo>
                  <a:pt x="495842" y="1134182"/>
                </a:lnTo>
                <a:lnTo>
                  <a:pt x="497700" y="1135368"/>
                </a:lnTo>
                <a:lnTo>
                  <a:pt x="499415" y="1136970"/>
                </a:lnTo>
                <a:lnTo>
                  <a:pt x="500019" y="1137411"/>
                </a:lnTo>
                <a:lnTo>
                  <a:pt x="502036" y="1137416"/>
                </a:lnTo>
                <a:lnTo>
                  <a:pt x="503433" y="1137085"/>
                </a:lnTo>
                <a:lnTo>
                  <a:pt x="504952" y="1136465"/>
                </a:lnTo>
                <a:lnTo>
                  <a:pt x="506466" y="1136072"/>
                </a:lnTo>
                <a:lnTo>
                  <a:pt x="509460" y="1136389"/>
                </a:lnTo>
                <a:lnTo>
                  <a:pt x="511279" y="1137052"/>
                </a:lnTo>
                <a:lnTo>
                  <a:pt x="511184" y="1137166"/>
                </a:lnTo>
                <a:lnTo>
                  <a:pt x="515790" y="1139594"/>
                </a:lnTo>
                <a:lnTo>
                  <a:pt x="518655" y="1141458"/>
                </a:lnTo>
                <a:lnTo>
                  <a:pt x="518632" y="1140778"/>
                </a:lnTo>
                <a:lnTo>
                  <a:pt x="519784" y="1143935"/>
                </a:lnTo>
                <a:lnTo>
                  <a:pt x="520709" y="1145279"/>
                </a:lnTo>
                <a:lnTo>
                  <a:pt x="524125" y="1147450"/>
                </a:lnTo>
                <a:lnTo>
                  <a:pt x="525949" y="1149013"/>
                </a:lnTo>
                <a:lnTo>
                  <a:pt x="527632" y="1151338"/>
                </a:lnTo>
                <a:lnTo>
                  <a:pt x="527583" y="1152843"/>
                </a:lnTo>
                <a:lnTo>
                  <a:pt x="528651" y="1155380"/>
                </a:lnTo>
                <a:lnTo>
                  <a:pt x="529768" y="1157000"/>
                </a:lnTo>
                <a:lnTo>
                  <a:pt x="532047" y="1158994"/>
                </a:lnTo>
                <a:lnTo>
                  <a:pt x="534216" y="1158545"/>
                </a:lnTo>
                <a:lnTo>
                  <a:pt x="534646" y="1158041"/>
                </a:lnTo>
                <a:lnTo>
                  <a:pt x="535534" y="1155316"/>
                </a:lnTo>
                <a:lnTo>
                  <a:pt x="535714" y="1152866"/>
                </a:lnTo>
                <a:lnTo>
                  <a:pt x="535360" y="1150952"/>
                </a:lnTo>
                <a:lnTo>
                  <a:pt x="535154" y="1149181"/>
                </a:lnTo>
                <a:lnTo>
                  <a:pt x="535392" y="1146243"/>
                </a:lnTo>
                <a:lnTo>
                  <a:pt x="535841" y="1144672"/>
                </a:lnTo>
                <a:lnTo>
                  <a:pt x="536546" y="1143082"/>
                </a:lnTo>
                <a:lnTo>
                  <a:pt x="536445" y="1141588"/>
                </a:lnTo>
                <a:lnTo>
                  <a:pt x="536402" y="1140221"/>
                </a:lnTo>
                <a:lnTo>
                  <a:pt x="537100" y="1138702"/>
                </a:lnTo>
                <a:lnTo>
                  <a:pt x="539103" y="1137303"/>
                </a:lnTo>
                <a:lnTo>
                  <a:pt x="541508" y="1136830"/>
                </a:lnTo>
                <a:lnTo>
                  <a:pt x="543015" y="1136475"/>
                </a:lnTo>
                <a:lnTo>
                  <a:pt x="545221" y="1135060"/>
                </a:lnTo>
                <a:lnTo>
                  <a:pt x="547051" y="1134098"/>
                </a:lnTo>
                <a:lnTo>
                  <a:pt x="548498" y="1134743"/>
                </a:lnTo>
                <a:lnTo>
                  <a:pt x="550326" y="1136112"/>
                </a:lnTo>
                <a:lnTo>
                  <a:pt x="551721" y="1137303"/>
                </a:lnTo>
                <a:lnTo>
                  <a:pt x="552985" y="1138528"/>
                </a:lnTo>
                <a:lnTo>
                  <a:pt x="554266" y="1139612"/>
                </a:lnTo>
                <a:lnTo>
                  <a:pt x="555349" y="1140324"/>
                </a:lnTo>
                <a:lnTo>
                  <a:pt x="557203" y="1141307"/>
                </a:lnTo>
                <a:lnTo>
                  <a:pt x="559632" y="1142161"/>
                </a:lnTo>
                <a:lnTo>
                  <a:pt x="561455" y="1142894"/>
                </a:lnTo>
                <a:lnTo>
                  <a:pt x="563842" y="1143484"/>
                </a:lnTo>
                <a:lnTo>
                  <a:pt x="566250" y="1144216"/>
                </a:lnTo>
                <a:lnTo>
                  <a:pt x="567422" y="1144469"/>
                </a:lnTo>
                <a:lnTo>
                  <a:pt x="570666" y="1146258"/>
                </a:lnTo>
                <a:lnTo>
                  <a:pt x="571889" y="1147004"/>
                </a:lnTo>
                <a:lnTo>
                  <a:pt x="573006" y="1148183"/>
                </a:lnTo>
                <a:lnTo>
                  <a:pt x="574326" y="1149291"/>
                </a:lnTo>
                <a:lnTo>
                  <a:pt x="575422" y="1153325"/>
                </a:lnTo>
                <a:lnTo>
                  <a:pt x="575496" y="1155160"/>
                </a:lnTo>
                <a:lnTo>
                  <a:pt x="575593" y="1157228"/>
                </a:lnTo>
                <a:lnTo>
                  <a:pt x="571858" y="1158200"/>
                </a:lnTo>
                <a:lnTo>
                  <a:pt x="569372" y="1158538"/>
                </a:lnTo>
                <a:lnTo>
                  <a:pt x="568161" y="1161271"/>
                </a:lnTo>
                <a:lnTo>
                  <a:pt x="566324" y="1164225"/>
                </a:lnTo>
                <a:lnTo>
                  <a:pt x="562688" y="1166377"/>
                </a:lnTo>
                <a:lnTo>
                  <a:pt x="559808" y="1169105"/>
                </a:lnTo>
                <a:lnTo>
                  <a:pt x="560174" y="1171487"/>
                </a:lnTo>
                <a:lnTo>
                  <a:pt x="561548" y="1172806"/>
                </a:lnTo>
                <a:lnTo>
                  <a:pt x="563893" y="1173799"/>
                </a:lnTo>
                <a:lnTo>
                  <a:pt x="566852" y="1174012"/>
                </a:lnTo>
                <a:lnTo>
                  <a:pt x="569332" y="1174079"/>
                </a:lnTo>
                <a:lnTo>
                  <a:pt x="572401" y="1175677"/>
                </a:lnTo>
                <a:lnTo>
                  <a:pt x="573776" y="1175989"/>
                </a:lnTo>
                <a:lnTo>
                  <a:pt x="574999" y="1175977"/>
                </a:lnTo>
                <a:lnTo>
                  <a:pt x="576536" y="1176081"/>
                </a:lnTo>
                <a:lnTo>
                  <a:pt x="578258" y="1175920"/>
                </a:lnTo>
                <a:lnTo>
                  <a:pt x="580438" y="1176161"/>
                </a:lnTo>
                <a:lnTo>
                  <a:pt x="582264" y="1177010"/>
                </a:lnTo>
                <a:lnTo>
                  <a:pt x="583812" y="1177658"/>
                </a:lnTo>
                <a:lnTo>
                  <a:pt x="585360" y="1178767"/>
                </a:lnTo>
                <a:lnTo>
                  <a:pt x="584384" y="1180475"/>
                </a:lnTo>
                <a:lnTo>
                  <a:pt x="583130" y="1181977"/>
                </a:lnTo>
                <a:lnTo>
                  <a:pt x="582474" y="1183522"/>
                </a:lnTo>
                <a:lnTo>
                  <a:pt x="582416" y="1188653"/>
                </a:lnTo>
                <a:lnTo>
                  <a:pt x="582037" y="1194922"/>
                </a:lnTo>
                <a:lnTo>
                  <a:pt x="583033" y="1199067"/>
                </a:lnTo>
                <a:lnTo>
                  <a:pt x="584038" y="1202918"/>
                </a:lnTo>
                <a:lnTo>
                  <a:pt x="584637" y="1205658"/>
                </a:lnTo>
                <a:lnTo>
                  <a:pt x="583774" y="1208814"/>
                </a:lnTo>
                <a:lnTo>
                  <a:pt x="582846" y="1210342"/>
                </a:lnTo>
                <a:lnTo>
                  <a:pt x="582630" y="1212284"/>
                </a:lnTo>
                <a:lnTo>
                  <a:pt x="588183" y="1216649"/>
                </a:lnTo>
                <a:lnTo>
                  <a:pt x="589524" y="1218100"/>
                </a:lnTo>
                <a:lnTo>
                  <a:pt x="591661" y="1220451"/>
                </a:lnTo>
                <a:lnTo>
                  <a:pt x="600173" y="1224754"/>
                </a:lnTo>
                <a:lnTo>
                  <a:pt x="601917" y="1225467"/>
                </a:lnTo>
                <a:lnTo>
                  <a:pt x="604372" y="1226933"/>
                </a:lnTo>
                <a:lnTo>
                  <a:pt x="606687" y="1228528"/>
                </a:lnTo>
                <a:lnTo>
                  <a:pt x="609025" y="1231807"/>
                </a:lnTo>
                <a:lnTo>
                  <a:pt x="610611" y="1234184"/>
                </a:lnTo>
                <a:lnTo>
                  <a:pt x="614434" y="1234805"/>
                </a:lnTo>
                <a:lnTo>
                  <a:pt x="616670" y="1235554"/>
                </a:lnTo>
                <a:lnTo>
                  <a:pt x="618166" y="1235823"/>
                </a:lnTo>
                <a:lnTo>
                  <a:pt x="629889" y="1246567"/>
                </a:lnTo>
                <a:lnTo>
                  <a:pt x="632312" y="1246383"/>
                </a:lnTo>
                <a:lnTo>
                  <a:pt x="636055" y="1247151"/>
                </a:lnTo>
                <a:lnTo>
                  <a:pt x="639993" y="1250867"/>
                </a:lnTo>
                <a:lnTo>
                  <a:pt x="644598" y="1253109"/>
                </a:lnTo>
                <a:lnTo>
                  <a:pt x="651521" y="1254811"/>
                </a:lnTo>
                <a:lnTo>
                  <a:pt x="654404" y="1255204"/>
                </a:lnTo>
                <a:lnTo>
                  <a:pt x="658558" y="1256422"/>
                </a:lnTo>
                <a:lnTo>
                  <a:pt x="662146" y="1257942"/>
                </a:lnTo>
                <a:lnTo>
                  <a:pt x="668458" y="1260783"/>
                </a:lnTo>
                <a:lnTo>
                  <a:pt x="672164" y="1260341"/>
                </a:lnTo>
                <a:lnTo>
                  <a:pt x="674433" y="1260897"/>
                </a:lnTo>
                <a:lnTo>
                  <a:pt x="679869" y="1265103"/>
                </a:lnTo>
                <a:lnTo>
                  <a:pt x="681808" y="1267422"/>
                </a:lnTo>
                <a:lnTo>
                  <a:pt x="684314" y="1269659"/>
                </a:lnTo>
                <a:lnTo>
                  <a:pt x="688835" y="1272475"/>
                </a:lnTo>
                <a:lnTo>
                  <a:pt x="692192" y="1273567"/>
                </a:lnTo>
                <a:lnTo>
                  <a:pt x="694952" y="1273277"/>
                </a:lnTo>
                <a:lnTo>
                  <a:pt x="696591" y="1272471"/>
                </a:lnTo>
                <a:lnTo>
                  <a:pt x="699208" y="1272728"/>
                </a:lnTo>
                <a:lnTo>
                  <a:pt x="705167" y="1273761"/>
                </a:lnTo>
                <a:lnTo>
                  <a:pt x="706929" y="1273109"/>
                </a:lnTo>
                <a:lnTo>
                  <a:pt x="710207" y="1275210"/>
                </a:lnTo>
                <a:lnTo>
                  <a:pt x="713019" y="1275522"/>
                </a:lnTo>
                <a:lnTo>
                  <a:pt x="716789" y="1274458"/>
                </a:lnTo>
                <a:lnTo>
                  <a:pt x="718370" y="1273565"/>
                </a:lnTo>
                <a:lnTo>
                  <a:pt x="721099" y="1271675"/>
                </a:lnTo>
                <a:lnTo>
                  <a:pt x="722653" y="1271035"/>
                </a:lnTo>
                <a:lnTo>
                  <a:pt x="724753" y="1267778"/>
                </a:lnTo>
                <a:lnTo>
                  <a:pt x="725905" y="1266039"/>
                </a:lnTo>
                <a:lnTo>
                  <a:pt x="727021" y="1264835"/>
                </a:lnTo>
                <a:lnTo>
                  <a:pt x="732504" y="1264303"/>
                </a:lnTo>
                <a:lnTo>
                  <a:pt x="736521" y="1263962"/>
                </a:lnTo>
                <a:lnTo>
                  <a:pt x="737754" y="1264608"/>
                </a:lnTo>
                <a:lnTo>
                  <a:pt x="740510" y="1262421"/>
                </a:lnTo>
                <a:lnTo>
                  <a:pt x="742204" y="1261064"/>
                </a:lnTo>
                <a:lnTo>
                  <a:pt x="745344" y="1258251"/>
                </a:lnTo>
                <a:lnTo>
                  <a:pt x="751179" y="1258855"/>
                </a:lnTo>
                <a:lnTo>
                  <a:pt x="753613" y="1259251"/>
                </a:lnTo>
                <a:lnTo>
                  <a:pt x="754473" y="1260024"/>
                </a:lnTo>
                <a:lnTo>
                  <a:pt x="756447" y="1258548"/>
                </a:lnTo>
                <a:lnTo>
                  <a:pt x="757918" y="1257327"/>
                </a:lnTo>
                <a:lnTo>
                  <a:pt x="759667" y="1255540"/>
                </a:lnTo>
                <a:lnTo>
                  <a:pt x="761453" y="1254746"/>
                </a:lnTo>
                <a:lnTo>
                  <a:pt x="763058" y="1254177"/>
                </a:lnTo>
                <a:lnTo>
                  <a:pt x="764859" y="1254343"/>
                </a:lnTo>
                <a:lnTo>
                  <a:pt x="768110" y="1255174"/>
                </a:lnTo>
                <a:lnTo>
                  <a:pt x="770188" y="1256266"/>
                </a:lnTo>
                <a:lnTo>
                  <a:pt x="774873" y="1257095"/>
                </a:lnTo>
                <a:lnTo>
                  <a:pt x="777511" y="1256045"/>
                </a:lnTo>
                <a:lnTo>
                  <a:pt x="780045" y="1254167"/>
                </a:lnTo>
                <a:lnTo>
                  <a:pt x="782267" y="1253226"/>
                </a:lnTo>
                <a:lnTo>
                  <a:pt x="782531" y="1251346"/>
                </a:lnTo>
                <a:lnTo>
                  <a:pt x="782219" y="1249740"/>
                </a:lnTo>
                <a:lnTo>
                  <a:pt x="781946" y="1248795"/>
                </a:lnTo>
                <a:lnTo>
                  <a:pt x="783408" y="1247122"/>
                </a:lnTo>
                <a:lnTo>
                  <a:pt x="786884" y="1246827"/>
                </a:lnTo>
                <a:lnTo>
                  <a:pt x="792353" y="1247394"/>
                </a:lnTo>
                <a:lnTo>
                  <a:pt x="794560" y="1247421"/>
                </a:lnTo>
                <a:lnTo>
                  <a:pt x="797596" y="1247234"/>
                </a:lnTo>
                <a:lnTo>
                  <a:pt x="801753" y="1246108"/>
                </a:lnTo>
                <a:lnTo>
                  <a:pt x="803789" y="1245701"/>
                </a:lnTo>
                <a:lnTo>
                  <a:pt x="806382" y="1246610"/>
                </a:lnTo>
                <a:lnTo>
                  <a:pt x="809190" y="1249098"/>
                </a:lnTo>
                <a:lnTo>
                  <a:pt x="812399" y="1250804"/>
                </a:lnTo>
                <a:lnTo>
                  <a:pt x="816030" y="1252210"/>
                </a:lnTo>
                <a:lnTo>
                  <a:pt x="819385" y="1253752"/>
                </a:lnTo>
                <a:lnTo>
                  <a:pt x="822671" y="1255057"/>
                </a:lnTo>
                <a:lnTo>
                  <a:pt x="826275" y="1256572"/>
                </a:lnTo>
                <a:lnTo>
                  <a:pt x="826952" y="1256302"/>
                </a:lnTo>
                <a:lnTo>
                  <a:pt x="830939" y="1259679"/>
                </a:lnTo>
                <a:lnTo>
                  <a:pt x="832844" y="1261864"/>
                </a:lnTo>
                <a:lnTo>
                  <a:pt x="833636" y="1263236"/>
                </a:lnTo>
                <a:lnTo>
                  <a:pt x="835841" y="1265572"/>
                </a:lnTo>
                <a:lnTo>
                  <a:pt x="837318" y="1264908"/>
                </a:lnTo>
                <a:lnTo>
                  <a:pt x="838676" y="1263389"/>
                </a:lnTo>
                <a:lnTo>
                  <a:pt x="840572" y="1261514"/>
                </a:lnTo>
                <a:lnTo>
                  <a:pt x="844329" y="1258806"/>
                </a:lnTo>
                <a:lnTo>
                  <a:pt x="848034" y="1254360"/>
                </a:lnTo>
                <a:lnTo>
                  <a:pt x="847337" y="1253511"/>
                </a:lnTo>
                <a:lnTo>
                  <a:pt x="846282" y="1250910"/>
                </a:lnTo>
                <a:lnTo>
                  <a:pt x="845643" y="1248596"/>
                </a:lnTo>
                <a:lnTo>
                  <a:pt x="848172" y="1246502"/>
                </a:lnTo>
                <a:lnTo>
                  <a:pt x="852287" y="1244794"/>
                </a:lnTo>
                <a:lnTo>
                  <a:pt x="850122" y="1240788"/>
                </a:lnTo>
                <a:lnTo>
                  <a:pt x="847576" y="1237185"/>
                </a:lnTo>
                <a:lnTo>
                  <a:pt x="846693" y="1235544"/>
                </a:lnTo>
                <a:lnTo>
                  <a:pt x="843928" y="1230271"/>
                </a:lnTo>
                <a:lnTo>
                  <a:pt x="843232" y="1225383"/>
                </a:lnTo>
                <a:lnTo>
                  <a:pt x="843487" y="1221615"/>
                </a:lnTo>
                <a:lnTo>
                  <a:pt x="845661" y="1217213"/>
                </a:lnTo>
                <a:lnTo>
                  <a:pt x="848673" y="1214422"/>
                </a:lnTo>
                <a:lnTo>
                  <a:pt x="852457" y="1211326"/>
                </a:lnTo>
                <a:lnTo>
                  <a:pt x="854236" y="1203822"/>
                </a:lnTo>
                <a:lnTo>
                  <a:pt x="854688" y="1200868"/>
                </a:lnTo>
                <a:lnTo>
                  <a:pt x="855214" y="1198233"/>
                </a:lnTo>
                <a:lnTo>
                  <a:pt x="856826" y="1195500"/>
                </a:lnTo>
                <a:lnTo>
                  <a:pt x="859002" y="1192457"/>
                </a:lnTo>
                <a:lnTo>
                  <a:pt x="860018" y="1190864"/>
                </a:lnTo>
                <a:lnTo>
                  <a:pt x="859739" y="1187276"/>
                </a:lnTo>
                <a:lnTo>
                  <a:pt x="854395" y="1184128"/>
                </a:lnTo>
                <a:lnTo>
                  <a:pt x="852908" y="1181592"/>
                </a:lnTo>
                <a:lnTo>
                  <a:pt x="852821" y="1178308"/>
                </a:lnTo>
                <a:lnTo>
                  <a:pt x="853501" y="1176324"/>
                </a:lnTo>
                <a:lnTo>
                  <a:pt x="855008" y="1174364"/>
                </a:lnTo>
                <a:lnTo>
                  <a:pt x="857515" y="1172857"/>
                </a:lnTo>
                <a:lnTo>
                  <a:pt x="858381" y="1170314"/>
                </a:lnTo>
                <a:lnTo>
                  <a:pt x="857252" y="1166461"/>
                </a:lnTo>
                <a:lnTo>
                  <a:pt x="855577" y="1163974"/>
                </a:lnTo>
                <a:lnTo>
                  <a:pt x="853979" y="1160921"/>
                </a:lnTo>
                <a:lnTo>
                  <a:pt x="852658" y="1158345"/>
                </a:lnTo>
                <a:lnTo>
                  <a:pt x="852666" y="1156528"/>
                </a:lnTo>
                <a:lnTo>
                  <a:pt x="853052" y="1155030"/>
                </a:lnTo>
                <a:lnTo>
                  <a:pt x="853669" y="1153711"/>
                </a:lnTo>
                <a:lnTo>
                  <a:pt x="855427" y="1151648"/>
                </a:lnTo>
                <a:lnTo>
                  <a:pt x="855900" y="1147259"/>
                </a:lnTo>
                <a:lnTo>
                  <a:pt x="857191" y="1140681"/>
                </a:lnTo>
                <a:lnTo>
                  <a:pt x="859241" y="1137801"/>
                </a:lnTo>
                <a:lnTo>
                  <a:pt x="860708" y="1135417"/>
                </a:lnTo>
                <a:lnTo>
                  <a:pt x="861529" y="1133612"/>
                </a:lnTo>
                <a:lnTo>
                  <a:pt x="862389" y="1131868"/>
                </a:lnTo>
                <a:lnTo>
                  <a:pt x="863407" y="1130280"/>
                </a:lnTo>
                <a:lnTo>
                  <a:pt x="865921" y="1128656"/>
                </a:lnTo>
                <a:lnTo>
                  <a:pt x="868716" y="1127123"/>
                </a:lnTo>
                <a:lnTo>
                  <a:pt x="872555" y="1127566"/>
                </a:lnTo>
                <a:lnTo>
                  <a:pt x="875476" y="1128983"/>
                </a:lnTo>
                <a:lnTo>
                  <a:pt x="878438" y="1131665"/>
                </a:lnTo>
                <a:lnTo>
                  <a:pt x="881029" y="1133511"/>
                </a:lnTo>
                <a:lnTo>
                  <a:pt x="883899" y="1134862"/>
                </a:lnTo>
                <a:lnTo>
                  <a:pt x="896035" y="1136259"/>
                </a:lnTo>
                <a:lnTo>
                  <a:pt x="901458" y="1136842"/>
                </a:lnTo>
                <a:lnTo>
                  <a:pt x="908599" y="1137011"/>
                </a:lnTo>
                <a:lnTo>
                  <a:pt x="915928" y="1133565"/>
                </a:lnTo>
                <a:lnTo>
                  <a:pt x="916436" y="1132625"/>
                </a:lnTo>
                <a:lnTo>
                  <a:pt x="920208" y="1132972"/>
                </a:lnTo>
                <a:lnTo>
                  <a:pt x="926259" y="1134657"/>
                </a:lnTo>
                <a:lnTo>
                  <a:pt x="930839" y="1136039"/>
                </a:lnTo>
                <a:lnTo>
                  <a:pt x="934951" y="1136891"/>
                </a:lnTo>
                <a:lnTo>
                  <a:pt x="940535" y="1137254"/>
                </a:lnTo>
                <a:lnTo>
                  <a:pt x="944777" y="1138622"/>
                </a:lnTo>
                <a:lnTo>
                  <a:pt x="951147" y="1142089"/>
                </a:lnTo>
                <a:lnTo>
                  <a:pt x="953680" y="1143415"/>
                </a:lnTo>
                <a:lnTo>
                  <a:pt x="955041" y="1143623"/>
                </a:lnTo>
                <a:lnTo>
                  <a:pt x="956715" y="1143902"/>
                </a:lnTo>
                <a:lnTo>
                  <a:pt x="965273" y="1145385"/>
                </a:lnTo>
                <a:lnTo>
                  <a:pt x="970167" y="1146202"/>
                </a:lnTo>
                <a:lnTo>
                  <a:pt x="974047" y="1146379"/>
                </a:lnTo>
                <a:lnTo>
                  <a:pt x="978134" y="1146232"/>
                </a:lnTo>
                <a:lnTo>
                  <a:pt x="979150" y="1146364"/>
                </a:lnTo>
                <a:lnTo>
                  <a:pt x="982645" y="1147991"/>
                </a:lnTo>
                <a:lnTo>
                  <a:pt x="986295" y="1150134"/>
                </a:lnTo>
                <a:lnTo>
                  <a:pt x="988700" y="1151543"/>
                </a:lnTo>
                <a:lnTo>
                  <a:pt x="991172" y="1152825"/>
                </a:lnTo>
                <a:lnTo>
                  <a:pt x="994306" y="1154822"/>
                </a:lnTo>
                <a:lnTo>
                  <a:pt x="996944" y="1156734"/>
                </a:lnTo>
                <a:lnTo>
                  <a:pt x="1001286" y="1159911"/>
                </a:lnTo>
                <a:lnTo>
                  <a:pt x="1005027" y="1162474"/>
                </a:lnTo>
                <a:lnTo>
                  <a:pt x="1009619" y="1164107"/>
                </a:lnTo>
                <a:lnTo>
                  <a:pt x="1013149" y="1165036"/>
                </a:lnTo>
                <a:lnTo>
                  <a:pt x="1015749" y="1165772"/>
                </a:lnTo>
                <a:lnTo>
                  <a:pt x="1018501" y="1166755"/>
                </a:lnTo>
                <a:lnTo>
                  <a:pt x="1021695" y="1168138"/>
                </a:lnTo>
                <a:lnTo>
                  <a:pt x="1023805" y="1169213"/>
                </a:lnTo>
                <a:lnTo>
                  <a:pt x="1026621" y="1170954"/>
                </a:lnTo>
                <a:lnTo>
                  <a:pt x="1028670" y="1172696"/>
                </a:lnTo>
                <a:lnTo>
                  <a:pt x="1030718" y="1174611"/>
                </a:lnTo>
                <a:lnTo>
                  <a:pt x="1034619" y="1177019"/>
                </a:lnTo>
                <a:lnTo>
                  <a:pt x="1037050" y="1178268"/>
                </a:lnTo>
                <a:lnTo>
                  <a:pt x="1040517" y="1180412"/>
                </a:lnTo>
                <a:lnTo>
                  <a:pt x="1042825" y="1181338"/>
                </a:lnTo>
                <a:lnTo>
                  <a:pt x="1045507" y="1182604"/>
                </a:lnTo>
                <a:lnTo>
                  <a:pt x="1048142" y="1184355"/>
                </a:lnTo>
                <a:lnTo>
                  <a:pt x="1050233" y="1186032"/>
                </a:lnTo>
                <a:lnTo>
                  <a:pt x="1052293" y="1187667"/>
                </a:lnTo>
                <a:lnTo>
                  <a:pt x="1055154" y="1187426"/>
                </a:lnTo>
                <a:lnTo>
                  <a:pt x="1056818" y="1187079"/>
                </a:lnTo>
                <a:lnTo>
                  <a:pt x="1057881" y="1187747"/>
                </a:lnTo>
                <a:lnTo>
                  <a:pt x="1061628" y="1191573"/>
                </a:lnTo>
                <a:lnTo>
                  <a:pt x="1063666" y="1192698"/>
                </a:lnTo>
                <a:lnTo>
                  <a:pt x="1065572" y="1193805"/>
                </a:lnTo>
                <a:lnTo>
                  <a:pt x="1069225" y="1195455"/>
                </a:lnTo>
                <a:lnTo>
                  <a:pt x="1071827" y="1196272"/>
                </a:lnTo>
                <a:lnTo>
                  <a:pt x="1073348" y="1196886"/>
                </a:lnTo>
                <a:lnTo>
                  <a:pt x="1078580" y="1201425"/>
                </a:lnTo>
                <a:lnTo>
                  <a:pt x="1107623" y="1211755"/>
                </a:lnTo>
                <a:lnTo>
                  <a:pt x="1108715" y="1212246"/>
                </a:lnTo>
                <a:lnTo>
                  <a:pt x="1112491" y="1213785"/>
                </a:lnTo>
                <a:lnTo>
                  <a:pt x="1114098" y="1214573"/>
                </a:lnTo>
                <a:lnTo>
                  <a:pt x="1118807" y="1217982"/>
                </a:lnTo>
                <a:lnTo>
                  <a:pt x="1123415" y="1221330"/>
                </a:lnTo>
                <a:lnTo>
                  <a:pt x="1127271" y="1223690"/>
                </a:lnTo>
                <a:lnTo>
                  <a:pt x="1134060" y="1227422"/>
                </a:lnTo>
                <a:lnTo>
                  <a:pt x="1135818" y="1228368"/>
                </a:lnTo>
                <a:lnTo>
                  <a:pt x="1138300" y="1230049"/>
                </a:lnTo>
                <a:lnTo>
                  <a:pt x="1139013" y="1231425"/>
                </a:lnTo>
                <a:lnTo>
                  <a:pt x="1141818" y="1233483"/>
                </a:lnTo>
                <a:lnTo>
                  <a:pt x="1144326" y="1235090"/>
                </a:lnTo>
                <a:lnTo>
                  <a:pt x="1144133" y="1234808"/>
                </a:lnTo>
                <a:lnTo>
                  <a:pt x="1147218" y="1237421"/>
                </a:lnTo>
                <a:lnTo>
                  <a:pt x="1149971" y="1241120"/>
                </a:lnTo>
                <a:lnTo>
                  <a:pt x="1150850" y="1243209"/>
                </a:lnTo>
                <a:lnTo>
                  <a:pt x="1154578" y="1247267"/>
                </a:lnTo>
                <a:lnTo>
                  <a:pt x="1158723" y="1251165"/>
                </a:lnTo>
                <a:lnTo>
                  <a:pt x="1159706" y="1252178"/>
                </a:lnTo>
                <a:lnTo>
                  <a:pt x="1161607" y="1256371"/>
                </a:lnTo>
                <a:lnTo>
                  <a:pt x="1161592" y="1260873"/>
                </a:lnTo>
                <a:lnTo>
                  <a:pt x="1165001" y="1267320"/>
                </a:lnTo>
                <a:lnTo>
                  <a:pt x="1168288" y="1269107"/>
                </a:lnTo>
                <a:lnTo>
                  <a:pt x="1174212" y="1271461"/>
                </a:lnTo>
                <a:lnTo>
                  <a:pt x="1176053" y="1276734"/>
                </a:lnTo>
                <a:lnTo>
                  <a:pt x="1177230" y="1279477"/>
                </a:lnTo>
                <a:lnTo>
                  <a:pt x="1181522" y="1283969"/>
                </a:lnTo>
                <a:lnTo>
                  <a:pt x="1183742" y="1283964"/>
                </a:lnTo>
                <a:lnTo>
                  <a:pt x="1185426" y="1289398"/>
                </a:lnTo>
                <a:lnTo>
                  <a:pt x="1185882" y="1293445"/>
                </a:lnTo>
                <a:lnTo>
                  <a:pt x="1196477" y="1301166"/>
                </a:lnTo>
                <a:lnTo>
                  <a:pt x="1205651" y="1307544"/>
                </a:lnTo>
                <a:lnTo>
                  <a:pt x="1212861" y="1312426"/>
                </a:lnTo>
                <a:lnTo>
                  <a:pt x="1222548" y="1314401"/>
                </a:lnTo>
                <a:lnTo>
                  <a:pt x="1231409" y="1318253"/>
                </a:lnTo>
                <a:lnTo>
                  <a:pt x="1236097" y="1320936"/>
                </a:lnTo>
                <a:lnTo>
                  <a:pt x="1237566" y="1321825"/>
                </a:lnTo>
                <a:lnTo>
                  <a:pt x="1239838" y="1323659"/>
                </a:lnTo>
                <a:lnTo>
                  <a:pt x="1246797" y="1326794"/>
                </a:lnTo>
                <a:lnTo>
                  <a:pt x="1248921" y="1327368"/>
                </a:lnTo>
                <a:lnTo>
                  <a:pt x="1251883" y="1327497"/>
                </a:lnTo>
                <a:lnTo>
                  <a:pt x="1261344" y="1331482"/>
                </a:lnTo>
                <a:lnTo>
                  <a:pt x="1269557" y="1333088"/>
                </a:lnTo>
                <a:lnTo>
                  <a:pt x="1275428" y="1333429"/>
                </a:lnTo>
                <a:lnTo>
                  <a:pt x="1280651" y="1331758"/>
                </a:lnTo>
                <a:lnTo>
                  <a:pt x="1282381" y="1330902"/>
                </a:lnTo>
                <a:lnTo>
                  <a:pt x="1285226" y="1330437"/>
                </a:lnTo>
                <a:lnTo>
                  <a:pt x="1288350" y="1330622"/>
                </a:lnTo>
                <a:lnTo>
                  <a:pt x="1291975" y="1329031"/>
                </a:lnTo>
                <a:lnTo>
                  <a:pt x="1295787" y="1327613"/>
                </a:lnTo>
                <a:lnTo>
                  <a:pt x="1299426" y="1326322"/>
                </a:lnTo>
                <a:lnTo>
                  <a:pt x="1302735" y="1325470"/>
                </a:lnTo>
                <a:lnTo>
                  <a:pt x="1306970" y="1324278"/>
                </a:lnTo>
                <a:lnTo>
                  <a:pt x="1314431" y="1324804"/>
                </a:lnTo>
                <a:lnTo>
                  <a:pt x="1318745" y="1327020"/>
                </a:lnTo>
                <a:lnTo>
                  <a:pt x="1325006" y="1329152"/>
                </a:lnTo>
                <a:lnTo>
                  <a:pt x="1332450" y="1328569"/>
                </a:lnTo>
                <a:lnTo>
                  <a:pt x="1334756" y="1326948"/>
                </a:lnTo>
                <a:lnTo>
                  <a:pt x="1336344" y="1324629"/>
                </a:lnTo>
                <a:lnTo>
                  <a:pt x="1337466" y="1322661"/>
                </a:lnTo>
                <a:lnTo>
                  <a:pt x="1339527" y="1319890"/>
                </a:lnTo>
                <a:lnTo>
                  <a:pt x="1347174" y="1319567"/>
                </a:lnTo>
                <a:lnTo>
                  <a:pt x="1351799" y="1319219"/>
                </a:lnTo>
                <a:lnTo>
                  <a:pt x="1359060" y="1320658"/>
                </a:lnTo>
                <a:lnTo>
                  <a:pt x="1365457" y="1321572"/>
                </a:lnTo>
                <a:lnTo>
                  <a:pt x="1369816" y="1319855"/>
                </a:lnTo>
                <a:lnTo>
                  <a:pt x="1374955" y="1319508"/>
                </a:lnTo>
                <a:lnTo>
                  <a:pt x="1380141" y="1319606"/>
                </a:lnTo>
                <a:lnTo>
                  <a:pt x="1383473" y="1318909"/>
                </a:lnTo>
                <a:lnTo>
                  <a:pt x="1388273" y="1321179"/>
                </a:lnTo>
                <a:lnTo>
                  <a:pt x="1389773" y="1321424"/>
                </a:lnTo>
                <a:lnTo>
                  <a:pt x="1395784" y="1316906"/>
                </a:lnTo>
                <a:lnTo>
                  <a:pt x="1398330" y="1315982"/>
                </a:lnTo>
                <a:lnTo>
                  <a:pt x="1402746" y="1316157"/>
                </a:lnTo>
                <a:lnTo>
                  <a:pt x="1412146" y="1317856"/>
                </a:lnTo>
                <a:lnTo>
                  <a:pt x="1415678" y="1320073"/>
                </a:lnTo>
                <a:lnTo>
                  <a:pt x="1417801" y="1322321"/>
                </a:lnTo>
                <a:lnTo>
                  <a:pt x="1418968" y="1316860"/>
                </a:lnTo>
                <a:lnTo>
                  <a:pt x="1422202" y="1316756"/>
                </a:lnTo>
                <a:lnTo>
                  <a:pt x="1425070" y="1316287"/>
                </a:lnTo>
                <a:lnTo>
                  <a:pt x="1429323" y="1314784"/>
                </a:lnTo>
                <a:lnTo>
                  <a:pt x="1430058" y="1312443"/>
                </a:lnTo>
                <a:lnTo>
                  <a:pt x="1431996" y="1311367"/>
                </a:lnTo>
                <a:lnTo>
                  <a:pt x="1434546" y="1310949"/>
                </a:lnTo>
                <a:lnTo>
                  <a:pt x="1436495" y="1312351"/>
                </a:lnTo>
                <a:lnTo>
                  <a:pt x="1438517" y="1314440"/>
                </a:lnTo>
                <a:lnTo>
                  <a:pt x="1441360" y="1317750"/>
                </a:lnTo>
                <a:lnTo>
                  <a:pt x="1443888" y="1319037"/>
                </a:lnTo>
                <a:lnTo>
                  <a:pt x="1445266" y="1319238"/>
                </a:lnTo>
                <a:lnTo>
                  <a:pt x="1445961" y="1315798"/>
                </a:lnTo>
                <a:lnTo>
                  <a:pt x="1447018" y="1314055"/>
                </a:lnTo>
                <a:lnTo>
                  <a:pt x="1449225" y="1313103"/>
                </a:lnTo>
                <a:lnTo>
                  <a:pt x="1451486" y="1310405"/>
                </a:lnTo>
                <a:lnTo>
                  <a:pt x="1454050" y="1308133"/>
                </a:lnTo>
                <a:lnTo>
                  <a:pt x="1458286" y="1306609"/>
                </a:lnTo>
                <a:lnTo>
                  <a:pt x="1463472" y="1303792"/>
                </a:lnTo>
                <a:lnTo>
                  <a:pt x="1465313" y="1300074"/>
                </a:lnTo>
                <a:lnTo>
                  <a:pt x="1465554" y="1295860"/>
                </a:lnTo>
                <a:lnTo>
                  <a:pt x="1466967" y="1293122"/>
                </a:lnTo>
                <a:lnTo>
                  <a:pt x="1469298" y="1289587"/>
                </a:lnTo>
                <a:lnTo>
                  <a:pt x="1472529" y="1286228"/>
                </a:lnTo>
                <a:lnTo>
                  <a:pt x="1473033" y="1284844"/>
                </a:lnTo>
                <a:lnTo>
                  <a:pt x="1473026" y="1281706"/>
                </a:lnTo>
                <a:lnTo>
                  <a:pt x="1477285" y="1282145"/>
                </a:lnTo>
                <a:lnTo>
                  <a:pt x="1481725" y="1285207"/>
                </a:lnTo>
                <a:lnTo>
                  <a:pt x="1486079" y="1288095"/>
                </a:lnTo>
                <a:lnTo>
                  <a:pt x="1488934" y="1289229"/>
                </a:lnTo>
                <a:lnTo>
                  <a:pt x="1490417" y="1290804"/>
                </a:lnTo>
                <a:lnTo>
                  <a:pt x="1491314" y="1292881"/>
                </a:lnTo>
                <a:lnTo>
                  <a:pt x="1491855" y="1294924"/>
                </a:lnTo>
                <a:lnTo>
                  <a:pt x="1492570" y="1296766"/>
                </a:lnTo>
                <a:lnTo>
                  <a:pt x="1492752" y="1299590"/>
                </a:lnTo>
                <a:lnTo>
                  <a:pt x="1495676" y="1297298"/>
                </a:lnTo>
                <a:lnTo>
                  <a:pt x="1497661" y="1294517"/>
                </a:lnTo>
                <a:lnTo>
                  <a:pt x="1499522" y="1291752"/>
                </a:lnTo>
                <a:lnTo>
                  <a:pt x="1500031" y="1290408"/>
                </a:lnTo>
                <a:lnTo>
                  <a:pt x="1502456" y="1289343"/>
                </a:lnTo>
                <a:lnTo>
                  <a:pt x="1505171" y="1288611"/>
                </a:lnTo>
                <a:lnTo>
                  <a:pt x="1508748" y="1287753"/>
                </a:lnTo>
                <a:lnTo>
                  <a:pt x="1509971" y="1287002"/>
                </a:lnTo>
                <a:lnTo>
                  <a:pt x="1511597" y="1283748"/>
                </a:lnTo>
                <a:lnTo>
                  <a:pt x="1512587" y="1282336"/>
                </a:lnTo>
                <a:lnTo>
                  <a:pt x="1513217" y="1279501"/>
                </a:lnTo>
                <a:lnTo>
                  <a:pt x="1512566" y="1276081"/>
                </a:lnTo>
                <a:lnTo>
                  <a:pt x="1513239" y="1273553"/>
                </a:lnTo>
                <a:lnTo>
                  <a:pt x="1513091" y="1270469"/>
                </a:lnTo>
                <a:lnTo>
                  <a:pt x="1512558" y="1266900"/>
                </a:lnTo>
                <a:lnTo>
                  <a:pt x="1511846" y="1265184"/>
                </a:lnTo>
                <a:lnTo>
                  <a:pt x="1513038" y="1263407"/>
                </a:lnTo>
                <a:lnTo>
                  <a:pt x="1514855" y="1261481"/>
                </a:lnTo>
                <a:lnTo>
                  <a:pt x="1518313" y="1258412"/>
                </a:lnTo>
                <a:lnTo>
                  <a:pt x="1521573" y="1255197"/>
                </a:lnTo>
                <a:lnTo>
                  <a:pt x="1524756" y="1252452"/>
                </a:lnTo>
                <a:lnTo>
                  <a:pt x="1527690" y="1250387"/>
                </a:lnTo>
                <a:lnTo>
                  <a:pt x="1530673" y="1248024"/>
                </a:lnTo>
                <a:lnTo>
                  <a:pt x="1532840" y="1244886"/>
                </a:lnTo>
                <a:lnTo>
                  <a:pt x="1533660" y="1238510"/>
                </a:lnTo>
                <a:lnTo>
                  <a:pt x="1535375" y="1235334"/>
                </a:lnTo>
                <a:lnTo>
                  <a:pt x="1538974" y="1236047"/>
                </a:lnTo>
                <a:lnTo>
                  <a:pt x="1544136" y="1228190"/>
                </a:lnTo>
                <a:lnTo>
                  <a:pt x="1546246" y="1224215"/>
                </a:lnTo>
                <a:lnTo>
                  <a:pt x="1550446" y="1220099"/>
                </a:lnTo>
                <a:lnTo>
                  <a:pt x="1553371" y="1217580"/>
                </a:lnTo>
                <a:lnTo>
                  <a:pt x="1555299" y="1215396"/>
                </a:lnTo>
                <a:lnTo>
                  <a:pt x="1556958" y="1213991"/>
                </a:lnTo>
                <a:lnTo>
                  <a:pt x="1559233" y="1214329"/>
                </a:lnTo>
                <a:lnTo>
                  <a:pt x="1561211" y="1213567"/>
                </a:lnTo>
                <a:lnTo>
                  <a:pt x="1563289" y="1212105"/>
                </a:lnTo>
                <a:lnTo>
                  <a:pt x="1566350" y="1209314"/>
                </a:lnTo>
                <a:lnTo>
                  <a:pt x="1568351" y="1206925"/>
                </a:lnTo>
                <a:lnTo>
                  <a:pt x="1571336" y="1204275"/>
                </a:lnTo>
                <a:lnTo>
                  <a:pt x="1573978" y="1202661"/>
                </a:lnTo>
                <a:lnTo>
                  <a:pt x="1574905" y="1201839"/>
                </a:lnTo>
                <a:lnTo>
                  <a:pt x="1576416" y="1198897"/>
                </a:lnTo>
                <a:lnTo>
                  <a:pt x="1578137" y="1196314"/>
                </a:lnTo>
                <a:lnTo>
                  <a:pt x="1579425" y="1195082"/>
                </a:lnTo>
                <a:lnTo>
                  <a:pt x="1582172" y="1192788"/>
                </a:lnTo>
                <a:lnTo>
                  <a:pt x="1584798" y="1190436"/>
                </a:lnTo>
                <a:lnTo>
                  <a:pt x="1587844" y="1189215"/>
                </a:lnTo>
                <a:lnTo>
                  <a:pt x="1591165" y="1188205"/>
                </a:lnTo>
                <a:lnTo>
                  <a:pt x="1594708" y="1186227"/>
                </a:lnTo>
                <a:lnTo>
                  <a:pt x="1597099" y="1184478"/>
                </a:lnTo>
                <a:lnTo>
                  <a:pt x="1599332" y="1183113"/>
                </a:lnTo>
                <a:lnTo>
                  <a:pt x="1600566" y="1182165"/>
                </a:lnTo>
                <a:lnTo>
                  <a:pt x="1606256" y="1180366"/>
                </a:lnTo>
                <a:lnTo>
                  <a:pt x="1612026" y="1179575"/>
                </a:lnTo>
                <a:lnTo>
                  <a:pt x="1615407" y="1179560"/>
                </a:lnTo>
                <a:lnTo>
                  <a:pt x="1618373" y="1179563"/>
                </a:lnTo>
                <a:lnTo>
                  <a:pt x="1622938" y="1179626"/>
                </a:lnTo>
                <a:lnTo>
                  <a:pt x="1627460" y="1180105"/>
                </a:lnTo>
                <a:lnTo>
                  <a:pt x="1632017" y="1180877"/>
                </a:lnTo>
                <a:lnTo>
                  <a:pt x="1636223" y="1182151"/>
                </a:lnTo>
                <a:lnTo>
                  <a:pt x="1639181" y="1184151"/>
                </a:lnTo>
                <a:lnTo>
                  <a:pt x="1643223" y="1185688"/>
                </a:lnTo>
                <a:lnTo>
                  <a:pt x="1649684" y="1187806"/>
                </a:lnTo>
                <a:lnTo>
                  <a:pt x="1650201" y="1189115"/>
                </a:lnTo>
                <a:lnTo>
                  <a:pt x="1652075" y="1191805"/>
                </a:lnTo>
                <a:lnTo>
                  <a:pt x="1654053" y="1195549"/>
                </a:lnTo>
                <a:lnTo>
                  <a:pt x="1656162" y="1197332"/>
                </a:lnTo>
                <a:lnTo>
                  <a:pt x="1661434" y="1199374"/>
                </a:lnTo>
                <a:lnTo>
                  <a:pt x="1667465" y="1201965"/>
                </a:lnTo>
                <a:lnTo>
                  <a:pt x="1672025" y="1202546"/>
                </a:lnTo>
                <a:lnTo>
                  <a:pt x="1677740" y="1203569"/>
                </a:lnTo>
                <a:lnTo>
                  <a:pt x="1681373" y="1207425"/>
                </a:lnTo>
                <a:lnTo>
                  <a:pt x="1686095" y="1209372"/>
                </a:lnTo>
                <a:lnTo>
                  <a:pt x="1690127" y="1210688"/>
                </a:lnTo>
                <a:lnTo>
                  <a:pt x="1696162" y="1212486"/>
                </a:lnTo>
                <a:lnTo>
                  <a:pt x="1698098" y="1213914"/>
                </a:lnTo>
                <a:lnTo>
                  <a:pt x="1702390" y="1216822"/>
                </a:lnTo>
                <a:lnTo>
                  <a:pt x="1705956" y="1219339"/>
                </a:lnTo>
                <a:lnTo>
                  <a:pt x="1708000" y="1221217"/>
                </a:lnTo>
                <a:lnTo>
                  <a:pt x="1710692" y="1223628"/>
                </a:lnTo>
                <a:lnTo>
                  <a:pt x="1716982" y="1226401"/>
                </a:lnTo>
                <a:lnTo>
                  <a:pt x="1721122" y="1228094"/>
                </a:lnTo>
                <a:lnTo>
                  <a:pt x="1724764" y="1230032"/>
                </a:lnTo>
                <a:lnTo>
                  <a:pt x="1729264" y="1230861"/>
                </a:lnTo>
                <a:lnTo>
                  <a:pt x="1732966" y="1231630"/>
                </a:lnTo>
                <a:lnTo>
                  <a:pt x="1733198" y="1228662"/>
                </a:lnTo>
                <a:lnTo>
                  <a:pt x="1732022" y="1226341"/>
                </a:lnTo>
                <a:lnTo>
                  <a:pt x="1730991" y="1224483"/>
                </a:lnTo>
                <a:lnTo>
                  <a:pt x="1730837" y="1224413"/>
                </a:lnTo>
                <a:lnTo>
                  <a:pt x="1726759" y="1222544"/>
                </a:lnTo>
                <a:lnTo>
                  <a:pt x="1723337" y="1221649"/>
                </a:lnTo>
                <a:lnTo>
                  <a:pt x="1722264" y="1220571"/>
                </a:lnTo>
                <a:lnTo>
                  <a:pt x="1719516" y="1218405"/>
                </a:lnTo>
                <a:lnTo>
                  <a:pt x="1717233" y="1216085"/>
                </a:lnTo>
                <a:lnTo>
                  <a:pt x="1717903" y="1215301"/>
                </a:lnTo>
                <a:lnTo>
                  <a:pt x="1719694" y="1214077"/>
                </a:lnTo>
                <a:lnTo>
                  <a:pt x="1722384" y="1214380"/>
                </a:lnTo>
                <a:lnTo>
                  <a:pt x="1725346" y="1215904"/>
                </a:lnTo>
                <a:lnTo>
                  <a:pt x="1728056" y="1216957"/>
                </a:lnTo>
                <a:lnTo>
                  <a:pt x="1730086" y="1217559"/>
                </a:lnTo>
                <a:lnTo>
                  <a:pt x="1731718" y="1217981"/>
                </a:lnTo>
                <a:lnTo>
                  <a:pt x="1739299" y="1223974"/>
                </a:lnTo>
                <a:lnTo>
                  <a:pt x="1743359" y="1228656"/>
                </a:lnTo>
                <a:lnTo>
                  <a:pt x="1747838" y="1231985"/>
                </a:lnTo>
                <a:lnTo>
                  <a:pt x="1752645" y="1232006"/>
                </a:lnTo>
                <a:lnTo>
                  <a:pt x="1757292" y="1231620"/>
                </a:lnTo>
                <a:lnTo>
                  <a:pt x="1764804" y="1230548"/>
                </a:lnTo>
                <a:lnTo>
                  <a:pt x="1769343" y="1230105"/>
                </a:lnTo>
                <a:lnTo>
                  <a:pt x="1775646" y="1231406"/>
                </a:lnTo>
                <a:lnTo>
                  <a:pt x="1784622" y="1234113"/>
                </a:lnTo>
                <a:lnTo>
                  <a:pt x="1792512" y="1234934"/>
                </a:lnTo>
                <a:lnTo>
                  <a:pt x="1795857" y="1234095"/>
                </a:lnTo>
                <a:lnTo>
                  <a:pt x="1800996" y="1228392"/>
                </a:lnTo>
                <a:lnTo>
                  <a:pt x="1802850" y="1223957"/>
                </a:lnTo>
                <a:lnTo>
                  <a:pt x="1803876" y="1218564"/>
                </a:lnTo>
                <a:lnTo>
                  <a:pt x="1805536" y="1214370"/>
                </a:lnTo>
                <a:lnTo>
                  <a:pt x="1806584" y="1212481"/>
                </a:lnTo>
                <a:lnTo>
                  <a:pt x="1809227" y="1210653"/>
                </a:lnTo>
                <a:lnTo>
                  <a:pt x="1811116" y="1209131"/>
                </a:lnTo>
                <a:lnTo>
                  <a:pt x="1814896" y="1206851"/>
                </a:lnTo>
                <a:lnTo>
                  <a:pt x="1818614" y="1203181"/>
                </a:lnTo>
                <a:lnTo>
                  <a:pt x="1815369" y="1203491"/>
                </a:lnTo>
                <a:lnTo>
                  <a:pt x="1811374" y="1203601"/>
                </a:lnTo>
                <a:lnTo>
                  <a:pt x="1808430" y="1203394"/>
                </a:lnTo>
                <a:lnTo>
                  <a:pt x="1805143" y="1203407"/>
                </a:lnTo>
                <a:lnTo>
                  <a:pt x="1803311" y="1203047"/>
                </a:lnTo>
                <a:lnTo>
                  <a:pt x="1800292" y="1202961"/>
                </a:lnTo>
                <a:lnTo>
                  <a:pt x="1793896" y="1203054"/>
                </a:lnTo>
                <a:lnTo>
                  <a:pt x="1793548" y="1200768"/>
                </a:lnTo>
                <a:lnTo>
                  <a:pt x="1795287" y="1198447"/>
                </a:lnTo>
                <a:lnTo>
                  <a:pt x="1799896" y="1197173"/>
                </a:lnTo>
                <a:lnTo>
                  <a:pt x="1803625" y="1195969"/>
                </a:lnTo>
                <a:lnTo>
                  <a:pt x="1810736" y="1193891"/>
                </a:lnTo>
                <a:lnTo>
                  <a:pt x="1817910" y="1192996"/>
                </a:lnTo>
                <a:lnTo>
                  <a:pt x="1823151" y="1191820"/>
                </a:lnTo>
                <a:lnTo>
                  <a:pt x="1827826" y="1189332"/>
                </a:lnTo>
                <a:lnTo>
                  <a:pt x="1831274" y="1186878"/>
                </a:lnTo>
                <a:lnTo>
                  <a:pt x="1834332" y="1183966"/>
                </a:lnTo>
                <a:lnTo>
                  <a:pt x="1836848" y="1180728"/>
                </a:lnTo>
                <a:lnTo>
                  <a:pt x="1839575" y="1177462"/>
                </a:lnTo>
                <a:lnTo>
                  <a:pt x="1841515" y="1174647"/>
                </a:lnTo>
                <a:lnTo>
                  <a:pt x="1842575" y="1172570"/>
                </a:lnTo>
                <a:lnTo>
                  <a:pt x="1847902" y="1168875"/>
                </a:lnTo>
                <a:lnTo>
                  <a:pt x="1848519" y="1166819"/>
                </a:lnTo>
                <a:lnTo>
                  <a:pt x="1848537" y="1164233"/>
                </a:lnTo>
                <a:lnTo>
                  <a:pt x="1851646" y="1162878"/>
                </a:lnTo>
                <a:lnTo>
                  <a:pt x="1857539" y="1160223"/>
                </a:lnTo>
                <a:lnTo>
                  <a:pt x="1863776" y="1158616"/>
                </a:lnTo>
                <a:lnTo>
                  <a:pt x="1869330" y="1162550"/>
                </a:lnTo>
                <a:lnTo>
                  <a:pt x="1875793" y="1166950"/>
                </a:lnTo>
                <a:lnTo>
                  <a:pt x="1882970" y="1170178"/>
                </a:lnTo>
                <a:lnTo>
                  <a:pt x="1889933" y="1174654"/>
                </a:lnTo>
                <a:lnTo>
                  <a:pt x="1896995" y="1182955"/>
                </a:lnTo>
                <a:lnTo>
                  <a:pt x="1899008" y="1188498"/>
                </a:lnTo>
                <a:lnTo>
                  <a:pt x="1900838" y="1205251"/>
                </a:lnTo>
                <a:lnTo>
                  <a:pt x="1903338" y="1218227"/>
                </a:lnTo>
                <a:lnTo>
                  <a:pt x="1901702" y="1228591"/>
                </a:lnTo>
                <a:lnTo>
                  <a:pt x="1895249" y="1230412"/>
                </a:lnTo>
                <a:lnTo>
                  <a:pt x="1890795" y="1231412"/>
                </a:lnTo>
                <a:lnTo>
                  <a:pt x="1889215" y="1231958"/>
                </a:lnTo>
                <a:lnTo>
                  <a:pt x="1885880" y="1236955"/>
                </a:lnTo>
                <a:lnTo>
                  <a:pt x="1882836" y="1241399"/>
                </a:lnTo>
                <a:lnTo>
                  <a:pt x="1878756" y="1245741"/>
                </a:lnTo>
                <a:lnTo>
                  <a:pt x="1874086" y="1247523"/>
                </a:lnTo>
                <a:lnTo>
                  <a:pt x="1870948" y="1252425"/>
                </a:lnTo>
                <a:lnTo>
                  <a:pt x="1868691" y="1255176"/>
                </a:lnTo>
                <a:lnTo>
                  <a:pt x="1863028" y="1257281"/>
                </a:lnTo>
                <a:lnTo>
                  <a:pt x="1860287" y="1259215"/>
                </a:lnTo>
                <a:lnTo>
                  <a:pt x="1858953" y="1262423"/>
                </a:lnTo>
                <a:lnTo>
                  <a:pt x="1857598" y="1265739"/>
                </a:lnTo>
                <a:lnTo>
                  <a:pt x="1854564" y="1269587"/>
                </a:lnTo>
                <a:lnTo>
                  <a:pt x="1849031" y="1272961"/>
                </a:lnTo>
                <a:lnTo>
                  <a:pt x="1844532" y="1278016"/>
                </a:lnTo>
                <a:lnTo>
                  <a:pt x="1841608" y="1281031"/>
                </a:lnTo>
                <a:lnTo>
                  <a:pt x="1840568" y="1282697"/>
                </a:lnTo>
                <a:lnTo>
                  <a:pt x="1840183" y="1288093"/>
                </a:lnTo>
                <a:lnTo>
                  <a:pt x="1840448" y="1292750"/>
                </a:lnTo>
                <a:lnTo>
                  <a:pt x="1841502" y="1298766"/>
                </a:lnTo>
                <a:lnTo>
                  <a:pt x="1843012" y="1303630"/>
                </a:lnTo>
                <a:lnTo>
                  <a:pt x="1845023" y="1306122"/>
                </a:lnTo>
                <a:lnTo>
                  <a:pt x="1847953" y="1309349"/>
                </a:lnTo>
                <a:lnTo>
                  <a:pt x="1852447" y="1314168"/>
                </a:lnTo>
                <a:lnTo>
                  <a:pt x="1856523" y="1318951"/>
                </a:lnTo>
                <a:lnTo>
                  <a:pt x="1860615" y="1323908"/>
                </a:lnTo>
                <a:lnTo>
                  <a:pt x="1864972" y="1328497"/>
                </a:lnTo>
                <a:lnTo>
                  <a:pt x="1868202" y="1333081"/>
                </a:lnTo>
                <a:lnTo>
                  <a:pt x="1872408" y="1339959"/>
                </a:lnTo>
                <a:lnTo>
                  <a:pt x="1875398" y="1345094"/>
                </a:lnTo>
                <a:lnTo>
                  <a:pt x="1877819" y="1349438"/>
                </a:lnTo>
                <a:lnTo>
                  <a:pt x="1880333" y="1354796"/>
                </a:lnTo>
                <a:lnTo>
                  <a:pt x="1880862" y="1358616"/>
                </a:lnTo>
                <a:lnTo>
                  <a:pt x="1880278" y="1360936"/>
                </a:lnTo>
                <a:lnTo>
                  <a:pt x="1879106" y="1363413"/>
                </a:lnTo>
                <a:lnTo>
                  <a:pt x="1876889" y="1366118"/>
                </a:lnTo>
                <a:lnTo>
                  <a:pt x="1875053" y="1368440"/>
                </a:lnTo>
                <a:lnTo>
                  <a:pt x="1873423" y="1371466"/>
                </a:lnTo>
                <a:lnTo>
                  <a:pt x="1873216" y="1373018"/>
                </a:lnTo>
                <a:lnTo>
                  <a:pt x="1875657" y="1377668"/>
                </a:lnTo>
                <a:lnTo>
                  <a:pt x="1879322" y="1378254"/>
                </a:lnTo>
                <a:lnTo>
                  <a:pt x="1890987" y="1380143"/>
                </a:lnTo>
                <a:lnTo>
                  <a:pt x="1893862" y="1382074"/>
                </a:lnTo>
                <a:lnTo>
                  <a:pt x="1903352" y="1390621"/>
                </a:lnTo>
                <a:lnTo>
                  <a:pt x="1915165" y="1395007"/>
                </a:lnTo>
                <a:lnTo>
                  <a:pt x="1926723" y="1403566"/>
                </a:lnTo>
                <a:lnTo>
                  <a:pt x="1932179" y="1390040"/>
                </a:lnTo>
                <a:lnTo>
                  <a:pt x="1938361" y="1378879"/>
                </a:lnTo>
                <a:lnTo>
                  <a:pt x="1947974" y="1372919"/>
                </a:lnTo>
                <a:lnTo>
                  <a:pt x="1949528" y="1364879"/>
                </a:lnTo>
                <a:lnTo>
                  <a:pt x="1959282" y="1365826"/>
                </a:lnTo>
                <a:lnTo>
                  <a:pt x="1960483" y="1356603"/>
                </a:lnTo>
                <a:lnTo>
                  <a:pt x="1955768" y="1319686"/>
                </a:lnTo>
                <a:lnTo>
                  <a:pt x="1971795" y="1318740"/>
                </a:lnTo>
                <a:lnTo>
                  <a:pt x="1982741" y="1313195"/>
                </a:lnTo>
                <a:lnTo>
                  <a:pt x="1994434" y="1314450"/>
                </a:lnTo>
                <a:lnTo>
                  <a:pt x="2003194" y="1314514"/>
                </a:lnTo>
                <a:lnTo>
                  <a:pt x="2009705" y="1312759"/>
                </a:lnTo>
                <a:lnTo>
                  <a:pt x="2010143" y="1304595"/>
                </a:lnTo>
                <a:lnTo>
                  <a:pt x="1991612" y="1279145"/>
                </a:lnTo>
                <a:lnTo>
                  <a:pt x="1981628" y="1262573"/>
                </a:lnTo>
                <a:lnTo>
                  <a:pt x="1979102" y="1246476"/>
                </a:lnTo>
                <a:lnTo>
                  <a:pt x="1983325" y="1243177"/>
                </a:lnTo>
                <a:lnTo>
                  <a:pt x="1983000" y="1237171"/>
                </a:lnTo>
                <a:lnTo>
                  <a:pt x="1975378" y="1216016"/>
                </a:lnTo>
                <a:lnTo>
                  <a:pt x="1981665" y="1191384"/>
                </a:lnTo>
                <a:lnTo>
                  <a:pt x="1993343" y="1179084"/>
                </a:lnTo>
                <a:lnTo>
                  <a:pt x="2004967" y="1184001"/>
                </a:lnTo>
                <a:lnTo>
                  <a:pt x="2012903" y="1187062"/>
                </a:lnTo>
                <a:lnTo>
                  <a:pt x="2027073" y="1191960"/>
                </a:lnTo>
                <a:lnTo>
                  <a:pt x="2046808" y="1195118"/>
                </a:lnTo>
                <a:lnTo>
                  <a:pt x="2055542" y="1198219"/>
                </a:lnTo>
                <a:lnTo>
                  <a:pt x="2059046" y="1203077"/>
                </a:lnTo>
                <a:lnTo>
                  <a:pt x="2061860" y="1212097"/>
                </a:lnTo>
                <a:lnTo>
                  <a:pt x="2065933" y="1217399"/>
                </a:lnTo>
                <a:lnTo>
                  <a:pt x="2076598" y="1221574"/>
                </a:lnTo>
                <a:lnTo>
                  <a:pt x="2087632" y="1217279"/>
                </a:lnTo>
                <a:lnTo>
                  <a:pt x="2096059" y="1214945"/>
                </a:lnTo>
                <a:lnTo>
                  <a:pt x="2110499" y="1215720"/>
                </a:lnTo>
                <a:lnTo>
                  <a:pt x="2133099" y="1216041"/>
                </a:lnTo>
                <a:lnTo>
                  <a:pt x="2155607" y="1208691"/>
                </a:lnTo>
                <a:lnTo>
                  <a:pt x="2165958" y="1202378"/>
                </a:lnTo>
                <a:lnTo>
                  <a:pt x="2173299" y="1199716"/>
                </a:lnTo>
                <a:lnTo>
                  <a:pt x="2179119" y="1197957"/>
                </a:lnTo>
                <a:lnTo>
                  <a:pt x="2205273" y="1193118"/>
                </a:lnTo>
                <a:lnTo>
                  <a:pt x="2223088" y="1185590"/>
                </a:lnTo>
                <a:lnTo>
                  <a:pt x="2233916" y="1179121"/>
                </a:lnTo>
                <a:lnTo>
                  <a:pt x="2245988" y="1172323"/>
                </a:lnTo>
                <a:lnTo>
                  <a:pt x="2259143" y="1165311"/>
                </a:lnTo>
                <a:lnTo>
                  <a:pt x="2268108" y="1161100"/>
                </a:lnTo>
                <a:lnTo>
                  <a:pt x="2290292" y="1162344"/>
                </a:lnTo>
                <a:lnTo>
                  <a:pt x="2323902" y="1171362"/>
                </a:lnTo>
                <a:lnTo>
                  <a:pt x="2354853" y="1190833"/>
                </a:lnTo>
                <a:lnTo>
                  <a:pt x="2381727" y="1205204"/>
                </a:lnTo>
                <a:lnTo>
                  <a:pt x="2404826" y="1204273"/>
                </a:lnTo>
                <a:lnTo>
                  <a:pt x="2426076" y="1203981"/>
                </a:lnTo>
                <a:lnTo>
                  <a:pt x="2458123" y="1209924"/>
                </a:lnTo>
                <a:lnTo>
                  <a:pt x="2476681" y="1207627"/>
                </a:lnTo>
                <a:lnTo>
                  <a:pt x="2494782" y="1203596"/>
                </a:lnTo>
                <a:lnTo>
                  <a:pt x="2522011" y="1197327"/>
                </a:lnTo>
                <a:lnTo>
                  <a:pt x="2540736" y="1192520"/>
                </a:lnTo>
                <a:lnTo>
                  <a:pt x="2557102" y="1187363"/>
                </a:lnTo>
                <a:lnTo>
                  <a:pt x="2578812" y="1181929"/>
                </a:lnTo>
                <a:lnTo>
                  <a:pt x="2595337" y="1172877"/>
                </a:lnTo>
                <a:lnTo>
                  <a:pt x="2611801" y="1162031"/>
                </a:lnTo>
                <a:lnTo>
                  <a:pt x="2628192" y="1152088"/>
                </a:lnTo>
                <a:lnTo>
                  <a:pt x="2631020" y="1150928"/>
                </a:lnTo>
                <a:lnTo>
                  <a:pt x="2634400" y="1149374"/>
                </a:lnTo>
                <a:lnTo>
                  <a:pt x="2646166" y="1143496"/>
                </a:lnTo>
                <a:lnTo>
                  <a:pt x="2651066" y="1140967"/>
                </a:lnTo>
                <a:lnTo>
                  <a:pt x="2653735" y="1139279"/>
                </a:lnTo>
                <a:lnTo>
                  <a:pt x="2661265" y="1127704"/>
                </a:lnTo>
                <a:lnTo>
                  <a:pt x="2673182" y="1123162"/>
                </a:lnTo>
                <a:lnTo>
                  <a:pt x="2687815" y="1120276"/>
                </a:lnTo>
                <a:lnTo>
                  <a:pt x="2720682" y="1101596"/>
                </a:lnTo>
                <a:lnTo>
                  <a:pt x="2728203" y="1098336"/>
                </a:lnTo>
                <a:lnTo>
                  <a:pt x="2737721" y="1096836"/>
                </a:lnTo>
                <a:lnTo>
                  <a:pt x="2793194" y="1099537"/>
                </a:lnTo>
                <a:lnTo>
                  <a:pt x="2810129" y="1102554"/>
                </a:lnTo>
                <a:lnTo>
                  <a:pt x="2822769" y="1104439"/>
                </a:lnTo>
                <a:lnTo>
                  <a:pt x="2834522" y="1099756"/>
                </a:lnTo>
                <a:lnTo>
                  <a:pt x="2853460" y="1098987"/>
                </a:lnTo>
                <a:lnTo>
                  <a:pt x="2869671" y="1099112"/>
                </a:lnTo>
                <a:lnTo>
                  <a:pt x="2888216" y="1095216"/>
                </a:lnTo>
                <a:lnTo>
                  <a:pt x="2892169" y="1094076"/>
                </a:lnTo>
                <a:lnTo>
                  <a:pt x="2898178" y="1092083"/>
                </a:lnTo>
                <a:lnTo>
                  <a:pt x="2905913" y="1089624"/>
                </a:lnTo>
                <a:lnTo>
                  <a:pt x="2924161" y="1086931"/>
                </a:lnTo>
                <a:lnTo>
                  <a:pt x="2951940" y="1076493"/>
                </a:lnTo>
                <a:lnTo>
                  <a:pt x="2966875" y="1066231"/>
                </a:lnTo>
                <a:lnTo>
                  <a:pt x="2977282" y="1051926"/>
                </a:lnTo>
                <a:lnTo>
                  <a:pt x="2984562" y="1048151"/>
                </a:lnTo>
                <a:lnTo>
                  <a:pt x="2999630" y="1051631"/>
                </a:lnTo>
                <a:lnTo>
                  <a:pt x="3004020" y="1062340"/>
                </a:lnTo>
                <a:lnTo>
                  <a:pt x="3014121" y="1072464"/>
                </a:lnTo>
                <a:lnTo>
                  <a:pt x="3017697" y="1074399"/>
                </a:lnTo>
                <a:lnTo>
                  <a:pt x="3021109" y="1074205"/>
                </a:lnTo>
                <a:lnTo>
                  <a:pt x="3026257" y="1073244"/>
                </a:lnTo>
                <a:lnTo>
                  <a:pt x="3030371" y="1072271"/>
                </a:lnTo>
                <a:lnTo>
                  <a:pt x="3036802" y="1070588"/>
                </a:lnTo>
                <a:lnTo>
                  <a:pt x="3043010" y="1067365"/>
                </a:lnTo>
                <a:lnTo>
                  <a:pt x="3045415" y="1063880"/>
                </a:lnTo>
                <a:lnTo>
                  <a:pt x="3049364" y="1060369"/>
                </a:lnTo>
                <a:lnTo>
                  <a:pt x="3051473" y="1057918"/>
                </a:lnTo>
                <a:lnTo>
                  <a:pt x="3053009" y="1055382"/>
                </a:lnTo>
                <a:lnTo>
                  <a:pt x="3054990" y="1052019"/>
                </a:lnTo>
                <a:lnTo>
                  <a:pt x="3056656" y="1049001"/>
                </a:lnTo>
                <a:lnTo>
                  <a:pt x="3057933" y="1046212"/>
                </a:lnTo>
                <a:lnTo>
                  <a:pt x="3058825" y="1043395"/>
                </a:lnTo>
                <a:lnTo>
                  <a:pt x="3061037" y="1039519"/>
                </a:lnTo>
                <a:lnTo>
                  <a:pt x="3063513" y="1036116"/>
                </a:lnTo>
                <a:lnTo>
                  <a:pt x="3069093" y="1030902"/>
                </a:lnTo>
                <a:lnTo>
                  <a:pt x="3074825" y="1026057"/>
                </a:lnTo>
                <a:lnTo>
                  <a:pt x="3079295" y="1024662"/>
                </a:lnTo>
                <a:lnTo>
                  <a:pt x="3083056" y="1024307"/>
                </a:lnTo>
                <a:lnTo>
                  <a:pt x="3087070" y="1025030"/>
                </a:lnTo>
                <a:lnTo>
                  <a:pt x="3095625" y="1028902"/>
                </a:lnTo>
                <a:lnTo>
                  <a:pt x="3101431" y="1030829"/>
                </a:lnTo>
                <a:lnTo>
                  <a:pt x="3104153" y="1031898"/>
                </a:lnTo>
                <a:lnTo>
                  <a:pt x="3112712" y="1032442"/>
                </a:lnTo>
                <a:lnTo>
                  <a:pt x="3113818" y="1031872"/>
                </a:lnTo>
                <a:lnTo>
                  <a:pt x="3116317" y="1030153"/>
                </a:lnTo>
                <a:lnTo>
                  <a:pt x="3120359" y="1027529"/>
                </a:lnTo>
                <a:lnTo>
                  <a:pt x="3122513" y="1026607"/>
                </a:lnTo>
                <a:lnTo>
                  <a:pt x="3125205" y="1025227"/>
                </a:lnTo>
                <a:lnTo>
                  <a:pt x="3127589" y="1023864"/>
                </a:lnTo>
                <a:lnTo>
                  <a:pt x="3130288" y="1022789"/>
                </a:lnTo>
                <a:lnTo>
                  <a:pt x="3134535" y="1020813"/>
                </a:lnTo>
                <a:lnTo>
                  <a:pt x="3138659" y="1018615"/>
                </a:lnTo>
                <a:lnTo>
                  <a:pt x="3141776" y="1018638"/>
                </a:lnTo>
                <a:lnTo>
                  <a:pt x="3145114" y="1018487"/>
                </a:lnTo>
                <a:lnTo>
                  <a:pt x="3148476" y="1018654"/>
                </a:lnTo>
                <a:lnTo>
                  <a:pt x="3152356" y="1019460"/>
                </a:lnTo>
                <a:lnTo>
                  <a:pt x="3155726" y="1020060"/>
                </a:lnTo>
                <a:lnTo>
                  <a:pt x="3159705" y="1020683"/>
                </a:lnTo>
                <a:lnTo>
                  <a:pt x="3163277" y="1023013"/>
                </a:lnTo>
                <a:lnTo>
                  <a:pt x="3168005" y="1024499"/>
                </a:lnTo>
                <a:lnTo>
                  <a:pt x="3172444" y="1025516"/>
                </a:lnTo>
                <a:lnTo>
                  <a:pt x="3176897" y="1026396"/>
                </a:lnTo>
                <a:lnTo>
                  <a:pt x="3181809" y="1026724"/>
                </a:lnTo>
                <a:lnTo>
                  <a:pt x="3186042" y="1026775"/>
                </a:lnTo>
                <a:lnTo>
                  <a:pt x="3191992" y="1027662"/>
                </a:lnTo>
                <a:lnTo>
                  <a:pt x="3196101" y="1029248"/>
                </a:lnTo>
                <a:lnTo>
                  <a:pt x="3200096" y="1030770"/>
                </a:lnTo>
                <a:lnTo>
                  <a:pt x="3202912" y="1032529"/>
                </a:lnTo>
                <a:lnTo>
                  <a:pt x="3208377" y="1035030"/>
                </a:lnTo>
                <a:lnTo>
                  <a:pt x="3214491" y="1036986"/>
                </a:lnTo>
                <a:lnTo>
                  <a:pt x="3217966" y="1038526"/>
                </a:lnTo>
                <a:lnTo>
                  <a:pt x="3223686" y="1040220"/>
                </a:lnTo>
                <a:lnTo>
                  <a:pt x="3231713" y="1041356"/>
                </a:lnTo>
                <a:lnTo>
                  <a:pt x="3237498" y="1041594"/>
                </a:lnTo>
                <a:lnTo>
                  <a:pt x="3240767" y="1041468"/>
                </a:lnTo>
                <a:lnTo>
                  <a:pt x="3248153" y="1041088"/>
                </a:lnTo>
                <a:lnTo>
                  <a:pt x="3255028" y="1040815"/>
                </a:lnTo>
                <a:lnTo>
                  <a:pt x="3261519" y="1040718"/>
                </a:lnTo>
                <a:lnTo>
                  <a:pt x="3265658" y="1040664"/>
                </a:lnTo>
                <a:lnTo>
                  <a:pt x="3269161" y="1040168"/>
                </a:lnTo>
                <a:lnTo>
                  <a:pt x="3274030" y="1039741"/>
                </a:lnTo>
                <a:lnTo>
                  <a:pt x="3279047" y="1041091"/>
                </a:lnTo>
                <a:lnTo>
                  <a:pt x="3284038" y="1041375"/>
                </a:lnTo>
                <a:lnTo>
                  <a:pt x="3288822" y="1040818"/>
                </a:lnTo>
                <a:lnTo>
                  <a:pt x="3294940" y="1037675"/>
                </a:lnTo>
                <a:lnTo>
                  <a:pt x="3298852" y="1033325"/>
                </a:lnTo>
                <a:lnTo>
                  <a:pt x="3301459" y="1030443"/>
                </a:lnTo>
                <a:lnTo>
                  <a:pt x="3303150" y="1028145"/>
                </a:lnTo>
                <a:lnTo>
                  <a:pt x="3307695" y="1024254"/>
                </a:lnTo>
                <a:lnTo>
                  <a:pt x="3312390" y="1021504"/>
                </a:lnTo>
                <a:lnTo>
                  <a:pt x="3317776" y="1018282"/>
                </a:lnTo>
                <a:lnTo>
                  <a:pt x="3320929" y="1017405"/>
                </a:lnTo>
                <a:lnTo>
                  <a:pt x="3324449" y="1016941"/>
                </a:lnTo>
                <a:lnTo>
                  <a:pt x="3329047" y="1016640"/>
                </a:lnTo>
                <a:lnTo>
                  <a:pt x="3332895" y="1018685"/>
                </a:lnTo>
                <a:lnTo>
                  <a:pt x="3335819" y="1020066"/>
                </a:lnTo>
                <a:lnTo>
                  <a:pt x="3338397" y="1021124"/>
                </a:lnTo>
                <a:lnTo>
                  <a:pt x="3341866" y="1022412"/>
                </a:lnTo>
                <a:lnTo>
                  <a:pt x="3344677" y="1023372"/>
                </a:lnTo>
                <a:lnTo>
                  <a:pt x="3348804" y="1024809"/>
                </a:lnTo>
                <a:lnTo>
                  <a:pt x="3350510" y="1025486"/>
                </a:lnTo>
                <a:lnTo>
                  <a:pt x="3352513" y="1027093"/>
                </a:lnTo>
                <a:lnTo>
                  <a:pt x="3355834" y="1030669"/>
                </a:lnTo>
                <a:lnTo>
                  <a:pt x="3357711" y="1034307"/>
                </a:lnTo>
                <a:lnTo>
                  <a:pt x="3358859" y="1038403"/>
                </a:lnTo>
                <a:lnTo>
                  <a:pt x="3359206" y="1041976"/>
                </a:lnTo>
                <a:lnTo>
                  <a:pt x="3358596" y="1046327"/>
                </a:lnTo>
                <a:lnTo>
                  <a:pt x="3357597" y="1049262"/>
                </a:lnTo>
                <a:lnTo>
                  <a:pt x="3356491" y="1051602"/>
                </a:lnTo>
                <a:lnTo>
                  <a:pt x="3354558" y="1054095"/>
                </a:lnTo>
                <a:lnTo>
                  <a:pt x="3353705" y="1057916"/>
                </a:lnTo>
                <a:lnTo>
                  <a:pt x="3354068" y="1062748"/>
                </a:lnTo>
                <a:lnTo>
                  <a:pt x="3355496" y="1066775"/>
                </a:lnTo>
                <a:lnTo>
                  <a:pt x="3357290" y="1070754"/>
                </a:lnTo>
                <a:lnTo>
                  <a:pt x="3358948" y="1073215"/>
                </a:lnTo>
                <a:lnTo>
                  <a:pt x="3360327" y="1074215"/>
                </a:lnTo>
                <a:lnTo>
                  <a:pt x="3364237" y="1074682"/>
                </a:lnTo>
                <a:lnTo>
                  <a:pt x="3369462" y="1073720"/>
                </a:lnTo>
                <a:lnTo>
                  <a:pt x="3374625" y="1071259"/>
                </a:lnTo>
                <a:lnTo>
                  <a:pt x="3379439" y="1068767"/>
                </a:lnTo>
                <a:lnTo>
                  <a:pt x="3384370" y="1065585"/>
                </a:lnTo>
                <a:lnTo>
                  <a:pt x="3388747" y="1062291"/>
                </a:lnTo>
                <a:lnTo>
                  <a:pt x="3393990" y="1059076"/>
                </a:lnTo>
                <a:lnTo>
                  <a:pt x="3398976" y="1056301"/>
                </a:lnTo>
                <a:lnTo>
                  <a:pt x="3402579" y="1052780"/>
                </a:lnTo>
                <a:lnTo>
                  <a:pt x="3407259" y="1048828"/>
                </a:lnTo>
                <a:lnTo>
                  <a:pt x="3412883" y="1044426"/>
                </a:lnTo>
                <a:lnTo>
                  <a:pt x="3417109" y="1041770"/>
                </a:lnTo>
                <a:lnTo>
                  <a:pt x="3421829" y="1040414"/>
                </a:lnTo>
                <a:lnTo>
                  <a:pt x="3426922" y="1039962"/>
                </a:lnTo>
                <a:lnTo>
                  <a:pt x="3432744" y="1039908"/>
                </a:lnTo>
                <a:lnTo>
                  <a:pt x="3439022" y="1040216"/>
                </a:lnTo>
                <a:lnTo>
                  <a:pt x="3444894" y="1040664"/>
                </a:lnTo>
                <a:lnTo>
                  <a:pt x="3450955" y="1041694"/>
                </a:lnTo>
                <a:lnTo>
                  <a:pt x="3456522" y="1042188"/>
                </a:lnTo>
                <a:lnTo>
                  <a:pt x="3454383" y="1034333"/>
                </a:lnTo>
                <a:lnTo>
                  <a:pt x="3454404" y="1029073"/>
                </a:lnTo>
                <a:lnTo>
                  <a:pt x="3456415" y="1024342"/>
                </a:lnTo>
                <a:lnTo>
                  <a:pt x="3455509" y="1015497"/>
                </a:lnTo>
                <a:lnTo>
                  <a:pt x="3453626" y="1009155"/>
                </a:lnTo>
                <a:lnTo>
                  <a:pt x="3446720" y="1002418"/>
                </a:lnTo>
                <a:lnTo>
                  <a:pt x="3437579" y="995460"/>
                </a:lnTo>
                <a:lnTo>
                  <a:pt x="3430245" y="990065"/>
                </a:lnTo>
                <a:lnTo>
                  <a:pt x="3420453" y="985064"/>
                </a:lnTo>
                <a:lnTo>
                  <a:pt x="3409946" y="974348"/>
                </a:lnTo>
                <a:lnTo>
                  <a:pt x="3406769" y="960229"/>
                </a:lnTo>
                <a:lnTo>
                  <a:pt x="3400958" y="946856"/>
                </a:lnTo>
                <a:lnTo>
                  <a:pt x="3398570" y="939233"/>
                </a:lnTo>
                <a:lnTo>
                  <a:pt x="3396967" y="931967"/>
                </a:lnTo>
                <a:lnTo>
                  <a:pt x="3398534" y="922035"/>
                </a:lnTo>
                <a:lnTo>
                  <a:pt x="3393985" y="913550"/>
                </a:lnTo>
                <a:lnTo>
                  <a:pt x="3382370" y="907409"/>
                </a:lnTo>
                <a:lnTo>
                  <a:pt x="3354853" y="901062"/>
                </a:lnTo>
                <a:lnTo>
                  <a:pt x="3354787" y="900984"/>
                </a:lnTo>
                <a:lnTo>
                  <a:pt x="3353135" y="897991"/>
                </a:lnTo>
                <a:lnTo>
                  <a:pt x="3346454" y="888947"/>
                </a:lnTo>
                <a:lnTo>
                  <a:pt x="3334290" y="888575"/>
                </a:lnTo>
                <a:lnTo>
                  <a:pt x="3320086" y="884790"/>
                </a:lnTo>
                <a:lnTo>
                  <a:pt x="3319868" y="871668"/>
                </a:lnTo>
                <a:lnTo>
                  <a:pt x="3327866" y="851063"/>
                </a:lnTo>
                <a:lnTo>
                  <a:pt x="3331266" y="836056"/>
                </a:lnTo>
                <a:lnTo>
                  <a:pt x="3332210" y="829134"/>
                </a:lnTo>
                <a:lnTo>
                  <a:pt x="3333850" y="822551"/>
                </a:lnTo>
                <a:lnTo>
                  <a:pt x="3332862" y="806342"/>
                </a:lnTo>
                <a:lnTo>
                  <a:pt x="3339288" y="795101"/>
                </a:lnTo>
                <a:lnTo>
                  <a:pt x="3345510" y="784963"/>
                </a:lnTo>
                <a:lnTo>
                  <a:pt x="3333637" y="776258"/>
                </a:lnTo>
                <a:lnTo>
                  <a:pt x="3323522" y="777083"/>
                </a:lnTo>
                <a:lnTo>
                  <a:pt x="3311944" y="775589"/>
                </a:lnTo>
                <a:lnTo>
                  <a:pt x="3306835" y="763001"/>
                </a:lnTo>
                <a:lnTo>
                  <a:pt x="3301406" y="741611"/>
                </a:lnTo>
                <a:lnTo>
                  <a:pt x="3295574" y="722478"/>
                </a:lnTo>
                <a:lnTo>
                  <a:pt x="3286091" y="704760"/>
                </a:lnTo>
                <a:lnTo>
                  <a:pt x="3283880" y="687288"/>
                </a:lnTo>
                <a:lnTo>
                  <a:pt x="3269664" y="667958"/>
                </a:lnTo>
                <a:lnTo>
                  <a:pt x="3260898" y="656846"/>
                </a:lnTo>
                <a:lnTo>
                  <a:pt x="3258114" y="651711"/>
                </a:lnTo>
                <a:lnTo>
                  <a:pt x="3253576" y="644144"/>
                </a:lnTo>
                <a:lnTo>
                  <a:pt x="3250706" y="623727"/>
                </a:lnTo>
                <a:lnTo>
                  <a:pt x="3248535" y="611465"/>
                </a:lnTo>
                <a:lnTo>
                  <a:pt x="3232665" y="598161"/>
                </a:lnTo>
                <a:lnTo>
                  <a:pt x="3226494" y="585350"/>
                </a:lnTo>
                <a:lnTo>
                  <a:pt x="3217692" y="569106"/>
                </a:lnTo>
                <a:lnTo>
                  <a:pt x="3208831" y="555071"/>
                </a:lnTo>
                <a:lnTo>
                  <a:pt x="3211058" y="552313"/>
                </a:lnTo>
                <a:lnTo>
                  <a:pt x="3212663" y="551154"/>
                </a:lnTo>
                <a:lnTo>
                  <a:pt x="3219553" y="547284"/>
                </a:lnTo>
                <a:lnTo>
                  <a:pt x="3228322" y="548282"/>
                </a:lnTo>
                <a:lnTo>
                  <a:pt x="3235536" y="548944"/>
                </a:lnTo>
                <a:lnTo>
                  <a:pt x="3242992" y="545633"/>
                </a:lnTo>
                <a:lnTo>
                  <a:pt x="3255913" y="547030"/>
                </a:lnTo>
                <a:lnTo>
                  <a:pt x="3263871" y="548115"/>
                </a:lnTo>
                <a:lnTo>
                  <a:pt x="3270023" y="539417"/>
                </a:lnTo>
                <a:lnTo>
                  <a:pt x="3269519" y="514233"/>
                </a:lnTo>
                <a:lnTo>
                  <a:pt x="3271687" y="499245"/>
                </a:lnTo>
                <a:lnTo>
                  <a:pt x="3269713" y="484706"/>
                </a:lnTo>
                <a:lnTo>
                  <a:pt x="3272222" y="477658"/>
                </a:lnTo>
                <a:lnTo>
                  <a:pt x="3276686" y="472869"/>
                </a:lnTo>
                <a:lnTo>
                  <a:pt x="3294060" y="477447"/>
                </a:lnTo>
                <a:lnTo>
                  <a:pt x="3306246" y="482937"/>
                </a:lnTo>
                <a:lnTo>
                  <a:pt x="3313911" y="485342"/>
                </a:lnTo>
                <a:lnTo>
                  <a:pt x="3326094" y="490953"/>
                </a:lnTo>
                <a:lnTo>
                  <a:pt x="3322912" y="481896"/>
                </a:lnTo>
                <a:lnTo>
                  <a:pt x="3319206" y="476241"/>
                </a:lnTo>
                <a:lnTo>
                  <a:pt x="3310013" y="467712"/>
                </a:lnTo>
                <a:lnTo>
                  <a:pt x="3302394" y="463185"/>
                </a:lnTo>
                <a:lnTo>
                  <a:pt x="3298575" y="460810"/>
                </a:lnTo>
                <a:lnTo>
                  <a:pt x="3287507" y="452071"/>
                </a:lnTo>
                <a:lnTo>
                  <a:pt x="3268812" y="438589"/>
                </a:lnTo>
                <a:lnTo>
                  <a:pt x="3254328" y="427419"/>
                </a:lnTo>
                <a:lnTo>
                  <a:pt x="3222834" y="407511"/>
                </a:lnTo>
                <a:lnTo>
                  <a:pt x="3208977" y="403327"/>
                </a:lnTo>
                <a:lnTo>
                  <a:pt x="3197539" y="401350"/>
                </a:lnTo>
                <a:lnTo>
                  <a:pt x="3177814" y="403697"/>
                </a:lnTo>
                <a:lnTo>
                  <a:pt x="3165091" y="405045"/>
                </a:lnTo>
                <a:lnTo>
                  <a:pt x="3155498" y="407107"/>
                </a:lnTo>
                <a:lnTo>
                  <a:pt x="3148056" y="406769"/>
                </a:lnTo>
                <a:lnTo>
                  <a:pt x="3139709" y="405728"/>
                </a:lnTo>
                <a:lnTo>
                  <a:pt x="3130900" y="403066"/>
                </a:lnTo>
                <a:lnTo>
                  <a:pt x="3116500" y="396787"/>
                </a:lnTo>
                <a:lnTo>
                  <a:pt x="3104835" y="394161"/>
                </a:lnTo>
                <a:lnTo>
                  <a:pt x="3097185" y="391971"/>
                </a:lnTo>
                <a:lnTo>
                  <a:pt x="3093482" y="374102"/>
                </a:lnTo>
                <a:lnTo>
                  <a:pt x="3091884" y="367374"/>
                </a:lnTo>
                <a:lnTo>
                  <a:pt x="3088452" y="361793"/>
                </a:lnTo>
                <a:lnTo>
                  <a:pt x="3077141" y="351089"/>
                </a:lnTo>
                <a:lnTo>
                  <a:pt x="3075525" y="339873"/>
                </a:lnTo>
                <a:lnTo>
                  <a:pt x="3071267" y="330087"/>
                </a:lnTo>
                <a:lnTo>
                  <a:pt x="3063297" y="314980"/>
                </a:lnTo>
                <a:lnTo>
                  <a:pt x="3071836" y="302727"/>
                </a:lnTo>
                <a:lnTo>
                  <a:pt x="3080377" y="269459"/>
                </a:lnTo>
                <a:lnTo>
                  <a:pt x="3076200" y="252049"/>
                </a:lnTo>
                <a:lnTo>
                  <a:pt x="3071845" y="242047"/>
                </a:lnTo>
                <a:lnTo>
                  <a:pt x="3065573" y="232023"/>
                </a:lnTo>
                <a:lnTo>
                  <a:pt x="3055468" y="212249"/>
                </a:lnTo>
                <a:lnTo>
                  <a:pt x="3047748" y="209243"/>
                </a:lnTo>
                <a:lnTo>
                  <a:pt x="3027423" y="203818"/>
                </a:lnTo>
                <a:lnTo>
                  <a:pt x="3012300" y="175325"/>
                </a:lnTo>
                <a:lnTo>
                  <a:pt x="3004077" y="163009"/>
                </a:lnTo>
              </a:path>
            </a:pathLst>
          </a:custGeom>
          <a:noFill/>
          <a:ln w="25400">
            <a:solidFill>
              <a:srgbClr val="262626"/>
            </a:solidFill>
            <a:prstDash val="dash"/>
          </a:ln>
        </p:spPr>
        <p:txBody>
          <a:bodyPr rtlCol="0" anchor="ctr"/>
          <a:lstStyle/>
          <a:p>
            <a:pPr algn="ctr"/>
          </a:p>
        </p:txBody>
      </p:sp>
      <p:sp>
        <p:nvSpPr>
          <p:cNvPr id="11" name="Freeform 10"/>
          <p:cNvSpPr/>
          <p:nvPr/>
        </p:nvSpPr>
        <p:spPr>
          <a:xfrm>
            <a:off x="7114159" y="2124498"/>
            <a:ext cx="521923" cy="435258"/>
          </a:xfrm>
          <a:custGeom>
            <a:avLst/>
            <a:gdLst/>
            <a:ahLst/>
            <a:cxnLst/>
            <a:rect l="l" t="t" r="r" b="b"/>
            <a:pathLst>
              <a:path w="521923" h="435258">
                <a:moveTo>
                  <a:pt x="340836" y="250628"/>
                </a:moveTo>
                <a:lnTo>
                  <a:pt x="335453" y="255012"/>
                </a:lnTo>
                <a:lnTo>
                  <a:pt x="329313" y="260431"/>
                </a:lnTo>
                <a:lnTo>
                  <a:pt x="324923" y="262053"/>
                </a:lnTo>
                <a:lnTo>
                  <a:pt x="314178" y="262957"/>
                </a:lnTo>
                <a:lnTo>
                  <a:pt x="311133" y="260894"/>
                </a:lnTo>
                <a:lnTo>
                  <a:pt x="300832" y="254630"/>
                </a:lnTo>
                <a:lnTo>
                  <a:pt x="282055" y="252079"/>
                </a:lnTo>
                <a:lnTo>
                  <a:pt x="267241" y="255081"/>
                </a:lnTo>
                <a:lnTo>
                  <a:pt x="261613" y="256340"/>
                </a:lnTo>
                <a:lnTo>
                  <a:pt x="253521" y="256535"/>
                </a:lnTo>
                <a:lnTo>
                  <a:pt x="248140" y="262055"/>
                </a:lnTo>
                <a:lnTo>
                  <a:pt x="244539" y="269915"/>
                </a:lnTo>
                <a:lnTo>
                  <a:pt x="238379" y="282169"/>
                </a:lnTo>
                <a:lnTo>
                  <a:pt x="232836" y="291177"/>
                </a:lnTo>
                <a:lnTo>
                  <a:pt x="226937" y="296678"/>
                </a:lnTo>
                <a:lnTo>
                  <a:pt x="222112" y="301466"/>
                </a:lnTo>
                <a:lnTo>
                  <a:pt x="215527" y="310183"/>
                </a:lnTo>
                <a:lnTo>
                  <a:pt x="199931" y="322568"/>
                </a:lnTo>
                <a:lnTo>
                  <a:pt x="195752" y="326057"/>
                </a:lnTo>
                <a:lnTo>
                  <a:pt x="189604" y="327888"/>
                </a:lnTo>
                <a:lnTo>
                  <a:pt x="175861" y="330654"/>
                </a:lnTo>
                <a:lnTo>
                  <a:pt x="166621" y="335021"/>
                </a:lnTo>
                <a:lnTo>
                  <a:pt x="160515" y="334200"/>
                </a:lnTo>
                <a:lnTo>
                  <a:pt x="160014" y="338285"/>
                </a:lnTo>
                <a:lnTo>
                  <a:pt x="157262" y="340627"/>
                </a:lnTo>
                <a:lnTo>
                  <a:pt x="153675" y="342018"/>
                </a:lnTo>
                <a:lnTo>
                  <a:pt x="142655" y="342871"/>
                </a:lnTo>
                <a:lnTo>
                  <a:pt x="139310" y="343747"/>
                </a:lnTo>
                <a:lnTo>
                  <a:pt x="135060" y="345177"/>
                </a:lnTo>
                <a:lnTo>
                  <a:pt x="132635" y="347082"/>
                </a:lnTo>
                <a:lnTo>
                  <a:pt x="129268" y="349072"/>
                </a:lnTo>
                <a:lnTo>
                  <a:pt x="122033" y="351296"/>
                </a:lnTo>
                <a:lnTo>
                  <a:pt x="112510" y="353370"/>
                </a:lnTo>
                <a:lnTo>
                  <a:pt x="111368" y="355958"/>
                </a:lnTo>
                <a:lnTo>
                  <a:pt x="109541" y="361050"/>
                </a:lnTo>
                <a:lnTo>
                  <a:pt x="103301" y="366757"/>
                </a:lnTo>
                <a:lnTo>
                  <a:pt x="97428" y="377075"/>
                </a:lnTo>
                <a:lnTo>
                  <a:pt x="92826" y="380125"/>
                </a:lnTo>
                <a:lnTo>
                  <a:pt x="88573" y="382804"/>
                </a:lnTo>
                <a:lnTo>
                  <a:pt x="82831" y="386998"/>
                </a:lnTo>
                <a:lnTo>
                  <a:pt x="77044" y="388726"/>
                </a:lnTo>
                <a:lnTo>
                  <a:pt x="74363" y="390846"/>
                </a:lnTo>
                <a:lnTo>
                  <a:pt x="71411" y="394273"/>
                </a:lnTo>
                <a:lnTo>
                  <a:pt x="66177" y="398141"/>
                </a:lnTo>
                <a:lnTo>
                  <a:pt x="57591" y="401324"/>
                </a:lnTo>
                <a:lnTo>
                  <a:pt x="55429" y="405201"/>
                </a:lnTo>
                <a:lnTo>
                  <a:pt x="56091" y="409191"/>
                </a:lnTo>
                <a:lnTo>
                  <a:pt x="56449" y="418661"/>
                </a:lnTo>
                <a:lnTo>
                  <a:pt x="53924" y="421788"/>
                </a:lnTo>
                <a:lnTo>
                  <a:pt x="47415" y="424454"/>
                </a:lnTo>
                <a:lnTo>
                  <a:pt x="44780" y="425250"/>
                </a:lnTo>
                <a:lnTo>
                  <a:pt x="38745" y="427519"/>
                </a:lnTo>
                <a:lnTo>
                  <a:pt x="35612" y="430372"/>
                </a:lnTo>
                <a:lnTo>
                  <a:pt x="32852" y="432793"/>
                </a:lnTo>
                <a:lnTo>
                  <a:pt x="25110" y="435258"/>
                </a:lnTo>
                <a:lnTo>
                  <a:pt x="20150" y="433581"/>
                </a:lnTo>
                <a:lnTo>
                  <a:pt x="20150" y="432927"/>
                </a:lnTo>
                <a:lnTo>
                  <a:pt x="23603" y="428052"/>
                </a:lnTo>
                <a:lnTo>
                  <a:pt x="28575" y="420175"/>
                </a:lnTo>
                <a:lnTo>
                  <a:pt x="29748" y="416755"/>
                </a:lnTo>
                <a:lnTo>
                  <a:pt x="32126" y="414534"/>
                </a:lnTo>
                <a:lnTo>
                  <a:pt x="34686" y="409069"/>
                </a:lnTo>
                <a:lnTo>
                  <a:pt x="35322" y="407262"/>
                </a:lnTo>
                <a:lnTo>
                  <a:pt x="35622" y="403185"/>
                </a:lnTo>
                <a:lnTo>
                  <a:pt x="36644" y="398949"/>
                </a:lnTo>
                <a:lnTo>
                  <a:pt x="37707" y="396413"/>
                </a:lnTo>
                <a:lnTo>
                  <a:pt x="37807" y="393295"/>
                </a:lnTo>
                <a:lnTo>
                  <a:pt x="36653" y="388821"/>
                </a:lnTo>
                <a:lnTo>
                  <a:pt x="34847" y="386499"/>
                </a:lnTo>
                <a:lnTo>
                  <a:pt x="32868" y="383314"/>
                </a:lnTo>
                <a:lnTo>
                  <a:pt x="29914" y="373296"/>
                </a:lnTo>
                <a:lnTo>
                  <a:pt x="29372" y="371254"/>
                </a:lnTo>
                <a:lnTo>
                  <a:pt x="34467" y="369201"/>
                </a:lnTo>
                <a:lnTo>
                  <a:pt x="40743" y="368420"/>
                </a:lnTo>
                <a:lnTo>
                  <a:pt x="46314" y="365086"/>
                </a:lnTo>
                <a:lnTo>
                  <a:pt x="50243" y="362242"/>
                </a:lnTo>
                <a:lnTo>
                  <a:pt x="59539" y="358854"/>
                </a:lnTo>
                <a:lnTo>
                  <a:pt x="65975" y="357692"/>
                </a:lnTo>
                <a:lnTo>
                  <a:pt x="72397" y="355618"/>
                </a:lnTo>
                <a:lnTo>
                  <a:pt x="83770" y="347630"/>
                </a:lnTo>
                <a:lnTo>
                  <a:pt x="86297" y="345817"/>
                </a:lnTo>
                <a:lnTo>
                  <a:pt x="94916" y="344287"/>
                </a:lnTo>
                <a:lnTo>
                  <a:pt x="108233" y="344442"/>
                </a:lnTo>
                <a:lnTo>
                  <a:pt x="110924" y="341103"/>
                </a:lnTo>
                <a:lnTo>
                  <a:pt x="118604" y="334462"/>
                </a:lnTo>
                <a:lnTo>
                  <a:pt x="124908" y="335075"/>
                </a:lnTo>
                <a:lnTo>
                  <a:pt x="130085" y="332228"/>
                </a:lnTo>
                <a:lnTo>
                  <a:pt x="134062" y="328482"/>
                </a:lnTo>
                <a:lnTo>
                  <a:pt x="135237" y="326930"/>
                </a:lnTo>
                <a:lnTo>
                  <a:pt x="130703" y="321459"/>
                </a:lnTo>
                <a:lnTo>
                  <a:pt x="129867" y="319579"/>
                </a:lnTo>
                <a:lnTo>
                  <a:pt x="128796" y="316717"/>
                </a:lnTo>
                <a:lnTo>
                  <a:pt x="121512" y="312940"/>
                </a:lnTo>
                <a:lnTo>
                  <a:pt x="119794" y="312911"/>
                </a:lnTo>
                <a:lnTo>
                  <a:pt x="112905" y="313958"/>
                </a:lnTo>
                <a:lnTo>
                  <a:pt x="105212" y="315179"/>
                </a:lnTo>
                <a:lnTo>
                  <a:pt x="97837" y="315557"/>
                </a:lnTo>
                <a:lnTo>
                  <a:pt x="93266" y="315201"/>
                </a:lnTo>
                <a:lnTo>
                  <a:pt x="88270" y="316923"/>
                </a:lnTo>
                <a:lnTo>
                  <a:pt x="85003" y="319259"/>
                </a:lnTo>
                <a:lnTo>
                  <a:pt x="77995" y="319040"/>
                </a:lnTo>
                <a:lnTo>
                  <a:pt x="67419" y="316498"/>
                </a:lnTo>
                <a:lnTo>
                  <a:pt x="59197" y="316852"/>
                </a:lnTo>
                <a:lnTo>
                  <a:pt x="51958" y="317111"/>
                </a:lnTo>
                <a:lnTo>
                  <a:pt x="45428" y="317673"/>
                </a:lnTo>
                <a:lnTo>
                  <a:pt x="37084" y="314974"/>
                </a:lnTo>
                <a:lnTo>
                  <a:pt x="30731" y="313780"/>
                </a:lnTo>
                <a:lnTo>
                  <a:pt x="23096" y="314131"/>
                </a:lnTo>
                <a:lnTo>
                  <a:pt x="14212" y="311909"/>
                </a:lnTo>
                <a:lnTo>
                  <a:pt x="6075" y="308747"/>
                </a:lnTo>
                <a:lnTo>
                  <a:pt x="3428" y="305789"/>
                </a:lnTo>
                <a:lnTo>
                  <a:pt x="4034" y="300801"/>
                </a:lnTo>
                <a:lnTo>
                  <a:pt x="3658" y="296018"/>
                </a:lnTo>
                <a:lnTo>
                  <a:pt x="1824" y="291017"/>
                </a:lnTo>
                <a:lnTo>
                  <a:pt x="0" y="287378"/>
                </a:lnTo>
                <a:lnTo>
                  <a:pt x="250" y="286274"/>
                </a:lnTo>
                <a:lnTo>
                  <a:pt x="4248" y="285663"/>
                </a:lnTo>
                <a:lnTo>
                  <a:pt x="11803" y="283949"/>
                </a:lnTo>
                <a:lnTo>
                  <a:pt x="18717" y="272344"/>
                </a:lnTo>
                <a:lnTo>
                  <a:pt x="20208" y="268100"/>
                </a:lnTo>
                <a:lnTo>
                  <a:pt x="24174" y="262364"/>
                </a:lnTo>
                <a:lnTo>
                  <a:pt x="28601" y="259074"/>
                </a:lnTo>
                <a:lnTo>
                  <a:pt x="32718" y="257312"/>
                </a:lnTo>
                <a:lnTo>
                  <a:pt x="37869" y="253239"/>
                </a:lnTo>
                <a:lnTo>
                  <a:pt x="39989" y="250763"/>
                </a:lnTo>
                <a:lnTo>
                  <a:pt x="43134" y="247857"/>
                </a:lnTo>
                <a:lnTo>
                  <a:pt x="47170" y="244501"/>
                </a:lnTo>
                <a:lnTo>
                  <a:pt x="48298" y="240368"/>
                </a:lnTo>
                <a:lnTo>
                  <a:pt x="48754" y="237647"/>
                </a:lnTo>
                <a:lnTo>
                  <a:pt x="48247" y="234682"/>
                </a:lnTo>
                <a:lnTo>
                  <a:pt x="50036" y="231689"/>
                </a:lnTo>
                <a:lnTo>
                  <a:pt x="54768" y="226143"/>
                </a:lnTo>
                <a:lnTo>
                  <a:pt x="53922" y="222197"/>
                </a:lnTo>
                <a:lnTo>
                  <a:pt x="52057" y="220276"/>
                </a:lnTo>
                <a:lnTo>
                  <a:pt x="47542" y="217207"/>
                </a:lnTo>
                <a:lnTo>
                  <a:pt x="43841" y="202297"/>
                </a:lnTo>
                <a:lnTo>
                  <a:pt x="45985" y="188927"/>
                </a:lnTo>
                <a:lnTo>
                  <a:pt x="45328" y="178697"/>
                </a:lnTo>
                <a:lnTo>
                  <a:pt x="46941" y="174930"/>
                </a:lnTo>
                <a:lnTo>
                  <a:pt x="49334" y="173675"/>
                </a:lnTo>
                <a:lnTo>
                  <a:pt x="59213" y="170803"/>
                </a:lnTo>
                <a:lnTo>
                  <a:pt x="64705" y="170108"/>
                </a:lnTo>
                <a:lnTo>
                  <a:pt x="68627" y="167765"/>
                </a:lnTo>
                <a:lnTo>
                  <a:pt x="72673" y="164762"/>
                </a:lnTo>
                <a:lnTo>
                  <a:pt x="77367" y="161065"/>
                </a:lnTo>
                <a:lnTo>
                  <a:pt x="82407" y="159878"/>
                </a:lnTo>
                <a:lnTo>
                  <a:pt x="93722" y="156791"/>
                </a:lnTo>
                <a:lnTo>
                  <a:pt x="92945" y="152880"/>
                </a:lnTo>
                <a:lnTo>
                  <a:pt x="91383" y="141854"/>
                </a:lnTo>
                <a:lnTo>
                  <a:pt x="88776" y="123440"/>
                </a:lnTo>
                <a:lnTo>
                  <a:pt x="87204" y="113578"/>
                </a:lnTo>
                <a:lnTo>
                  <a:pt x="82929" y="103279"/>
                </a:lnTo>
                <a:lnTo>
                  <a:pt x="61637" y="83569"/>
                </a:lnTo>
                <a:lnTo>
                  <a:pt x="48109" y="72540"/>
                </a:lnTo>
                <a:lnTo>
                  <a:pt x="38011" y="64493"/>
                </a:lnTo>
                <a:lnTo>
                  <a:pt x="28225" y="58327"/>
                </a:lnTo>
                <a:lnTo>
                  <a:pt x="37501" y="59047"/>
                </a:lnTo>
                <a:lnTo>
                  <a:pt x="42230" y="56651"/>
                </a:lnTo>
                <a:lnTo>
                  <a:pt x="47374" y="50677"/>
                </a:lnTo>
                <a:lnTo>
                  <a:pt x="52679" y="49992"/>
                </a:lnTo>
                <a:lnTo>
                  <a:pt x="58848" y="50381"/>
                </a:lnTo>
                <a:lnTo>
                  <a:pt x="69051" y="51293"/>
                </a:lnTo>
                <a:lnTo>
                  <a:pt x="75233" y="49940"/>
                </a:lnTo>
                <a:lnTo>
                  <a:pt x="77151" y="46225"/>
                </a:lnTo>
                <a:lnTo>
                  <a:pt x="79759" y="37321"/>
                </a:lnTo>
                <a:lnTo>
                  <a:pt x="78811" y="31586"/>
                </a:lnTo>
                <a:lnTo>
                  <a:pt x="78930" y="27195"/>
                </a:lnTo>
                <a:lnTo>
                  <a:pt x="85408" y="22948"/>
                </a:lnTo>
                <a:lnTo>
                  <a:pt x="87730" y="20440"/>
                </a:lnTo>
                <a:lnTo>
                  <a:pt x="90126" y="18721"/>
                </a:lnTo>
                <a:lnTo>
                  <a:pt x="99299" y="22513"/>
                </a:lnTo>
                <a:lnTo>
                  <a:pt x="104919" y="23139"/>
                </a:lnTo>
                <a:lnTo>
                  <a:pt x="111690" y="23052"/>
                </a:lnTo>
                <a:lnTo>
                  <a:pt x="116536" y="19865"/>
                </a:lnTo>
                <a:lnTo>
                  <a:pt x="120547" y="20919"/>
                </a:lnTo>
                <a:lnTo>
                  <a:pt x="124903" y="22131"/>
                </a:lnTo>
                <a:lnTo>
                  <a:pt x="130036" y="19097"/>
                </a:lnTo>
                <a:lnTo>
                  <a:pt x="134270" y="18901"/>
                </a:lnTo>
                <a:lnTo>
                  <a:pt x="139363" y="18974"/>
                </a:lnTo>
                <a:lnTo>
                  <a:pt x="144429" y="17369"/>
                </a:lnTo>
                <a:lnTo>
                  <a:pt x="145951" y="17380"/>
                </a:lnTo>
                <a:lnTo>
                  <a:pt x="149681" y="12848"/>
                </a:lnTo>
                <a:lnTo>
                  <a:pt x="151720" y="10703"/>
                </a:lnTo>
                <a:lnTo>
                  <a:pt x="155816" y="9062"/>
                </a:lnTo>
                <a:lnTo>
                  <a:pt x="157025" y="5564"/>
                </a:lnTo>
                <a:lnTo>
                  <a:pt x="159574" y="2432"/>
                </a:lnTo>
                <a:lnTo>
                  <a:pt x="163911" y="2283"/>
                </a:lnTo>
                <a:lnTo>
                  <a:pt x="172574" y="5422"/>
                </a:lnTo>
                <a:lnTo>
                  <a:pt x="177867" y="7312"/>
                </a:lnTo>
                <a:lnTo>
                  <a:pt x="183890" y="8710"/>
                </a:lnTo>
                <a:lnTo>
                  <a:pt x="185896" y="6193"/>
                </a:lnTo>
                <a:lnTo>
                  <a:pt x="188581" y="2528"/>
                </a:lnTo>
                <a:lnTo>
                  <a:pt x="191963" y="323"/>
                </a:lnTo>
                <a:lnTo>
                  <a:pt x="196633" y="0"/>
                </a:lnTo>
                <a:lnTo>
                  <a:pt x="204973" y="5688"/>
                </a:lnTo>
                <a:lnTo>
                  <a:pt x="213806" y="12192"/>
                </a:lnTo>
                <a:lnTo>
                  <a:pt x="221042" y="23757"/>
                </a:lnTo>
                <a:lnTo>
                  <a:pt x="225554" y="28109"/>
                </a:lnTo>
                <a:lnTo>
                  <a:pt x="230458" y="30798"/>
                </a:lnTo>
                <a:lnTo>
                  <a:pt x="234896" y="35823"/>
                </a:lnTo>
                <a:lnTo>
                  <a:pt x="238709" y="37572"/>
                </a:lnTo>
                <a:lnTo>
                  <a:pt x="243338" y="37761"/>
                </a:lnTo>
                <a:lnTo>
                  <a:pt x="248379" y="45722"/>
                </a:lnTo>
                <a:lnTo>
                  <a:pt x="252172" y="46964"/>
                </a:lnTo>
                <a:lnTo>
                  <a:pt x="254121" y="43646"/>
                </a:lnTo>
                <a:lnTo>
                  <a:pt x="261071" y="40579"/>
                </a:lnTo>
                <a:lnTo>
                  <a:pt x="268075" y="37954"/>
                </a:lnTo>
                <a:lnTo>
                  <a:pt x="275609" y="36160"/>
                </a:lnTo>
                <a:lnTo>
                  <a:pt x="284767" y="37600"/>
                </a:lnTo>
                <a:lnTo>
                  <a:pt x="290998" y="40656"/>
                </a:lnTo>
                <a:lnTo>
                  <a:pt x="298057" y="42442"/>
                </a:lnTo>
                <a:lnTo>
                  <a:pt x="295794" y="35722"/>
                </a:lnTo>
                <a:lnTo>
                  <a:pt x="297893" y="31870"/>
                </a:lnTo>
                <a:lnTo>
                  <a:pt x="303291" y="32457"/>
                </a:lnTo>
                <a:lnTo>
                  <a:pt x="307035" y="34184"/>
                </a:lnTo>
                <a:lnTo>
                  <a:pt x="311097" y="36729"/>
                </a:lnTo>
                <a:lnTo>
                  <a:pt x="315570" y="37839"/>
                </a:lnTo>
                <a:lnTo>
                  <a:pt x="322865" y="37562"/>
                </a:lnTo>
                <a:lnTo>
                  <a:pt x="329531" y="41560"/>
                </a:lnTo>
                <a:lnTo>
                  <a:pt x="331398" y="44765"/>
                </a:lnTo>
                <a:lnTo>
                  <a:pt x="332006" y="46961"/>
                </a:lnTo>
                <a:lnTo>
                  <a:pt x="332774" y="50376"/>
                </a:lnTo>
                <a:lnTo>
                  <a:pt x="334689" y="59030"/>
                </a:lnTo>
                <a:lnTo>
                  <a:pt x="333840" y="62959"/>
                </a:lnTo>
                <a:lnTo>
                  <a:pt x="330201" y="63472"/>
                </a:lnTo>
                <a:lnTo>
                  <a:pt x="326587" y="65013"/>
                </a:lnTo>
                <a:lnTo>
                  <a:pt x="325827" y="67545"/>
                </a:lnTo>
                <a:lnTo>
                  <a:pt x="325555" y="70262"/>
                </a:lnTo>
                <a:lnTo>
                  <a:pt x="325871" y="73036"/>
                </a:lnTo>
                <a:lnTo>
                  <a:pt x="326364" y="75763"/>
                </a:lnTo>
                <a:lnTo>
                  <a:pt x="327316" y="78052"/>
                </a:lnTo>
                <a:lnTo>
                  <a:pt x="329941" y="81149"/>
                </a:lnTo>
                <a:lnTo>
                  <a:pt x="331132" y="84062"/>
                </a:lnTo>
                <a:lnTo>
                  <a:pt x="332002" y="87459"/>
                </a:lnTo>
                <a:lnTo>
                  <a:pt x="332993" y="91112"/>
                </a:lnTo>
                <a:lnTo>
                  <a:pt x="335870" y="94794"/>
                </a:lnTo>
                <a:lnTo>
                  <a:pt x="337730" y="97135"/>
                </a:lnTo>
                <a:lnTo>
                  <a:pt x="339620" y="99653"/>
                </a:lnTo>
                <a:lnTo>
                  <a:pt x="339982" y="100484"/>
                </a:lnTo>
                <a:lnTo>
                  <a:pt x="340280" y="102042"/>
                </a:lnTo>
                <a:lnTo>
                  <a:pt x="340693" y="103824"/>
                </a:lnTo>
                <a:lnTo>
                  <a:pt x="341807" y="106245"/>
                </a:lnTo>
                <a:lnTo>
                  <a:pt x="343015" y="108367"/>
                </a:lnTo>
                <a:lnTo>
                  <a:pt x="343926" y="110080"/>
                </a:lnTo>
                <a:lnTo>
                  <a:pt x="344755" y="111932"/>
                </a:lnTo>
                <a:lnTo>
                  <a:pt x="345819" y="114017"/>
                </a:lnTo>
                <a:lnTo>
                  <a:pt x="347528" y="117138"/>
                </a:lnTo>
                <a:lnTo>
                  <a:pt x="348398" y="120679"/>
                </a:lnTo>
                <a:lnTo>
                  <a:pt x="349150" y="124640"/>
                </a:lnTo>
                <a:lnTo>
                  <a:pt x="350213" y="127553"/>
                </a:lnTo>
                <a:lnTo>
                  <a:pt x="351600" y="129009"/>
                </a:lnTo>
                <a:lnTo>
                  <a:pt x="354140" y="131326"/>
                </a:lnTo>
                <a:lnTo>
                  <a:pt x="357840" y="134872"/>
                </a:lnTo>
                <a:lnTo>
                  <a:pt x="358496" y="136245"/>
                </a:lnTo>
                <a:lnTo>
                  <a:pt x="358817" y="138249"/>
                </a:lnTo>
                <a:lnTo>
                  <a:pt x="359119" y="140254"/>
                </a:lnTo>
                <a:lnTo>
                  <a:pt x="359380" y="140712"/>
                </a:lnTo>
                <a:lnTo>
                  <a:pt x="364879" y="145014"/>
                </a:lnTo>
                <a:lnTo>
                  <a:pt x="371166" y="149740"/>
                </a:lnTo>
                <a:lnTo>
                  <a:pt x="378009" y="154764"/>
                </a:lnTo>
                <a:lnTo>
                  <a:pt x="384525" y="158460"/>
                </a:lnTo>
                <a:lnTo>
                  <a:pt x="388020" y="159732"/>
                </a:lnTo>
                <a:lnTo>
                  <a:pt x="390819" y="161495"/>
                </a:lnTo>
                <a:lnTo>
                  <a:pt x="398649" y="167544"/>
                </a:lnTo>
                <a:lnTo>
                  <a:pt x="403322" y="170421"/>
                </a:lnTo>
                <a:lnTo>
                  <a:pt x="409779" y="174135"/>
                </a:lnTo>
                <a:lnTo>
                  <a:pt x="418587" y="178871"/>
                </a:lnTo>
                <a:lnTo>
                  <a:pt x="423348" y="181842"/>
                </a:lnTo>
                <a:lnTo>
                  <a:pt x="428324" y="184772"/>
                </a:lnTo>
                <a:lnTo>
                  <a:pt x="433265" y="187727"/>
                </a:lnTo>
                <a:lnTo>
                  <a:pt x="435290" y="188706"/>
                </a:lnTo>
                <a:lnTo>
                  <a:pt x="438475" y="189730"/>
                </a:lnTo>
                <a:lnTo>
                  <a:pt x="445156" y="193051"/>
                </a:lnTo>
                <a:lnTo>
                  <a:pt x="448694" y="195614"/>
                </a:lnTo>
                <a:lnTo>
                  <a:pt x="452698" y="198306"/>
                </a:lnTo>
                <a:lnTo>
                  <a:pt x="456354" y="200357"/>
                </a:lnTo>
                <a:lnTo>
                  <a:pt x="458731" y="202534"/>
                </a:lnTo>
                <a:lnTo>
                  <a:pt x="461845" y="203717"/>
                </a:lnTo>
                <a:lnTo>
                  <a:pt x="469078" y="207141"/>
                </a:lnTo>
                <a:lnTo>
                  <a:pt x="472817" y="209150"/>
                </a:lnTo>
                <a:lnTo>
                  <a:pt x="478470" y="212714"/>
                </a:lnTo>
                <a:lnTo>
                  <a:pt x="486656" y="215963"/>
                </a:lnTo>
                <a:lnTo>
                  <a:pt x="492685" y="218142"/>
                </a:lnTo>
                <a:lnTo>
                  <a:pt x="499470" y="220293"/>
                </a:lnTo>
                <a:lnTo>
                  <a:pt x="504998" y="220999"/>
                </a:lnTo>
                <a:lnTo>
                  <a:pt x="510372" y="221829"/>
                </a:lnTo>
                <a:lnTo>
                  <a:pt x="514746" y="223143"/>
                </a:lnTo>
                <a:lnTo>
                  <a:pt x="518710" y="225143"/>
                </a:lnTo>
                <a:lnTo>
                  <a:pt x="520608" y="226172"/>
                </a:lnTo>
                <a:lnTo>
                  <a:pt x="521923" y="229859"/>
                </a:lnTo>
                <a:lnTo>
                  <a:pt x="520402" y="233520"/>
                </a:lnTo>
                <a:lnTo>
                  <a:pt x="518803" y="236269"/>
                </a:lnTo>
                <a:lnTo>
                  <a:pt x="517356" y="238394"/>
                </a:lnTo>
                <a:lnTo>
                  <a:pt x="516240" y="240235"/>
                </a:lnTo>
                <a:lnTo>
                  <a:pt x="515967" y="243260"/>
                </a:lnTo>
                <a:lnTo>
                  <a:pt x="515666" y="248111"/>
                </a:lnTo>
                <a:lnTo>
                  <a:pt x="515877" y="250691"/>
                </a:lnTo>
                <a:lnTo>
                  <a:pt x="514822" y="255806"/>
                </a:lnTo>
                <a:lnTo>
                  <a:pt x="512310" y="260466"/>
                </a:lnTo>
                <a:lnTo>
                  <a:pt x="509911" y="265469"/>
                </a:lnTo>
                <a:lnTo>
                  <a:pt x="507382" y="270128"/>
                </a:lnTo>
                <a:lnTo>
                  <a:pt x="505908" y="275250"/>
                </a:lnTo>
                <a:lnTo>
                  <a:pt x="505379" y="277857"/>
                </a:lnTo>
                <a:lnTo>
                  <a:pt x="504317" y="279141"/>
                </a:lnTo>
                <a:lnTo>
                  <a:pt x="496580" y="278751"/>
                </a:lnTo>
                <a:lnTo>
                  <a:pt x="491804" y="278313"/>
                </a:lnTo>
                <a:lnTo>
                  <a:pt x="488729" y="279797"/>
                </a:lnTo>
                <a:lnTo>
                  <a:pt x="482442" y="280366"/>
                </a:lnTo>
                <a:lnTo>
                  <a:pt x="474622" y="279359"/>
                </a:lnTo>
                <a:lnTo>
                  <a:pt x="471070" y="278875"/>
                </a:lnTo>
                <a:lnTo>
                  <a:pt x="466121" y="278474"/>
                </a:lnTo>
                <a:lnTo>
                  <a:pt x="461974" y="279110"/>
                </a:lnTo>
                <a:lnTo>
                  <a:pt x="456457" y="279651"/>
                </a:lnTo>
                <a:lnTo>
                  <a:pt x="446051" y="278852"/>
                </a:lnTo>
                <a:lnTo>
                  <a:pt x="441064" y="278209"/>
                </a:lnTo>
                <a:lnTo>
                  <a:pt x="434699" y="276669"/>
                </a:lnTo>
                <a:lnTo>
                  <a:pt x="429190" y="274311"/>
                </a:lnTo>
                <a:lnTo>
                  <a:pt x="418426" y="266725"/>
                </a:lnTo>
                <a:lnTo>
                  <a:pt x="408687" y="261089"/>
                </a:lnTo>
                <a:lnTo>
                  <a:pt x="396982" y="255340"/>
                </a:lnTo>
                <a:lnTo>
                  <a:pt x="383647" y="251235"/>
                </a:lnTo>
                <a:lnTo>
                  <a:pt x="374826" y="249270"/>
                </a:lnTo>
                <a:lnTo>
                  <a:pt x="360297" y="248043"/>
                </a:lnTo>
                <a:lnTo>
                  <a:pt x="349154" y="249435"/>
                </a:lnTo>
                <a:lnTo>
                  <a:pt x="343255" y="250270"/>
                </a:lnTo>
                <a:lnTo>
                  <a:pt x="340912" y="250629"/>
                </a:lnTo>
                <a:lnTo>
                  <a:pt x="340836" y="250628"/>
                </a:lnTo>
              </a:path>
            </a:pathLst>
          </a:custGeom>
          <a:noFill/>
          <a:ln w="44450">
            <a:solidFill>
              <a:srgbClr val="FFFFFF"/>
            </a:solidFill>
          </a:ln>
        </p:spPr>
        <p:txBody>
          <a:bodyPr rtlCol="0" anchor="ctr"/>
          <a:lstStyle/>
          <a:p>
            <a:pPr algn="ctr"/>
          </a:p>
        </p:txBody>
      </p:sp>
      <p:sp>
        <p:nvSpPr>
          <p:cNvPr id="12" name="Freeform 11"/>
          <p:cNvSpPr/>
          <p:nvPr/>
        </p:nvSpPr>
        <p:spPr>
          <a:xfrm>
            <a:off x="7114159" y="2124498"/>
            <a:ext cx="521923" cy="435258"/>
          </a:xfrm>
          <a:custGeom>
            <a:avLst/>
            <a:gdLst/>
            <a:ahLst/>
            <a:cxnLst/>
            <a:rect l="l" t="t" r="r" b="b"/>
            <a:pathLst>
              <a:path w="521923" h="435258">
                <a:moveTo>
                  <a:pt x="340836" y="250628"/>
                </a:moveTo>
                <a:lnTo>
                  <a:pt x="335453" y="255012"/>
                </a:lnTo>
                <a:lnTo>
                  <a:pt x="329313" y="260431"/>
                </a:lnTo>
                <a:lnTo>
                  <a:pt x="324923" y="262053"/>
                </a:lnTo>
                <a:lnTo>
                  <a:pt x="314178" y="262957"/>
                </a:lnTo>
                <a:lnTo>
                  <a:pt x="311133" y="260894"/>
                </a:lnTo>
                <a:lnTo>
                  <a:pt x="300832" y="254630"/>
                </a:lnTo>
                <a:lnTo>
                  <a:pt x="282055" y="252079"/>
                </a:lnTo>
                <a:lnTo>
                  <a:pt x="267241" y="255081"/>
                </a:lnTo>
                <a:lnTo>
                  <a:pt x="261613" y="256340"/>
                </a:lnTo>
                <a:lnTo>
                  <a:pt x="253521" y="256535"/>
                </a:lnTo>
                <a:lnTo>
                  <a:pt x="248140" y="262055"/>
                </a:lnTo>
                <a:lnTo>
                  <a:pt x="244539" y="269915"/>
                </a:lnTo>
                <a:lnTo>
                  <a:pt x="238379" y="282169"/>
                </a:lnTo>
                <a:lnTo>
                  <a:pt x="232836" y="291177"/>
                </a:lnTo>
                <a:lnTo>
                  <a:pt x="226937" y="296678"/>
                </a:lnTo>
                <a:lnTo>
                  <a:pt x="222112" y="301466"/>
                </a:lnTo>
                <a:lnTo>
                  <a:pt x="215527" y="310183"/>
                </a:lnTo>
                <a:lnTo>
                  <a:pt x="199931" y="322568"/>
                </a:lnTo>
                <a:lnTo>
                  <a:pt x="195752" y="326057"/>
                </a:lnTo>
                <a:lnTo>
                  <a:pt x="189604" y="327888"/>
                </a:lnTo>
                <a:lnTo>
                  <a:pt x="175861" y="330654"/>
                </a:lnTo>
                <a:lnTo>
                  <a:pt x="166621" y="335021"/>
                </a:lnTo>
                <a:lnTo>
                  <a:pt x="160515" y="334200"/>
                </a:lnTo>
                <a:lnTo>
                  <a:pt x="160014" y="338285"/>
                </a:lnTo>
                <a:lnTo>
                  <a:pt x="157262" y="340627"/>
                </a:lnTo>
                <a:lnTo>
                  <a:pt x="153675" y="342018"/>
                </a:lnTo>
                <a:lnTo>
                  <a:pt x="142655" y="342871"/>
                </a:lnTo>
                <a:lnTo>
                  <a:pt x="139310" y="343747"/>
                </a:lnTo>
                <a:lnTo>
                  <a:pt x="135060" y="345177"/>
                </a:lnTo>
                <a:lnTo>
                  <a:pt x="132635" y="347082"/>
                </a:lnTo>
                <a:lnTo>
                  <a:pt x="129268" y="349072"/>
                </a:lnTo>
                <a:lnTo>
                  <a:pt x="122033" y="351296"/>
                </a:lnTo>
                <a:lnTo>
                  <a:pt x="112510" y="353370"/>
                </a:lnTo>
                <a:lnTo>
                  <a:pt x="111368" y="355958"/>
                </a:lnTo>
                <a:lnTo>
                  <a:pt x="109541" y="361050"/>
                </a:lnTo>
                <a:lnTo>
                  <a:pt x="103301" y="366757"/>
                </a:lnTo>
                <a:lnTo>
                  <a:pt x="97428" y="377075"/>
                </a:lnTo>
                <a:lnTo>
                  <a:pt x="92826" y="380125"/>
                </a:lnTo>
                <a:lnTo>
                  <a:pt x="88573" y="382804"/>
                </a:lnTo>
                <a:lnTo>
                  <a:pt x="82831" y="386998"/>
                </a:lnTo>
                <a:lnTo>
                  <a:pt x="77044" y="388726"/>
                </a:lnTo>
                <a:lnTo>
                  <a:pt x="74363" y="390846"/>
                </a:lnTo>
                <a:lnTo>
                  <a:pt x="71411" y="394273"/>
                </a:lnTo>
                <a:lnTo>
                  <a:pt x="66177" y="398141"/>
                </a:lnTo>
                <a:lnTo>
                  <a:pt x="57591" y="401324"/>
                </a:lnTo>
                <a:lnTo>
                  <a:pt x="55429" y="405201"/>
                </a:lnTo>
                <a:lnTo>
                  <a:pt x="56091" y="409191"/>
                </a:lnTo>
                <a:lnTo>
                  <a:pt x="56449" y="418661"/>
                </a:lnTo>
                <a:lnTo>
                  <a:pt x="53924" y="421788"/>
                </a:lnTo>
                <a:lnTo>
                  <a:pt x="47415" y="424454"/>
                </a:lnTo>
                <a:lnTo>
                  <a:pt x="44780" y="425250"/>
                </a:lnTo>
                <a:lnTo>
                  <a:pt x="38745" y="427519"/>
                </a:lnTo>
                <a:lnTo>
                  <a:pt x="35612" y="430372"/>
                </a:lnTo>
                <a:lnTo>
                  <a:pt x="32852" y="432793"/>
                </a:lnTo>
                <a:lnTo>
                  <a:pt x="25110" y="435258"/>
                </a:lnTo>
                <a:lnTo>
                  <a:pt x="20150" y="433581"/>
                </a:lnTo>
                <a:lnTo>
                  <a:pt x="20150" y="432927"/>
                </a:lnTo>
                <a:lnTo>
                  <a:pt x="23603" y="428052"/>
                </a:lnTo>
                <a:lnTo>
                  <a:pt x="28575" y="420175"/>
                </a:lnTo>
                <a:lnTo>
                  <a:pt x="29748" y="416755"/>
                </a:lnTo>
                <a:lnTo>
                  <a:pt x="32126" y="414534"/>
                </a:lnTo>
                <a:lnTo>
                  <a:pt x="34686" y="409069"/>
                </a:lnTo>
                <a:lnTo>
                  <a:pt x="35322" y="407262"/>
                </a:lnTo>
                <a:lnTo>
                  <a:pt x="35622" y="403185"/>
                </a:lnTo>
                <a:lnTo>
                  <a:pt x="36644" y="398949"/>
                </a:lnTo>
                <a:lnTo>
                  <a:pt x="37707" y="396413"/>
                </a:lnTo>
                <a:lnTo>
                  <a:pt x="37807" y="393295"/>
                </a:lnTo>
                <a:lnTo>
                  <a:pt x="36653" y="388821"/>
                </a:lnTo>
                <a:lnTo>
                  <a:pt x="34847" y="386499"/>
                </a:lnTo>
                <a:lnTo>
                  <a:pt x="32868" y="383314"/>
                </a:lnTo>
                <a:lnTo>
                  <a:pt x="29914" y="373296"/>
                </a:lnTo>
                <a:lnTo>
                  <a:pt x="29372" y="371254"/>
                </a:lnTo>
                <a:lnTo>
                  <a:pt x="34467" y="369201"/>
                </a:lnTo>
                <a:lnTo>
                  <a:pt x="40743" y="368420"/>
                </a:lnTo>
                <a:lnTo>
                  <a:pt x="46314" y="365086"/>
                </a:lnTo>
                <a:lnTo>
                  <a:pt x="50243" y="362242"/>
                </a:lnTo>
                <a:lnTo>
                  <a:pt x="59539" y="358854"/>
                </a:lnTo>
                <a:lnTo>
                  <a:pt x="65975" y="357692"/>
                </a:lnTo>
                <a:lnTo>
                  <a:pt x="72397" y="355618"/>
                </a:lnTo>
                <a:lnTo>
                  <a:pt x="83770" y="347630"/>
                </a:lnTo>
                <a:lnTo>
                  <a:pt x="86297" y="345817"/>
                </a:lnTo>
                <a:lnTo>
                  <a:pt x="94916" y="344287"/>
                </a:lnTo>
                <a:lnTo>
                  <a:pt x="108233" y="344442"/>
                </a:lnTo>
                <a:lnTo>
                  <a:pt x="110924" y="341103"/>
                </a:lnTo>
                <a:lnTo>
                  <a:pt x="118604" y="334462"/>
                </a:lnTo>
                <a:lnTo>
                  <a:pt x="124908" y="335075"/>
                </a:lnTo>
                <a:lnTo>
                  <a:pt x="130085" y="332228"/>
                </a:lnTo>
                <a:lnTo>
                  <a:pt x="134062" y="328482"/>
                </a:lnTo>
                <a:lnTo>
                  <a:pt x="135237" y="326930"/>
                </a:lnTo>
                <a:lnTo>
                  <a:pt x="130703" y="321459"/>
                </a:lnTo>
                <a:lnTo>
                  <a:pt x="129867" y="319579"/>
                </a:lnTo>
                <a:lnTo>
                  <a:pt x="128796" y="316717"/>
                </a:lnTo>
                <a:lnTo>
                  <a:pt x="121512" y="312940"/>
                </a:lnTo>
                <a:lnTo>
                  <a:pt x="119794" y="312911"/>
                </a:lnTo>
                <a:lnTo>
                  <a:pt x="112905" y="313958"/>
                </a:lnTo>
                <a:lnTo>
                  <a:pt x="105212" y="315179"/>
                </a:lnTo>
                <a:lnTo>
                  <a:pt x="97837" y="315557"/>
                </a:lnTo>
                <a:lnTo>
                  <a:pt x="93266" y="315201"/>
                </a:lnTo>
                <a:lnTo>
                  <a:pt x="88270" y="316923"/>
                </a:lnTo>
                <a:lnTo>
                  <a:pt x="85003" y="319259"/>
                </a:lnTo>
                <a:lnTo>
                  <a:pt x="77995" y="319040"/>
                </a:lnTo>
                <a:lnTo>
                  <a:pt x="67419" y="316498"/>
                </a:lnTo>
                <a:lnTo>
                  <a:pt x="59197" y="316852"/>
                </a:lnTo>
                <a:lnTo>
                  <a:pt x="51958" y="317111"/>
                </a:lnTo>
                <a:lnTo>
                  <a:pt x="45428" y="317673"/>
                </a:lnTo>
                <a:lnTo>
                  <a:pt x="37084" y="314974"/>
                </a:lnTo>
                <a:lnTo>
                  <a:pt x="30731" y="313780"/>
                </a:lnTo>
                <a:lnTo>
                  <a:pt x="23096" y="314131"/>
                </a:lnTo>
                <a:lnTo>
                  <a:pt x="14212" y="311909"/>
                </a:lnTo>
                <a:lnTo>
                  <a:pt x="6075" y="308747"/>
                </a:lnTo>
                <a:lnTo>
                  <a:pt x="3428" y="305789"/>
                </a:lnTo>
                <a:lnTo>
                  <a:pt x="4034" y="300801"/>
                </a:lnTo>
                <a:lnTo>
                  <a:pt x="3658" y="296018"/>
                </a:lnTo>
                <a:lnTo>
                  <a:pt x="1824" y="291017"/>
                </a:lnTo>
                <a:lnTo>
                  <a:pt x="0" y="287378"/>
                </a:lnTo>
                <a:lnTo>
                  <a:pt x="250" y="286274"/>
                </a:lnTo>
                <a:lnTo>
                  <a:pt x="4248" y="285663"/>
                </a:lnTo>
                <a:lnTo>
                  <a:pt x="11803" y="283949"/>
                </a:lnTo>
                <a:lnTo>
                  <a:pt x="18717" y="272344"/>
                </a:lnTo>
                <a:lnTo>
                  <a:pt x="20208" y="268100"/>
                </a:lnTo>
                <a:lnTo>
                  <a:pt x="24174" y="262364"/>
                </a:lnTo>
                <a:lnTo>
                  <a:pt x="28601" y="259074"/>
                </a:lnTo>
                <a:lnTo>
                  <a:pt x="32718" y="257312"/>
                </a:lnTo>
                <a:lnTo>
                  <a:pt x="37869" y="253239"/>
                </a:lnTo>
                <a:lnTo>
                  <a:pt x="39989" y="250763"/>
                </a:lnTo>
                <a:lnTo>
                  <a:pt x="43134" y="247857"/>
                </a:lnTo>
                <a:lnTo>
                  <a:pt x="47170" y="244501"/>
                </a:lnTo>
                <a:lnTo>
                  <a:pt x="48298" y="240368"/>
                </a:lnTo>
                <a:lnTo>
                  <a:pt x="48754" y="237647"/>
                </a:lnTo>
                <a:lnTo>
                  <a:pt x="48247" y="234682"/>
                </a:lnTo>
                <a:lnTo>
                  <a:pt x="50036" y="231689"/>
                </a:lnTo>
                <a:lnTo>
                  <a:pt x="54768" y="226143"/>
                </a:lnTo>
                <a:lnTo>
                  <a:pt x="53922" y="222197"/>
                </a:lnTo>
                <a:lnTo>
                  <a:pt x="52057" y="220276"/>
                </a:lnTo>
                <a:lnTo>
                  <a:pt x="47542" y="217207"/>
                </a:lnTo>
                <a:lnTo>
                  <a:pt x="43841" y="202297"/>
                </a:lnTo>
                <a:lnTo>
                  <a:pt x="45985" y="188927"/>
                </a:lnTo>
                <a:lnTo>
                  <a:pt x="45328" y="178697"/>
                </a:lnTo>
                <a:lnTo>
                  <a:pt x="46941" y="174930"/>
                </a:lnTo>
                <a:lnTo>
                  <a:pt x="49334" y="173675"/>
                </a:lnTo>
                <a:lnTo>
                  <a:pt x="59213" y="170803"/>
                </a:lnTo>
                <a:lnTo>
                  <a:pt x="64705" y="170108"/>
                </a:lnTo>
                <a:lnTo>
                  <a:pt x="68627" y="167765"/>
                </a:lnTo>
                <a:lnTo>
                  <a:pt x="72673" y="164762"/>
                </a:lnTo>
                <a:lnTo>
                  <a:pt x="77367" y="161065"/>
                </a:lnTo>
                <a:lnTo>
                  <a:pt x="82407" y="159878"/>
                </a:lnTo>
                <a:lnTo>
                  <a:pt x="93722" y="156791"/>
                </a:lnTo>
                <a:lnTo>
                  <a:pt x="92945" y="152880"/>
                </a:lnTo>
                <a:lnTo>
                  <a:pt x="91383" y="141854"/>
                </a:lnTo>
                <a:lnTo>
                  <a:pt x="88776" y="123440"/>
                </a:lnTo>
                <a:lnTo>
                  <a:pt x="87204" y="113578"/>
                </a:lnTo>
                <a:lnTo>
                  <a:pt x="82929" y="103279"/>
                </a:lnTo>
                <a:lnTo>
                  <a:pt x="61637" y="83569"/>
                </a:lnTo>
                <a:lnTo>
                  <a:pt x="48109" y="72540"/>
                </a:lnTo>
                <a:lnTo>
                  <a:pt x="38011" y="64493"/>
                </a:lnTo>
                <a:lnTo>
                  <a:pt x="28225" y="58327"/>
                </a:lnTo>
                <a:lnTo>
                  <a:pt x="37501" y="59047"/>
                </a:lnTo>
                <a:lnTo>
                  <a:pt x="42230" y="56651"/>
                </a:lnTo>
                <a:lnTo>
                  <a:pt x="47374" y="50677"/>
                </a:lnTo>
                <a:lnTo>
                  <a:pt x="52679" y="49992"/>
                </a:lnTo>
                <a:lnTo>
                  <a:pt x="58848" y="50381"/>
                </a:lnTo>
                <a:lnTo>
                  <a:pt x="69051" y="51293"/>
                </a:lnTo>
                <a:lnTo>
                  <a:pt x="75233" y="49940"/>
                </a:lnTo>
                <a:lnTo>
                  <a:pt x="77151" y="46225"/>
                </a:lnTo>
                <a:lnTo>
                  <a:pt x="79759" y="37321"/>
                </a:lnTo>
                <a:lnTo>
                  <a:pt x="78811" y="31586"/>
                </a:lnTo>
                <a:lnTo>
                  <a:pt x="78930" y="27195"/>
                </a:lnTo>
                <a:lnTo>
                  <a:pt x="85408" y="22948"/>
                </a:lnTo>
                <a:lnTo>
                  <a:pt x="87730" y="20440"/>
                </a:lnTo>
                <a:lnTo>
                  <a:pt x="90126" y="18721"/>
                </a:lnTo>
                <a:lnTo>
                  <a:pt x="99299" y="22513"/>
                </a:lnTo>
                <a:lnTo>
                  <a:pt x="104919" y="23139"/>
                </a:lnTo>
                <a:lnTo>
                  <a:pt x="111690" y="23052"/>
                </a:lnTo>
                <a:lnTo>
                  <a:pt x="116536" y="19865"/>
                </a:lnTo>
                <a:lnTo>
                  <a:pt x="120547" y="20919"/>
                </a:lnTo>
                <a:lnTo>
                  <a:pt x="124903" y="22131"/>
                </a:lnTo>
                <a:lnTo>
                  <a:pt x="130036" y="19097"/>
                </a:lnTo>
                <a:lnTo>
                  <a:pt x="134270" y="18901"/>
                </a:lnTo>
                <a:lnTo>
                  <a:pt x="139363" y="18974"/>
                </a:lnTo>
                <a:lnTo>
                  <a:pt x="144429" y="17369"/>
                </a:lnTo>
                <a:lnTo>
                  <a:pt x="145951" y="17380"/>
                </a:lnTo>
                <a:lnTo>
                  <a:pt x="149681" y="12848"/>
                </a:lnTo>
                <a:lnTo>
                  <a:pt x="151720" y="10703"/>
                </a:lnTo>
                <a:lnTo>
                  <a:pt x="155816" y="9062"/>
                </a:lnTo>
                <a:lnTo>
                  <a:pt x="157025" y="5564"/>
                </a:lnTo>
                <a:lnTo>
                  <a:pt x="159574" y="2432"/>
                </a:lnTo>
                <a:lnTo>
                  <a:pt x="163911" y="2283"/>
                </a:lnTo>
                <a:lnTo>
                  <a:pt x="172574" y="5422"/>
                </a:lnTo>
                <a:lnTo>
                  <a:pt x="177867" y="7312"/>
                </a:lnTo>
                <a:lnTo>
                  <a:pt x="183890" y="8710"/>
                </a:lnTo>
                <a:lnTo>
                  <a:pt x="185896" y="6193"/>
                </a:lnTo>
                <a:lnTo>
                  <a:pt x="188581" y="2528"/>
                </a:lnTo>
                <a:lnTo>
                  <a:pt x="191963" y="323"/>
                </a:lnTo>
                <a:lnTo>
                  <a:pt x="196633" y="0"/>
                </a:lnTo>
                <a:lnTo>
                  <a:pt x="204973" y="5688"/>
                </a:lnTo>
                <a:lnTo>
                  <a:pt x="213806" y="12192"/>
                </a:lnTo>
                <a:lnTo>
                  <a:pt x="221042" y="23757"/>
                </a:lnTo>
                <a:lnTo>
                  <a:pt x="225554" y="28109"/>
                </a:lnTo>
                <a:lnTo>
                  <a:pt x="230458" y="30798"/>
                </a:lnTo>
                <a:lnTo>
                  <a:pt x="234896" y="35823"/>
                </a:lnTo>
                <a:lnTo>
                  <a:pt x="238709" y="37572"/>
                </a:lnTo>
                <a:lnTo>
                  <a:pt x="243338" y="37761"/>
                </a:lnTo>
                <a:lnTo>
                  <a:pt x="248379" y="45722"/>
                </a:lnTo>
                <a:lnTo>
                  <a:pt x="252172" y="46964"/>
                </a:lnTo>
                <a:lnTo>
                  <a:pt x="254121" y="43646"/>
                </a:lnTo>
                <a:lnTo>
                  <a:pt x="261071" y="40579"/>
                </a:lnTo>
                <a:lnTo>
                  <a:pt x="268075" y="37954"/>
                </a:lnTo>
                <a:lnTo>
                  <a:pt x="275609" y="36160"/>
                </a:lnTo>
                <a:lnTo>
                  <a:pt x="284767" y="37600"/>
                </a:lnTo>
                <a:lnTo>
                  <a:pt x="290998" y="40656"/>
                </a:lnTo>
                <a:lnTo>
                  <a:pt x="298057" y="42442"/>
                </a:lnTo>
                <a:lnTo>
                  <a:pt x="295794" y="35722"/>
                </a:lnTo>
                <a:lnTo>
                  <a:pt x="297893" y="31870"/>
                </a:lnTo>
                <a:lnTo>
                  <a:pt x="303291" y="32457"/>
                </a:lnTo>
                <a:lnTo>
                  <a:pt x="307035" y="34184"/>
                </a:lnTo>
                <a:lnTo>
                  <a:pt x="311097" y="36729"/>
                </a:lnTo>
                <a:lnTo>
                  <a:pt x="315570" y="37839"/>
                </a:lnTo>
                <a:lnTo>
                  <a:pt x="322865" y="37562"/>
                </a:lnTo>
                <a:lnTo>
                  <a:pt x="329531" y="41560"/>
                </a:lnTo>
                <a:lnTo>
                  <a:pt x="331398" y="44765"/>
                </a:lnTo>
                <a:lnTo>
                  <a:pt x="332006" y="46961"/>
                </a:lnTo>
                <a:lnTo>
                  <a:pt x="332774" y="50376"/>
                </a:lnTo>
                <a:lnTo>
                  <a:pt x="334689" y="59030"/>
                </a:lnTo>
                <a:lnTo>
                  <a:pt x="333840" y="62959"/>
                </a:lnTo>
                <a:lnTo>
                  <a:pt x="330201" y="63472"/>
                </a:lnTo>
                <a:lnTo>
                  <a:pt x="326587" y="65013"/>
                </a:lnTo>
                <a:lnTo>
                  <a:pt x="325827" y="67545"/>
                </a:lnTo>
                <a:lnTo>
                  <a:pt x="325555" y="70262"/>
                </a:lnTo>
                <a:lnTo>
                  <a:pt x="325871" y="73036"/>
                </a:lnTo>
                <a:lnTo>
                  <a:pt x="326364" y="75763"/>
                </a:lnTo>
                <a:lnTo>
                  <a:pt x="327316" y="78052"/>
                </a:lnTo>
                <a:lnTo>
                  <a:pt x="329941" y="81149"/>
                </a:lnTo>
                <a:lnTo>
                  <a:pt x="331132" y="84062"/>
                </a:lnTo>
                <a:lnTo>
                  <a:pt x="332002" y="87459"/>
                </a:lnTo>
                <a:lnTo>
                  <a:pt x="332993" y="91112"/>
                </a:lnTo>
                <a:lnTo>
                  <a:pt x="335870" y="94794"/>
                </a:lnTo>
                <a:lnTo>
                  <a:pt x="337730" y="97135"/>
                </a:lnTo>
                <a:lnTo>
                  <a:pt x="339620" y="99653"/>
                </a:lnTo>
                <a:lnTo>
                  <a:pt x="339982" y="100484"/>
                </a:lnTo>
                <a:lnTo>
                  <a:pt x="340280" y="102042"/>
                </a:lnTo>
                <a:lnTo>
                  <a:pt x="340693" y="103824"/>
                </a:lnTo>
                <a:lnTo>
                  <a:pt x="341807" y="106245"/>
                </a:lnTo>
                <a:lnTo>
                  <a:pt x="343015" y="108367"/>
                </a:lnTo>
                <a:lnTo>
                  <a:pt x="343926" y="110080"/>
                </a:lnTo>
                <a:lnTo>
                  <a:pt x="344755" y="111932"/>
                </a:lnTo>
                <a:lnTo>
                  <a:pt x="345819" y="114017"/>
                </a:lnTo>
                <a:lnTo>
                  <a:pt x="347528" y="117138"/>
                </a:lnTo>
                <a:lnTo>
                  <a:pt x="348398" y="120679"/>
                </a:lnTo>
                <a:lnTo>
                  <a:pt x="349150" y="124640"/>
                </a:lnTo>
                <a:lnTo>
                  <a:pt x="350213" y="127553"/>
                </a:lnTo>
                <a:lnTo>
                  <a:pt x="351600" y="129009"/>
                </a:lnTo>
                <a:lnTo>
                  <a:pt x="354140" y="131326"/>
                </a:lnTo>
                <a:lnTo>
                  <a:pt x="357840" y="134872"/>
                </a:lnTo>
                <a:lnTo>
                  <a:pt x="358496" y="136245"/>
                </a:lnTo>
                <a:lnTo>
                  <a:pt x="358817" y="138249"/>
                </a:lnTo>
                <a:lnTo>
                  <a:pt x="359119" y="140254"/>
                </a:lnTo>
                <a:lnTo>
                  <a:pt x="359380" y="140712"/>
                </a:lnTo>
                <a:lnTo>
                  <a:pt x="364879" y="145014"/>
                </a:lnTo>
                <a:lnTo>
                  <a:pt x="371166" y="149740"/>
                </a:lnTo>
                <a:lnTo>
                  <a:pt x="378009" y="154764"/>
                </a:lnTo>
                <a:lnTo>
                  <a:pt x="384525" y="158460"/>
                </a:lnTo>
                <a:lnTo>
                  <a:pt x="388020" y="159732"/>
                </a:lnTo>
                <a:lnTo>
                  <a:pt x="390819" y="161495"/>
                </a:lnTo>
                <a:lnTo>
                  <a:pt x="398649" y="167544"/>
                </a:lnTo>
                <a:lnTo>
                  <a:pt x="403322" y="170421"/>
                </a:lnTo>
                <a:lnTo>
                  <a:pt x="409779" y="174135"/>
                </a:lnTo>
                <a:lnTo>
                  <a:pt x="418587" y="178871"/>
                </a:lnTo>
                <a:lnTo>
                  <a:pt x="423348" y="181842"/>
                </a:lnTo>
                <a:lnTo>
                  <a:pt x="428324" y="184772"/>
                </a:lnTo>
                <a:lnTo>
                  <a:pt x="433265" y="187727"/>
                </a:lnTo>
                <a:lnTo>
                  <a:pt x="435290" y="188706"/>
                </a:lnTo>
                <a:lnTo>
                  <a:pt x="438475" y="189730"/>
                </a:lnTo>
                <a:lnTo>
                  <a:pt x="445156" y="193051"/>
                </a:lnTo>
                <a:lnTo>
                  <a:pt x="448694" y="195614"/>
                </a:lnTo>
                <a:lnTo>
                  <a:pt x="452698" y="198306"/>
                </a:lnTo>
                <a:lnTo>
                  <a:pt x="456354" y="200357"/>
                </a:lnTo>
                <a:lnTo>
                  <a:pt x="458731" y="202534"/>
                </a:lnTo>
                <a:lnTo>
                  <a:pt x="461845" y="203717"/>
                </a:lnTo>
                <a:lnTo>
                  <a:pt x="469078" y="207141"/>
                </a:lnTo>
                <a:lnTo>
                  <a:pt x="472817" y="209150"/>
                </a:lnTo>
                <a:lnTo>
                  <a:pt x="478470" y="212714"/>
                </a:lnTo>
                <a:lnTo>
                  <a:pt x="486656" y="215963"/>
                </a:lnTo>
                <a:lnTo>
                  <a:pt x="492685" y="218142"/>
                </a:lnTo>
                <a:lnTo>
                  <a:pt x="499470" y="220293"/>
                </a:lnTo>
                <a:lnTo>
                  <a:pt x="504998" y="220999"/>
                </a:lnTo>
                <a:lnTo>
                  <a:pt x="510372" y="221829"/>
                </a:lnTo>
                <a:lnTo>
                  <a:pt x="514746" y="223143"/>
                </a:lnTo>
                <a:lnTo>
                  <a:pt x="518710" y="225143"/>
                </a:lnTo>
                <a:lnTo>
                  <a:pt x="520608" y="226172"/>
                </a:lnTo>
                <a:lnTo>
                  <a:pt x="521923" y="229859"/>
                </a:lnTo>
                <a:lnTo>
                  <a:pt x="520402" y="233520"/>
                </a:lnTo>
                <a:lnTo>
                  <a:pt x="518803" y="236269"/>
                </a:lnTo>
                <a:lnTo>
                  <a:pt x="517356" y="238394"/>
                </a:lnTo>
                <a:lnTo>
                  <a:pt x="516240" y="240235"/>
                </a:lnTo>
                <a:lnTo>
                  <a:pt x="515967" y="243260"/>
                </a:lnTo>
                <a:lnTo>
                  <a:pt x="515666" y="248111"/>
                </a:lnTo>
                <a:lnTo>
                  <a:pt x="515877" y="250691"/>
                </a:lnTo>
                <a:lnTo>
                  <a:pt x="514822" y="255806"/>
                </a:lnTo>
                <a:lnTo>
                  <a:pt x="512310" y="260466"/>
                </a:lnTo>
                <a:lnTo>
                  <a:pt x="509911" y="265469"/>
                </a:lnTo>
                <a:lnTo>
                  <a:pt x="507382" y="270128"/>
                </a:lnTo>
                <a:lnTo>
                  <a:pt x="505908" y="275250"/>
                </a:lnTo>
                <a:lnTo>
                  <a:pt x="505379" y="277857"/>
                </a:lnTo>
                <a:lnTo>
                  <a:pt x="504317" y="279141"/>
                </a:lnTo>
                <a:lnTo>
                  <a:pt x="496580" y="278751"/>
                </a:lnTo>
                <a:lnTo>
                  <a:pt x="491804" y="278313"/>
                </a:lnTo>
                <a:lnTo>
                  <a:pt x="488729" y="279797"/>
                </a:lnTo>
                <a:lnTo>
                  <a:pt x="482442" y="280366"/>
                </a:lnTo>
                <a:lnTo>
                  <a:pt x="474622" y="279359"/>
                </a:lnTo>
                <a:lnTo>
                  <a:pt x="471070" y="278875"/>
                </a:lnTo>
                <a:lnTo>
                  <a:pt x="466121" y="278474"/>
                </a:lnTo>
                <a:lnTo>
                  <a:pt x="461974" y="279110"/>
                </a:lnTo>
                <a:lnTo>
                  <a:pt x="456457" y="279651"/>
                </a:lnTo>
                <a:lnTo>
                  <a:pt x="446051" y="278852"/>
                </a:lnTo>
                <a:lnTo>
                  <a:pt x="441064" y="278209"/>
                </a:lnTo>
                <a:lnTo>
                  <a:pt x="434699" y="276669"/>
                </a:lnTo>
                <a:lnTo>
                  <a:pt x="429190" y="274311"/>
                </a:lnTo>
                <a:lnTo>
                  <a:pt x="418426" y="266725"/>
                </a:lnTo>
                <a:lnTo>
                  <a:pt x="408687" y="261089"/>
                </a:lnTo>
                <a:lnTo>
                  <a:pt x="396982" y="255340"/>
                </a:lnTo>
                <a:lnTo>
                  <a:pt x="383647" y="251235"/>
                </a:lnTo>
                <a:lnTo>
                  <a:pt x="374826" y="249270"/>
                </a:lnTo>
                <a:lnTo>
                  <a:pt x="360297" y="248043"/>
                </a:lnTo>
                <a:lnTo>
                  <a:pt x="349154" y="249435"/>
                </a:lnTo>
                <a:lnTo>
                  <a:pt x="343255" y="250270"/>
                </a:lnTo>
                <a:lnTo>
                  <a:pt x="340912" y="250629"/>
                </a:lnTo>
                <a:lnTo>
                  <a:pt x="340836" y="250628"/>
                </a:lnTo>
              </a:path>
            </a:pathLst>
          </a:custGeom>
          <a:noFill/>
          <a:ln w="25400">
            <a:solidFill>
              <a:srgbClr val="262626"/>
            </a:solidFill>
            <a:prstDash val="dash"/>
          </a:ln>
        </p:spPr>
        <p:txBody>
          <a:bodyPr rtlCol="0" anchor="ctr"/>
          <a:lstStyle/>
          <a:p>
            <a:pPr algn="ctr"/>
          </a:p>
        </p:txBody>
      </p:sp>
      <p:sp>
        <p:nvSpPr>
          <p:cNvPr id="13" name="TextBox 12"/>
          <p:cNvSpPr txBox="1"/>
          <p:nvPr/>
        </p:nvSpPr>
        <p:spPr>
          <a:xfrm>
            <a:off x="6446520" y="4261104"/>
            <a:ext cx="4831976"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Aynı harita, Türkiye'ye yakınlaşınca</a:t>
            </a:r>
          </a:p>
        </p:txBody>
      </p:sp>
      <p:cxnSp>
        <p:nvCxnSpPr>
          <p:cNvPr id="14" name="Connector 13"/>
          <p:cNvCxnSpPr/>
          <p:nvPr/>
        </p:nvCxnSpPr>
        <p:spPr>
          <a:xfrm>
            <a:off x="5733288" y="2724912"/>
            <a:ext cx="603504" cy="0"/>
          </a:xfrm>
          <a:prstGeom prst="line">
            <a:avLst/>
          </a:prstGeom>
          <a:ln w="50800">
            <a:solidFill>
              <a:srgbClr val="2A5D8F"/>
            </a:solidFill>
            <a:tailEnd type="triangle" w="med" len="med"/>
          </a:ln>
        </p:spPr>
      </p:cxnSp>
      <p:sp>
        <p:nvSpPr>
          <p:cNvPr id="15" name="Rounded Rectangle 14"/>
          <p:cNvSpPr/>
          <p:nvPr/>
        </p:nvSpPr>
        <p:spPr>
          <a:xfrm>
            <a:off x="502920" y="4690872"/>
            <a:ext cx="5478627" cy="16002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262626"/>
                </a:solidFill>
                <a:latin typeface="Calibri"/>
              </a:rPr>
              <a:t>Ölçek değişince ayrıntı değişir.</a:t>
            </a:r>
          </a:p>
        </p:txBody>
      </p:sp>
      <p:sp>
        <p:nvSpPr>
          <p:cNvPr id="16" name="Rounded Rectangle 15"/>
          <p:cNvSpPr/>
          <p:nvPr/>
        </p:nvSpPr>
        <p:spPr>
          <a:xfrm>
            <a:off x="6210147" y="4690872"/>
            <a:ext cx="5478627" cy="1600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262626"/>
                </a:solidFill>
                <a:latin typeface="Calibri"/>
              </a:rPr>
              <a:t>Kriter değişince sınır değişir.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218</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56 / 187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Kitabın s. 220-221 haritalarına göre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İstanbul üç haritada da aynı bölge sınırı içindedir.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yoğunluğu haritasında İstanbul en yoğun sınıftadır (553+).</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Bitki toplulukları haritasında sınırlar il sınırlarını izler.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Karayolları 1. Bölge'nin merkezi Ankara'dır.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Üç harita aynı kriterle hazırlanmıştır.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57 / 187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Kitabın s. 220-221 haritalarına göre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İstanbul üç haritada da aynı bölge sınırı içindedir.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Nüfus yoğunluğu haritasında İstanbul en yoğun sınıftadır (553+).</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Bitki toplulukları haritasında sınırlar il sınırlarını izler.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Karayolları 1. Bölge'nin merkezi Ankara'dır.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Üç harita aynı kriterle hazırlanmıştır.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İstanbul'un rengi lejantın '553+' sınıfıdır. Üç harita farklı kriterlerle hazırlanmıştır, bu yüzden İstanbul farklı bölgelerdedir; bitki haritasında il sınırı yoktur; 1. Bölge'nin merkezi İstanbul'dur.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58 / 187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34.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Bölge belirleme kriterlerine iki fiziki, iki beşerî örnek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'Akdeniz iklim bölgesi' ile 'Rotterdam Limanı taşımacılık bölgesi' hangi bölge türlerine girer? Farkı bir cümleyle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Aynı il neden hem nüfus yoğunluğu haritasında hem hizmet bölgeleri haritasında farklı bölge sınırları içinde yer alır?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217-221</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59 / 187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Gelecek hafta: performans görevi “Bölge Oluşturma”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35. HAFTA</a:t>
            </a:r>
          </a:p>
        </p:txBody>
      </p:sp>
      <p:sp>
        <p:nvSpPr>
          <p:cNvPr id="6" name="Rounded Rectangle 5"/>
          <p:cNvSpPr/>
          <p:nvPr/>
        </p:nvSpPr>
        <p:spPr>
          <a:xfrm>
            <a:off x="502920" y="1216152"/>
            <a:ext cx="11185855" cy="6400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262626"/>
                </a:solidFill>
                <a:latin typeface="Calibri"/>
              </a:rPr>
              <a:t>Bölge belirleme kriterlerine göre bölge oluşturunuz.</a:t>
            </a:r>
          </a:p>
        </p:txBody>
      </p:sp>
      <p:sp>
        <p:nvSpPr>
          <p:cNvPr id="7" name="Rounded Rectangle 6"/>
          <p:cNvSpPr/>
          <p:nvPr/>
        </p:nvSpPr>
        <p:spPr>
          <a:xfrm>
            <a:off x="502920" y="2039112"/>
            <a:ext cx="5760720" cy="205740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039112"/>
            <a:ext cx="5760720" cy="530352"/>
          </a:xfrm>
          <a:prstGeom prst="roundRect">
            <a:avLst>
              <a:gd name="adj" fmla="val 25000"/>
            </a:avLst>
          </a:prstGeom>
          <a:solidFill>
            <a:srgbClr val="2A5D8F"/>
          </a:solidFill>
          <a:ln>
            <a:noFill/>
          </a:ln>
          <a:effectLst/>
        </p:spPr>
        <p:txBody>
          <a:bodyPr rtlCol="0" anchor="ctr"/>
          <a:lstStyle/>
          <a:p/>
        </p:txBody>
      </p:sp>
      <p:sp>
        <p:nvSpPr>
          <p:cNvPr id="9" name="Rectangle 8"/>
          <p:cNvSpPr/>
          <p:nvPr/>
        </p:nvSpPr>
        <p:spPr>
          <a:xfrm>
            <a:off x="502920" y="2304288"/>
            <a:ext cx="5760720" cy="265176"/>
          </a:xfrm>
          <a:prstGeom prst="rect">
            <a:avLst/>
          </a:prstGeom>
          <a:solidFill>
            <a:srgbClr val="2A5D8F"/>
          </a:solidFill>
          <a:ln>
            <a:noFill/>
          </a:ln>
          <a:effectLst/>
        </p:spPr>
        <p:txBody>
          <a:bodyPr rtlCol="0" anchor="ctr"/>
          <a:lstStyle/>
          <a:p/>
        </p:txBody>
      </p:sp>
      <p:sp>
        <p:nvSpPr>
          <p:cNvPr id="10" name="TextBox 9"/>
          <p:cNvSpPr txBox="1"/>
          <p:nvPr/>
        </p:nvSpPr>
        <p:spPr>
          <a:xfrm>
            <a:off x="594360" y="2039112"/>
            <a:ext cx="5577840"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Bu hafta evde: 1. ve 2. adım</a:t>
            </a:r>
          </a:p>
        </p:txBody>
      </p:sp>
      <p:sp>
        <p:nvSpPr>
          <p:cNvPr id="11" name="TextBox 10"/>
          <p:cNvSpPr txBox="1"/>
          <p:nvPr/>
        </p:nvSpPr>
        <p:spPr>
          <a:xfrm>
            <a:off x="612648" y="2642616"/>
            <a:ext cx="5541264" cy="1380744"/>
          </a:xfrm>
          <a:prstGeom prst="rect">
            <a:avLst/>
          </a:prstGeom>
          <a:noFill/>
        </p:spPr>
        <p:txBody>
          <a:bodyPr wrap="square" anchor="t" lIns="73152" rIns="73152" tIns="36576" bIns="36576">
            <a:noAutofit/>
          </a:bodyPr>
          <a:lstStyle/>
          <a:p>
            <a:pPr algn="l" marL="288693" indent="-288693">
              <a:spcBef>
                <a:spcPts val="0"/>
              </a:spcBef>
              <a:spcAft>
                <a:spcPts val="600"/>
              </a:spcAft>
            </a:pPr>
            <a:r>
              <a:rPr lang="tr-TR" sz="1800" b="1" i="0">
                <a:solidFill>
                  <a:srgbClr val="2C6696"/>
                </a:solidFill>
                <a:latin typeface="Calibri"/>
              </a:rPr>
              <a:t>1.  </a:t>
            </a:r>
            <a:r>
              <a:rPr lang="tr-TR" sz="1800" b="0" i="0">
                <a:solidFill>
                  <a:srgbClr val="262626"/>
                </a:solidFill>
                <a:latin typeface="Calibri"/>
              </a:rPr>
              <a:t>Bölge oluşturmak için bölge belirleme kriterlerinizi belirleyiniz.</a:t>
            </a:r>
          </a:p>
          <a:p>
            <a:pPr algn="l" marL="288693" indent="-288693">
              <a:spcBef>
                <a:spcPts val="0"/>
              </a:spcBef>
              <a:spcAft>
                <a:spcPts val="0"/>
              </a:spcAft>
            </a:pPr>
            <a:r>
              <a:rPr lang="tr-TR" sz="1800" b="1" i="0">
                <a:solidFill>
                  <a:srgbClr val="2C6696"/>
                </a:solidFill>
                <a:latin typeface="Calibri"/>
              </a:rPr>
              <a:t>2.  </a:t>
            </a:r>
            <a:r>
              <a:rPr lang="tr-TR" sz="1800" b="0" i="0">
                <a:solidFill>
                  <a:srgbClr val="262626"/>
                </a:solidFill>
                <a:latin typeface="Calibri"/>
              </a:rPr>
              <a:t>Bölge oluşturma görevi için çalışmak istediğiniz haritaları belirleyiniz.</a:t>
            </a:r>
          </a:p>
        </p:txBody>
      </p:sp>
      <p:sp>
        <p:nvSpPr>
          <p:cNvPr id="12" name="TextBox 11"/>
          <p:cNvSpPr txBox="1"/>
          <p:nvPr/>
        </p:nvSpPr>
        <p:spPr>
          <a:xfrm>
            <a:off x="502920" y="4187952"/>
            <a:ext cx="5760720" cy="384048"/>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A5D8F"/>
                </a:solidFill>
                <a:latin typeface="Calibri"/>
              </a:rPr>
              <a:t>Kur'a: grubunuzun harita türü</a:t>
            </a:r>
          </a:p>
        </p:txBody>
      </p:sp>
      <p:sp>
        <p:nvSpPr>
          <p:cNvPr id="13" name="Rounded Rectangle 12"/>
          <p:cNvSpPr/>
          <p:nvPr/>
        </p:nvSpPr>
        <p:spPr>
          <a:xfrm>
            <a:off x="502920" y="4599432"/>
            <a:ext cx="777529"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fiziki</a:t>
            </a:r>
          </a:p>
        </p:txBody>
      </p:sp>
      <p:sp>
        <p:nvSpPr>
          <p:cNvPr id="14" name="Rounded Rectangle 13"/>
          <p:cNvSpPr/>
          <p:nvPr/>
        </p:nvSpPr>
        <p:spPr>
          <a:xfrm>
            <a:off x="1371889" y="4599432"/>
            <a:ext cx="848655"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siyasi</a:t>
            </a:r>
          </a:p>
        </p:txBody>
      </p:sp>
      <p:sp>
        <p:nvSpPr>
          <p:cNvPr id="15" name="Rounded Rectangle 14"/>
          <p:cNvSpPr/>
          <p:nvPr/>
        </p:nvSpPr>
        <p:spPr>
          <a:xfrm>
            <a:off x="2311984" y="4599432"/>
            <a:ext cx="874194"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nüfus</a:t>
            </a:r>
          </a:p>
        </p:txBody>
      </p:sp>
      <p:sp>
        <p:nvSpPr>
          <p:cNvPr id="16" name="Rounded Rectangle 15"/>
          <p:cNvSpPr/>
          <p:nvPr/>
        </p:nvSpPr>
        <p:spPr>
          <a:xfrm>
            <a:off x="3277618" y="4599432"/>
            <a:ext cx="1824091"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ekonomi / tarım</a:t>
            </a:r>
          </a:p>
        </p:txBody>
      </p:sp>
      <p:sp>
        <p:nvSpPr>
          <p:cNvPr id="17" name="Rounded Rectangle 16"/>
          <p:cNvSpPr/>
          <p:nvPr/>
        </p:nvSpPr>
        <p:spPr>
          <a:xfrm>
            <a:off x="5193149" y="4599432"/>
            <a:ext cx="800671"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iklim</a:t>
            </a:r>
          </a:p>
        </p:txBody>
      </p:sp>
      <p:sp>
        <p:nvSpPr>
          <p:cNvPr id="18" name="Rounded Rectangle 17"/>
          <p:cNvSpPr/>
          <p:nvPr/>
        </p:nvSpPr>
        <p:spPr>
          <a:xfrm>
            <a:off x="502920" y="5111496"/>
            <a:ext cx="1403555"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bitki örtüsü</a:t>
            </a:r>
          </a:p>
        </p:txBody>
      </p:sp>
      <p:sp>
        <p:nvSpPr>
          <p:cNvPr id="19" name="Rounded Rectangle 18"/>
          <p:cNvSpPr/>
          <p:nvPr/>
        </p:nvSpPr>
        <p:spPr>
          <a:xfrm>
            <a:off x="1997915" y="5111496"/>
            <a:ext cx="958906"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ulaşım</a:t>
            </a:r>
          </a:p>
        </p:txBody>
      </p:sp>
      <p:sp>
        <p:nvSpPr>
          <p:cNvPr id="20" name="Rounded Rectangle 19"/>
          <p:cNvSpPr/>
          <p:nvPr/>
        </p:nvSpPr>
        <p:spPr>
          <a:xfrm>
            <a:off x="3048261" y="5111496"/>
            <a:ext cx="954215" cy="420624"/>
          </a:xfrm>
          <a:prstGeom prst="roundRect">
            <a:avLst>
              <a:gd name="adj" fmla="val 50000"/>
            </a:avLst>
          </a:prstGeom>
          <a:solidFill>
            <a:srgbClr val="FFFFFF"/>
          </a:solidFill>
          <a:ln w="19050">
            <a:solidFill>
              <a:srgbClr val="2A5D8F"/>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turizm</a:t>
            </a:r>
          </a:p>
        </p:txBody>
      </p:sp>
      <p:sp>
        <p:nvSpPr>
          <p:cNvPr id="21" name="Rounded Rectangle 20"/>
          <p:cNvSpPr/>
          <p:nvPr/>
        </p:nvSpPr>
        <p:spPr>
          <a:xfrm>
            <a:off x="6492240" y="2039112"/>
            <a:ext cx="5196535" cy="4251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492240" y="2039112"/>
            <a:ext cx="5196535"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6492240" y="2304288"/>
            <a:ext cx="5196535" cy="265176"/>
          </a:xfrm>
          <a:prstGeom prst="rect">
            <a:avLst/>
          </a:prstGeom>
          <a:solidFill>
            <a:srgbClr val="4F4F4F"/>
          </a:solidFill>
          <a:ln>
            <a:noFill/>
          </a:ln>
          <a:effectLst/>
        </p:spPr>
        <p:txBody>
          <a:bodyPr rtlCol="0" anchor="ctr"/>
          <a:lstStyle/>
          <a:p/>
        </p:txBody>
      </p:sp>
      <p:sp>
        <p:nvSpPr>
          <p:cNvPr id="24" name="TextBox 23"/>
          <p:cNvSpPr txBox="1"/>
          <p:nvPr/>
        </p:nvSpPr>
        <p:spPr>
          <a:xfrm>
            <a:off x="6583680" y="2039112"/>
            <a:ext cx="5013655"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Nasıl puanlanacak? (100 puan)</a:t>
            </a:r>
          </a:p>
        </p:txBody>
      </p:sp>
      <p:sp>
        <p:nvSpPr>
          <p:cNvPr id="25" name="TextBox 24"/>
          <p:cNvSpPr txBox="1"/>
          <p:nvPr/>
        </p:nvSpPr>
        <p:spPr>
          <a:xfrm>
            <a:off x="6601968" y="2642616"/>
            <a:ext cx="4977079" cy="3575304"/>
          </a:xfrm>
          <a:prstGeom prst="rect">
            <a:avLst/>
          </a:prstGeom>
          <a:noFill/>
        </p:spPr>
        <p:txBody>
          <a:bodyPr wrap="square" anchor="t" lIns="73152" rIns="73152" tIns="36576" bIns="36576">
            <a:noAutofit/>
          </a:bodyPr>
          <a:lstStyle/>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Bölge Belirleme Kriterlerinin Belirlenmesi · 14</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Harita Belirleme · 14</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Haritalardaki Bilgilerin Karşılaştırılması · 14</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Önermelerde Bulunma · 14</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Çıkarımda Bulunma · 16</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Bölge Oluşturma · 16</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Sunum Yapma · 12</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60 / 187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34.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Çalışma kâğıdı Bölüm 1: 1-6. maddeler (kitap s. 216-221).</a:t>
            </a:r>
          </a:p>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Kitap s. 222 anlam çözümleme tablosu: kurşun kalemle doldur; 35. haftada sınıfta kontrol edeceğiz.</a:t>
            </a:r>
          </a:p>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Performans görevi: grubunun harita türünü atlasta incele; kriterini ve haritalarını (1-2. adım) deftere yaz. Telefon gerekmez; okul kütüphanesi ve laboratuvarı açık.</a:t>
            </a:r>
          </a:p>
          <a:p>
            <a:pPr algn="l" marL="323206" indent="-323206">
              <a:spcBef>
                <a:spcPts val="0"/>
              </a:spcBef>
              <a:spcAft>
                <a:spcPts val="0"/>
              </a:spcAft>
            </a:pPr>
            <a:r>
              <a:rPr lang="tr-TR" sz="2600" b="1" i="0">
                <a:solidFill>
                  <a:srgbClr val="2A5D8F"/>
                </a:solidFill>
                <a:latin typeface="Calibri"/>
              </a:rPr>
              <a:t>•  </a:t>
            </a:r>
            <a:r>
              <a:rPr lang="tr-TR" sz="2600" b="0" i="0">
                <a:solidFill>
                  <a:srgbClr val="262626"/>
                </a:solidFill>
                <a:latin typeface="Calibri"/>
              </a:rPr>
              <a:t>İsteyenlere: Birinci Coğrafya Kongresi (1941) ve Türkiye'nin coğrafi bölgelere ayrılması — 36. haftada galeriye eklenir (en çok 1 dakikalık özet).</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216-225</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61 / 187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Öğretim programı ve etkinlikler.</a:t>
            </a:r>
            <a:r>
              <a:rPr lang="tr-TR" sz="1700" b="0" i="0">
                <a:solidFill>
                  <a:srgbClr val="262626"/>
                </a:solidFill>
                <a:latin typeface="Calibri"/>
              </a:rPr>
              <a:t> Coğrafya dersi öğretim programı (2026 nüshası): Talim ve Terbiye Kurulunun 23.05.2024 tarihli ve 20 sayılı kararıyla kabul edilen, 13.05.2026 tarihli ve 53 sayılı kararıyla güncellenen program.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GNL-COG9-SN-U7 — 34. hafta · Bölge ve Bölge Sınırı (slayt 1-61)</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